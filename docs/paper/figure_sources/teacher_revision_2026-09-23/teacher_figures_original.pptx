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7" r:id="rId2"/>
    <p:sldId id="256" r:id="rId3"/>
  </p:sldIdLst>
  <p:sldSz cx="17881600" cy="5130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EAF7"/>
    <a:srgbClr val="B6993A"/>
    <a:srgbClr val="03520D"/>
    <a:srgbClr val="D8F2CF"/>
    <a:srgbClr val="AA9438"/>
    <a:srgbClr val="C1A842"/>
    <a:srgbClr val="7030A0"/>
    <a:srgbClr val="3E6D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3"/>
    <p:restoredTop sz="94593"/>
  </p:normalViewPr>
  <p:slideViewPr>
    <p:cSldViewPr snapToGrid="0">
      <p:cViewPr>
        <p:scale>
          <a:sx n="122" d="100"/>
          <a:sy n="122" d="100"/>
        </p:scale>
        <p:origin x="-4840"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D241DC-3C91-5049-94D6-89A200CD372D}" type="datetimeFigureOut">
              <a:rPr lang="en-US" smtClean="0"/>
              <a:t>9/23/26</a:t>
            </a:fld>
            <a:endParaRPr lang="en-US"/>
          </a:p>
        </p:txBody>
      </p:sp>
      <p:sp>
        <p:nvSpPr>
          <p:cNvPr id="4" name="Slide Image Placeholder 3"/>
          <p:cNvSpPr>
            <a:spLocks noGrp="1" noRot="1" noChangeAspect="1"/>
          </p:cNvSpPr>
          <p:nvPr>
            <p:ph type="sldImg" idx="2"/>
          </p:nvPr>
        </p:nvSpPr>
        <p:spPr>
          <a:xfrm>
            <a:off x="-1947863" y="1143000"/>
            <a:ext cx="10753726"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A0E84-4C93-DF42-8319-FD1F43F49621}" type="slidenum">
              <a:rPr lang="en-US" smtClean="0"/>
              <a:t>‹#›</a:t>
            </a:fld>
            <a:endParaRPr lang="en-US"/>
          </a:p>
        </p:txBody>
      </p:sp>
    </p:spTree>
    <p:extLst>
      <p:ext uri="{BB962C8B-B14F-4D97-AF65-F5344CB8AC3E}">
        <p14:creationId xmlns:p14="http://schemas.microsoft.com/office/powerpoint/2010/main" val="608510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AA0E84-4C93-DF42-8319-FD1F43F49621}" type="slidenum">
              <a:rPr lang="en-US" smtClean="0"/>
              <a:t>1</a:t>
            </a:fld>
            <a:endParaRPr lang="en-US"/>
          </a:p>
        </p:txBody>
      </p:sp>
    </p:spTree>
    <p:extLst>
      <p:ext uri="{BB962C8B-B14F-4D97-AF65-F5344CB8AC3E}">
        <p14:creationId xmlns:p14="http://schemas.microsoft.com/office/powerpoint/2010/main" val="21506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Figure 1: quarter-page layout.</a:t>
            </a:r>
          </a:p>
          <a:p>
            <a:endParaRPr dirty="0"/>
          </a:p>
          <a:p>
            <a:r>
              <a:rPr dirty="0"/>
              <a:t>Figure 1(a): native-label counts. ICBHI: respiratory cycles from official train and test. </a:t>
            </a:r>
            <a:r>
              <a:rPr dirty="0" err="1"/>
              <a:t>SPRSound</a:t>
            </a:r>
            <a:r>
              <a:rPr dirty="0"/>
              <a:t>: native events from BioCAS2022 train and inter-test; intra-test is excluded. HF Lung: annotated intervals from source-train and source-test; counts denote annotations, not recordings or 5-s inputs. KAUH: recording files including Bell, Diaphragm, and Extended versions. All native categories and counts are retained, including separate </a:t>
            </a:r>
            <a:r>
              <a:rPr dirty="0" err="1"/>
              <a:t>SPRSound</a:t>
            </a:r>
            <a:r>
              <a:rPr dirty="0"/>
              <a:t> fine/coarse crackles, HF phase labels, and the nine KAUH sound strings. Each chart has its own linear count axis starting at zero. Source: </a:t>
            </a:r>
            <a:r>
              <a:rPr dirty="0" err="1"/>
              <a:t>source_data</a:t>
            </a:r>
            <a:r>
              <a:rPr dirty="0"/>
              <a:t>/</a:t>
            </a:r>
            <a:r>
              <a:rPr dirty="0" err="1"/>
              <a:t>native_label_counts.csv</a:t>
            </a:r>
            <a:r>
              <a:rPr dirty="0"/>
              <a:t>, copied from /Users/</a:t>
            </a:r>
            <a:r>
              <a:rPr dirty="0" err="1"/>
              <a:t>zilongzeng</a:t>
            </a:r>
            <a:r>
              <a:rPr dirty="0"/>
              <a:t>/.codex/</a:t>
            </a:r>
            <a:r>
              <a:rPr dirty="0" err="1"/>
              <a:t>worktrees</a:t>
            </a:r>
            <a:r>
              <a:rPr dirty="0"/>
              <a:t>/3110/Acoustic/figure1_lsaa_compact/data/</a:t>
            </a:r>
            <a:r>
              <a:rPr dirty="0" err="1"/>
              <a:t>native_label_counts.csv</a:t>
            </a:r>
            <a:r>
              <a:rPr dirty="0"/>
              <a:t>. Underlying saved annotations: /Users/</a:t>
            </a:r>
            <a:r>
              <a:rPr dirty="0" err="1"/>
              <a:t>zilongzeng</a:t>
            </a:r>
            <a:r>
              <a:rPr dirty="0"/>
              <a:t>/.codex/</a:t>
            </a:r>
            <a:r>
              <a:rPr dirty="0" err="1"/>
              <a:t>worktrees</a:t>
            </a:r>
            <a:r>
              <a:rPr dirty="0"/>
              <a:t>/5513/Acoustic/result/</a:t>
            </a:r>
            <a:r>
              <a:rPr dirty="0" err="1"/>
              <a:t>wade_acoustic_validation</a:t>
            </a:r>
            <a:r>
              <a:rPr dirty="0"/>
              <a:t>/</a:t>
            </a:r>
            <a:r>
              <a:rPr dirty="0" err="1"/>
              <a:t>native_annotation_manifest.csv</a:t>
            </a:r>
            <a:r>
              <a:rPr dirty="0"/>
              <a:t>.</a:t>
            </a:r>
          </a:p>
          <a:p>
            <a:endParaRPr dirty="0"/>
          </a:p>
          <a:p>
            <a:r>
              <a:rPr dirty="0"/>
              <a:t>Figure 1(c), spectral PCA. All 561 saved group coordinates are retained: 126 ICBHI patients, 284 </a:t>
            </a:r>
            <a:r>
              <a:rPr dirty="0" err="1"/>
              <a:t>SPRSound</a:t>
            </a:r>
            <a:r>
              <a:rPr dirty="0"/>
              <a:t> </a:t>
            </a:r>
            <a:r>
              <a:rPr dirty="0" err="1"/>
              <a:t>train+inter</a:t>
            </a:r>
            <a:r>
              <a:rPr dirty="0"/>
              <a:t>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a:t>
            </a:r>
            <a:r>
              <a:rPr dirty="0" err="1"/>
              <a:t>colours</a:t>
            </a:r>
            <a:r>
              <a:rPr dirty="0"/>
              <a:t> and symbols follow panel (a). Source: </a:t>
            </a:r>
            <a:r>
              <a:rPr dirty="0" err="1"/>
              <a:t>source_data</a:t>
            </a:r>
            <a:r>
              <a:rPr dirty="0"/>
              <a:t>/</a:t>
            </a:r>
            <a:r>
              <a:rPr dirty="0" err="1"/>
              <a:t>paper_scope_spectral_only_balanced_scores.csv</a:t>
            </a:r>
            <a:r>
              <a:rPr dirty="0"/>
              <a:t> and the matching definition and loadings. Spectral definitions: /Users/</a:t>
            </a:r>
            <a:r>
              <a:rPr dirty="0" err="1"/>
              <a:t>zilongzeng</a:t>
            </a:r>
            <a:r>
              <a:rPr dirty="0"/>
              <a:t>/.codex/</a:t>
            </a:r>
            <a:r>
              <a:rPr dirty="0" err="1"/>
              <a:t>worktrees</a:t>
            </a:r>
            <a:r>
              <a:rPr dirty="0"/>
              <a:t>/5513/Acoustic/analysis/</a:t>
            </a:r>
            <a:r>
              <a:rPr dirty="0" err="1"/>
              <a:t>wade_acoustic_validation</a:t>
            </a:r>
            <a:r>
              <a:rPr dirty="0"/>
              <a:t>/</a:t>
            </a:r>
            <a:r>
              <a:rPr dirty="0" err="1"/>
              <a:t>extract_features.py</a:t>
            </a:r>
            <a:r>
              <a:rPr dirty="0"/>
              <a:t>. PCA definition: /Users/</a:t>
            </a:r>
            <a:r>
              <a:rPr dirty="0" err="1"/>
              <a:t>zilongzeng</a:t>
            </a:r>
            <a:r>
              <a:rPr dirty="0"/>
              <a:t>/.codex/</a:t>
            </a:r>
            <a:r>
              <a:rPr dirty="0" err="1"/>
              <a:t>worktrees</a:t>
            </a:r>
            <a:r>
              <a:rPr dirty="0"/>
              <a:t>/5513/Acoustic/analysis/</a:t>
            </a:r>
            <a:r>
              <a:rPr dirty="0" err="1"/>
              <a:t>wade_acoustic_validation</a:t>
            </a:r>
            <a:r>
              <a:rPr dirty="0"/>
              <a:t>/</a:t>
            </a:r>
            <a:r>
              <a:rPr dirty="0" err="1"/>
              <a:t>analyze_features.py</a:t>
            </a:r>
            <a:r>
              <a:rPr dirty="0"/>
              <a:t>.</a:t>
            </a:r>
          </a:p>
          <a:p>
            <a:endParaRPr dirty="0"/>
          </a:p>
          <a:p>
            <a:r>
              <a:rPr dirty="0"/>
              <a:t>Figure 1(b): spectral centroid by sound label. Normal/Crackle/Wheeze/Both are retained. ICBHI, </a:t>
            </a:r>
            <a:r>
              <a:rPr dirty="0" err="1"/>
              <a:t>SPRSound</a:t>
            </a:r>
            <a:r>
              <a:rPr dirty="0"/>
              <a:t>,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a:t>
            </a:r>
            <a:r>
              <a:rPr dirty="0" err="1"/>
              <a:t>source_data</a:t>
            </a:r>
            <a:r>
              <a:rPr dirty="0"/>
              <a:t>/</a:t>
            </a:r>
            <a:r>
              <a:rPr dirty="0" err="1"/>
              <a:t>four_class_four_source_medians.csv</a:t>
            </a:r>
            <a:r>
              <a:rPr dirty="0"/>
              <a:t>. Source counts and units are recorded in the same table. KAUH Both has only two patients. The chart does not show confidence intervals. The original core CI values are retained in </a:t>
            </a:r>
            <a:r>
              <a:rPr dirty="0" err="1"/>
              <a:t>source_data</a:t>
            </a:r>
            <a:r>
              <a:rPr dirty="0"/>
              <a:t>/</a:t>
            </a:r>
            <a:r>
              <a:rPr dirty="0" err="1"/>
              <a:t>core_four_class_summary.csv</a:t>
            </a:r>
            <a:r>
              <a:rPr dirty="0"/>
              <a:t>. No model inference, audio processing, feature extraction, PCA, or bootstrap was run. Sources: </a:t>
            </a:r>
            <a:r>
              <a:rPr dirty="0" err="1"/>
              <a:t>core_four_class_summary.csv</a:t>
            </a:r>
            <a:r>
              <a:rPr dirty="0"/>
              <a:t>; </a:t>
            </a:r>
            <a:r>
              <a:rPr dirty="0" err="1"/>
              <a:t>kauh_compatible_side_summary.csv</a:t>
            </a:r>
            <a:r>
              <a:rPr dirty="0"/>
              <a:t>; </a:t>
            </a:r>
            <a:r>
              <a:rPr dirty="0" err="1"/>
              <a:t>hf_observed_combination_summary.csv</a:t>
            </a:r>
            <a:r>
              <a:rPr dirty="0"/>
              <a:t>; and </a:t>
            </a:r>
            <a:r>
              <a:rPr dirty="0" err="1"/>
              <a:t>prepare_hf_summary.py</a:t>
            </a:r>
            <a:r>
              <a:rPr dirty="0"/>
              <a:t>.</a:t>
            </a:r>
          </a:p>
          <a:p>
            <a:r>
              <a:rPr dirty="0"/>
              <a:t>HF raw annotation strings are I, E, D, Wheeze, Rhonchi, and Stridor. I means inhalation; E means exhalation; D means discontinuous adventitious sounds, all crackles. Sources: dataset/raw/hf_lung_v1/</a:t>
            </a:r>
            <a:r>
              <a:rPr dirty="0" err="1"/>
              <a:t>source_original</a:t>
            </a:r>
            <a:r>
              <a:rPr dirty="0"/>
              <a:t>/ and https://</a:t>
            </a:r>
            <a:r>
              <a:rPr dirty="0" err="1"/>
              <a:t>gitlab.com</a:t>
            </a:r>
            <a:r>
              <a:rPr dirty="0"/>
              <a:t>/</a:t>
            </a:r>
            <a:r>
              <a:rPr dirty="0" err="1"/>
              <a:t>techsupportHF</a:t>
            </a:r>
            <a:r>
              <a:rPr dirty="0"/>
              <a:t>/HF_Lung_V1 .</a:t>
            </a:r>
          </a:p>
          <a:p>
            <a:r>
              <a:rPr dirty="0"/>
              <a:t>KAUH Sound type strings match Data </a:t>
            </a:r>
            <a:r>
              <a:rPr dirty="0" err="1"/>
              <a:t>annotation.xlsx</a:t>
            </a:r>
            <a:r>
              <a:rPr dirty="0"/>
              <a:t>, with outer whitespace trimmed: N, C, I C, E W, I E W, I C E W, </a:t>
            </a:r>
            <a:r>
              <a:rPr dirty="0" err="1"/>
              <a:t>Crep</a:t>
            </a:r>
            <a:r>
              <a:rPr dirty="0"/>
              <a:t>, Bronchial, I C B. I = inspiratory; E = expiratory; W = wheezes; C = crackles; N = normal; </a:t>
            </a:r>
            <a:r>
              <a:rPr dirty="0" err="1"/>
              <a:t>Crep</a:t>
            </a:r>
            <a:r>
              <a:rPr dirty="0"/>
              <a:t> = crepitations. B in I C B is undefined in the source legend and is not expanded. Source: https://</a:t>
            </a:r>
            <a:r>
              <a:rPr dirty="0" err="1"/>
              <a:t>data.mendeley.com</a:t>
            </a:r>
            <a:r>
              <a:rPr dirty="0"/>
              <a:t>/datasets/jwyy9np4gv/3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3065F-80AF-C505-DEE1-9C1B5C9D33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15E307-6B0B-7C17-B23D-C509787753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E74BAE-3147-4AA5-3948-B3BA115BE437}"/>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5" name="Footer Placeholder 4">
            <a:extLst>
              <a:ext uri="{FF2B5EF4-FFF2-40B4-BE49-F238E27FC236}">
                <a16:creationId xmlns:a16="http://schemas.microsoft.com/office/drawing/2014/main" id="{BCA83511-5802-5CD2-1887-601D097681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EE6538-B562-A041-1DAC-CF43440E3D73}"/>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663380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8A64B-C7EE-B347-9B8B-63F90CC815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5C1657-3AF8-211F-5AB4-E8EF527841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947FB-8251-E2A1-2DAD-F2284EC8D8AE}"/>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5" name="Footer Placeholder 4">
            <a:extLst>
              <a:ext uri="{FF2B5EF4-FFF2-40B4-BE49-F238E27FC236}">
                <a16:creationId xmlns:a16="http://schemas.microsoft.com/office/drawing/2014/main" id="{C6E288A9-80FE-D21A-5EBB-A93EAA221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8126C-9DDA-B433-C59A-A2009EC2DE9C}"/>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1019067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9638-EC2D-390E-92C4-909D93E2D3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5506D7-1A3F-7645-1406-D593AF42A0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44A9A1-6840-36DB-22AB-9ADBF6A54712}"/>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5" name="Footer Placeholder 4">
            <a:extLst>
              <a:ext uri="{FF2B5EF4-FFF2-40B4-BE49-F238E27FC236}">
                <a16:creationId xmlns:a16="http://schemas.microsoft.com/office/drawing/2014/main" id="{749C71A0-7789-8C85-2862-09C9A0E34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3F76EB-3486-91FB-8414-A26D793BEBAA}"/>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2525732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BEA78-16D3-239C-8789-C9541DFFA7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C15AEA-EB5C-17E2-655E-8ED5AB1113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7BD561-547D-42C9-69B0-8003573117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732101-475C-F697-C4AE-90D33C0268BA}"/>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6" name="Footer Placeholder 5">
            <a:extLst>
              <a:ext uri="{FF2B5EF4-FFF2-40B4-BE49-F238E27FC236}">
                <a16:creationId xmlns:a16="http://schemas.microsoft.com/office/drawing/2014/main" id="{362D697D-EBC3-CAC1-24F0-4A409CEE35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B1DE23-35ED-76B7-144C-D7CB58643F74}"/>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164910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6D4BB-458F-8C81-0545-3B7759DAF3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524C93-4D75-E814-5B5F-3C89CE8909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36D098-082C-21C5-F8C2-28B898AB50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03B4B8-728C-440E-1C07-F1416D5FF1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64EC70-D557-49D7-8CBC-54C6685008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10ABCB-2FDE-26C7-50C2-16F8DDFAC2DA}"/>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8" name="Footer Placeholder 7">
            <a:extLst>
              <a:ext uri="{FF2B5EF4-FFF2-40B4-BE49-F238E27FC236}">
                <a16:creationId xmlns:a16="http://schemas.microsoft.com/office/drawing/2014/main" id="{92D91BB3-4D21-D594-C31D-40CBFD2910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5141F4-7CC5-3E56-9552-ECE1A78E2FA4}"/>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2802043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07B4-1F1C-04F9-6C77-A13C636405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C51F2F-0F75-C47C-F670-0E5CF38E5CD3}"/>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4" name="Footer Placeholder 3">
            <a:extLst>
              <a:ext uri="{FF2B5EF4-FFF2-40B4-BE49-F238E27FC236}">
                <a16:creationId xmlns:a16="http://schemas.microsoft.com/office/drawing/2014/main" id="{7A3DCD1D-40E4-AE3A-B1E7-0ECB4F137C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920CDC-CC89-6FF4-5039-BDC7598F5587}"/>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4065710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EE87D2-B834-16C5-4C1C-755B11E5382B}"/>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3" name="Footer Placeholder 2">
            <a:extLst>
              <a:ext uri="{FF2B5EF4-FFF2-40B4-BE49-F238E27FC236}">
                <a16:creationId xmlns:a16="http://schemas.microsoft.com/office/drawing/2014/main" id="{23126A26-A70A-9F19-D66D-AF2427338B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17FEE-7FE9-0805-C458-FE02326621C5}"/>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3303846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C5D18-C1FE-CDDE-0D2E-9F71F957E3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5B534F-FCEC-D246-C824-C5BB7266C9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D9A9B7-0C78-74EE-1C14-2F9F5E797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4C750E-B0C7-6CFC-D1B4-DF4432EC332E}"/>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6" name="Footer Placeholder 5">
            <a:extLst>
              <a:ext uri="{FF2B5EF4-FFF2-40B4-BE49-F238E27FC236}">
                <a16:creationId xmlns:a16="http://schemas.microsoft.com/office/drawing/2014/main" id="{46D8C8F4-0884-A911-543C-9E57F534F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5920B0-6B65-BD5D-7136-1714F577D672}"/>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1157758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986B1-4A7E-23BD-7F32-D5D171D53F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406E6B-7391-1F54-5872-8C2708782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1F0628-1AE3-E48B-5CFD-497FD3E96C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173A8-A072-116E-60AA-D33B10B0BE9E}"/>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6" name="Footer Placeholder 5">
            <a:extLst>
              <a:ext uri="{FF2B5EF4-FFF2-40B4-BE49-F238E27FC236}">
                <a16:creationId xmlns:a16="http://schemas.microsoft.com/office/drawing/2014/main" id="{88BEE8FB-BC70-F475-8650-63402EAB8B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4EC12-1F02-A477-F9F3-FE3F016DAD18}"/>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63206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E899D-CDA1-E095-AE49-55B7BF6C09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3F8306-5091-41EC-A134-F2E8B86867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EC8BC-2836-A34A-0097-A6F6C216E401}"/>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5" name="Footer Placeholder 4">
            <a:extLst>
              <a:ext uri="{FF2B5EF4-FFF2-40B4-BE49-F238E27FC236}">
                <a16:creationId xmlns:a16="http://schemas.microsoft.com/office/drawing/2014/main" id="{1E4BC960-7576-8611-5EDB-38EC4D754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DB74E6-A3B4-70F0-87DD-4C138F678127}"/>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2387117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98CDAE-5BD6-C3E6-7D49-2A610A79EA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7A1F40-E605-CA74-79C7-871C0BBD45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B703F6-C619-EC8E-D4E5-8E0471BCB9DC}"/>
              </a:ext>
            </a:extLst>
          </p:cNvPr>
          <p:cNvSpPr>
            <a:spLocks noGrp="1"/>
          </p:cNvSpPr>
          <p:nvPr>
            <p:ph type="dt" sz="half" idx="10"/>
          </p:nvPr>
        </p:nvSpPr>
        <p:spPr/>
        <p:txBody>
          <a:bodyPr/>
          <a:lstStyle/>
          <a:p>
            <a:fld id="{E33B7762-F530-8641-8C82-FC24CB528642}" type="datetimeFigureOut">
              <a:rPr lang="en-US" smtClean="0"/>
              <a:t>9/23/26</a:t>
            </a:fld>
            <a:endParaRPr lang="en-US"/>
          </a:p>
        </p:txBody>
      </p:sp>
      <p:sp>
        <p:nvSpPr>
          <p:cNvPr id="5" name="Footer Placeholder 4">
            <a:extLst>
              <a:ext uri="{FF2B5EF4-FFF2-40B4-BE49-F238E27FC236}">
                <a16:creationId xmlns:a16="http://schemas.microsoft.com/office/drawing/2014/main" id="{744A7D02-BCA8-1E3A-964E-6E64B54CF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44FD23-C44C-1C9B-F443-1D84273E8E35}"/>
              </a:ext>
            </a:extLst>
          </p:cNvPr>
          <p:cNvSpPr>
            <a:spLocks noGrp="1"/>
          </p:cNvSpPr>
          <p:nvPr>
            <p:ph type="sldNum" sz="quarter" idx="12"/>
          </p:nvPr>
        </p:nvSpPr>
        <p:spPr/>
        <p:txBody>
          <a:bodyPr/>
          <a:lstStyle/>
          <a:p>
            <a:fld id="{E826F9E1-0089-FE42-9720-94190B3BAD50}" type="slidenum">
              <a:rPr lang="en-US" smtClean="0"/>
              <a:t>‹#›</a:t>
            </a:fld>
            <a:endParaRPr lang="en-US"/>
          </a:p>
        </p:txBody>
      </p:sp>
    </p:spTree>
    <p:extLst>
      <p:ext uri="{BB962C8B-B14F-4D97-AF65-F5344CB8AC3E}">
        <p14:creationId xmlns:p14="http://schemas.microsoft.com/office/powerpoint/2010/main" val="72496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0350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0D6B52-5F18-F7DB-CE21-1F0C0AC095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94A54E-BA15-04F4-70DB-1A6A1255B4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003A2C-C6A9-E1A4-704C-61E6B9BAA0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3B7762-F530-8641-8C82-FC24CB528642}" type="datetimeFigureOut">
              <a:rPr lang="en-US" smtClean="0"/>
              <a:t>9/23/26</a:t>
            </a:fld>
            <a:endParaRPr lang="en-US"/>
          </a:p>
        </p:txBody>
      </p:sp>
      <p:sp>
        <p:nvSpPr>
          <p:cNvPr id="5" name="Footer Placeholder 4">
            <a:extLst>
              <a:ext uri="{FF2B5EF4-FFF2-40B4-BE49-F238E27FC236}">
                <a16:creationId xmlns:a16="http://schemas.microsoft.com/office/drawing/2014/main" id="{6F36D620-6D58-848D-F8EB-E9334C62EA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83DFC71-82DE-96CF-C182-0D188AF38C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26F9E1-0089-FE42-9720-94190B3BAD50}" type="slidenum">
              <a:rPr lang="en-US" smtClean="0"/>
              <a:t>‹#›</a:t>
            </a:fld>
            <a:endParaRPr lang="en-US"/>
          </a:p>
        </p:txBody>
      </p:sp>
    </p:spTree>
    <p:extLst>
      <p:ext uri="{BB962C8B-B14F-4D97-AF65-F5344CB8AC3E}">
        <p14:creationId xmlns:p14="http://schemas.microsoft.com/office/powerpoint/2010/main" val="361343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Rectangle 618">
            <a:extLst>
              <a:ext uri="{FF2B5EF4-FFF2-40B4-BE49-F238E27FC236}">
                <a16:creationId xmlns:a16="http://schemas.microsoft.com/office/drawing/2014/main" id="{D13A3069-F6DF-2242-C991-B30CE529D5FC}"/>
              </a:ext>
            </a:extLst>
          </p:cNvPr>
          <p:cNvSpPr/>
          <p:nvPr/>
        </p:nvSpPr>
        <p:spPr>
          <a:xfrm>
            <a:off x="12509319" y="768361"/>
            <a:ext cx="3412553" cy="3326090"/>
          </a:xfrm>
          <a:prstGeom prst="rect">
            <a:avLst/>
          </a:prstGeom>
          <a:solidFill>
            <a:srgbClr val="DCEAF7">
              <a:alpha val="6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394C3EFC-498F-3A8E-4D8F-DF4AF6F26350}"/>
              </a:ext>
            </a:extLst>
          </p:cNvPr>
          <p:cNvSpPr/>
          <p:nvPr/>
        </p:nvSpPr>
        <p:spPr>
          <a:xfrm>
            <a:off x="6083261" y="1851265"/>
            <a:ext cx="2717800" cy="926573"/>
          </a:xfrm>
          <a:prstGeom prst="rect">
            <a:avLst/>
          </a:prstGeom>
          <a:solidFill>
            <a:srgbClr val="D8F2CF">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A20A57B-416D-CBD4-80B3-6933241E0059}"/>
              </a:ext>
            </a:extLst>
          </p:cNvPr>
          <p:cNvSpPr/>
          <p:nvPr/>
        </p:nvSpPr>
        <p:spPr>
          <a:xfrm>
            <a:off x="6096000" y="643326"/>
            <a:ext cx="2717800" cy="926573"/>
          </a:xfrm>
          <a:prstGeom prst="rect">
            <a:avLst/>
          </a:prstGeom>
          <a:solidFill>
            <a:srgbClr val="D8F2CF">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Audio to BEATs"/>
          <p:cNvSpPr/>
          <p:nvPr/>
        </p:nvSpPr>
        <p:spPr>
          <a:xfrm>
            <a:off x="1892287" y="1212853"/>
            <a:ext cx="13" cy="673100"/>
          </a:xfrm>
          <a:custGeom>
            <a:avLst/>
            <a:gdLst/>
            <a:ahLst/>
            <a:cxnLst/>
            <a:rect l="0" t="0" r="r" b="b"/>
            <a:pathLst>
              <a:path w="13" h="673100" fill="none">
                <a:moveTo>
                  <a:pt x="0" y="0"/>
                </a:moveTo>
                <a:lnTo>
                  <a:pt x="0" y="673100"/>
                </a:lnTo>
              </a:path>
            </a:pathLst>
          </a:custGeom>
          <a:noFill/>
          <a:ln w="28575">
            <a:solidFill>
              <a:srgbClr val="000000"/>
            </a:solidFill>
            <a:prstDash val="solid"/>
            <a:round/>
            <a:tailEnd type="arrow" w="med" len="med"/>
          </a:ln>
        </p:spPr>
        <p:txBody>
          <a:bodyPr/>
          <a:lstStyle/>
          <a:p>
            <a:endParaRPr lang="en-US"/>
          </a:p>
        </p:txBody>
      </p:sp>
      <p:sp>
        <p:nvSpPr>
          <p:cNvPr id="4" name="Rectangle 3">
            <a:extLst>
              <a:ext uri="{FF2B5EF4-FFF2-40B4-BE49-F238E27FC236}">
                <a16:creationId xmlns:a16="http://schemas.microsoft.com/office/drawing/2014/main" id="{7B1BEC89-978F-F3FA-3E97-975EB444F247}"/>
              </a:ext>
            </a:extLst>
          </p:cNvPr>
          <p:cNvSpPr/>
          <p:nvPr/>
        </p:nvSpPr>
        <p:spPr>
          <a:xfrm>
            <a:off x="3390900" y="1155700"/>
            <a:ext cx="2057400" cy="558800"/>
          </a:xfrm>
          <a:prstGeom prst="rect">
            <a:avLst/>
          </a:prstGeom>
          <a:solidFill>
            <a:schemeClr val="accent2">
              <a:lumMod val="20000"/>
              <a:lumOff val="8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Mean Pooling</a:t>
            </a:r>
          </a:p>
          <a:p>
            <a:pPr algn="ctr"/>
            <a:r>
              <a:rPr lang="en-US" sz="1400" dirty="0">
                <a:solidFill>
                  <a:schemeClr val="accent2">
                    <a:lumMod val="50000"/>
                  </a:schemeClr>
                </a:solidFill>
                <a:latin typeface="Arial" panose="020B0604020202020204" pitchFamily="34" charset="0"/>
                <a:cs typeface="Arial" panose="020B0604020202020204" pitchFamily="34" charset="0"/>
              </a:rPr>
              <a:t>(Linear D→d)</a:t>
            </a: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F409BB53-B426-E5F7-E1D1-CC691474571B}"/>
                  </a:ext>
                </a:extLst>
              </p:cNvPr>
              <p:cNvSpPr/>
              <p:nvPr/>
            </p:nvSpPr>
            <p:spPr>
              <a:xfrm>
                <a:off x="3390900" y="2454839"/>
                <a:ext cx="2057400" cy="558800"/>
              </a:xfrm>
              <a:prstGeom prst="rect">
                <a:avLst/>
              </a:prstGeom>
              <a:solidFill>
                <a:srgbClr val="7030A0">
                  <a:alpha val="14118"/>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Attention </a:t>
                </a:r>
                <a14:m>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𝓖</m:t>
                    </m:r>
                  </m:oMath>
                </a14:m>
                <a:endParaRPr lang="en-US" b="1" dirty="0">
                  <a:solidFill>
                    <a:schemeClr val="tx1"/>
                  </a:solidFill>
                  <a:latin typeface="Arial" panose="020B0604020202020204" pitchFamily="34" charset="0"/>
                  <a:cs typeface="Arial" panose="020B0604020202020204" pitchFamily="34" charset="0"/>
                </a:endParaRPr>
              </a:p>
              <a:p>
                <a:pPr algn="ctr"/>
                <a:r>
                  <a:rPr lang="en-US" sz="1400" dirty="0">
                    <a:solidFill>
                      <a:srgbClr val="7030A0"/>
                    </a:solidFill>
                    <a:latin typeface="Arial" panose="020B0604020202020204" pitchFamily="34" charset="0"/>
                    <a:cs typeface="Arial" panose="020B0604020202020204" pitchFamily="34" charset="0"/>
                  </a:rPr>
                  <a:t>(PAFA projection)</a:t>
                </a:r>
              </a:p>
            </p:txBody>
          </p:sp>
        </mc:Choice>
        <mc:Fallback>
          <p:sp>
            <p:nvSpPr>
              <p:cNvPr id="12" name="Rectangle 11">
                <a:extLst>
                  <a:ext uri="{FF2B5EF4-FFF2-40B4-BE49-F238E27FC236}">
                    <a16:creationId xmlns:a16="http://schemas.microsoft.com/office/drawing/2014/main" id="{F409BB53-B426-E5F7-E1D1-CC691474571B}"/>
                  </a:ext>
                </a:extLst>
              </p:cNvPr>
              <p:cNvSpPr>
                <a:spLocks noRot="1" noChangeAspect="1" noMove="1" noResize="1" noEditPoints="1" noAdjustHandles="1" noChangeArrowheads="1" noChangeShapeType="1" noTextEdit="1"/>
              </p:cNvSpPr>
              <p:nvPr/>
            </p:nvSpPr>
            <p:spPr>
              <a:xfrm>
                <a:off x="3390900" y="2454839"/>
                <a:ext cx="2057400" cy="558800"/>
              </a:xfrm>
              <a:prstGeom prst="rect">
                <a:avLst/>
              </a:prstGeom>
              <a:blipFill>
                <a:blip r:embed="rId3"/>
                <a:stretch>
                  <a:fillRect t="-4255" b="-8511"/>
                </a:stretch>
              </a:blipFill>
              <a:ln>
                <a:solidFill>
                  <a:srgbClr val="7030A0"/>
                </a:solidFill>
              </a:ln>
            </p:spPr>
            <p:txBody>
              <a:bodyPr/>
              <a:lstStyle/>
              <a:p>
                <a:r>
                  <a:rPr lang="en-US">
                    <a:noFill/>
                  </a:rPr>
                  <a:t> </a:t>
                </a:r>
              </a:p>
            </p:txBody>
          </p:sp>
        </mc:Fallback>
      </mc:AlternateContent>
      <p:sp>
        <p:nvSpPr>
          <p:cNvPr id="13" name="Rectangle 12">
            <a:extLst>
              <a:ext uri="{FF2B5EF4-FFF2-40B4-BE49-F238E27FC236}">
                <a16:creationId xmlns:a16="http://schemas.microsoft.com/office/drawing/2014/main" id="{BE34F695-08C1-8326-0D4D-8D8606C52AB6}"/>
              </a:ext>
            </a:extLst>
          </p:cNvPr>
          <p:cNvSpPr/>
          <p:nvPr/>
        </p:nvSpPr>
        <p:spPr>
          <a:xfrm>
            <a:off x="6210300" y="685800"/>
            <a:ext cx="2489200" cy="374650"/>
          </a:xfrm>
          <a:prstGeom prst="rect">
            <a:avLst/>
          </a:prstGeom>
          <a:solidFill>
            <a:schemeClr val="accent6">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sz="1600" b="0" i="0" dirty="0">
                <a:solidFill>
                  <a:srgbClr val="000000"/>
                </a:solidFill>
                <a:latin typeface="Arial"/>
              </a:rPr>
              <a:t>ICBHI Native </a:t>
            </a:r>
            <a:r>
              <a:rPr lang="en-US" sz="1600" dirty="0">
                <a:solidFill>
                  <a:srgbClr val="000000"/>
                </a:solidFill>
                <a:latin typeface="Arial"/>
              </a:rPr>
              <a:t>H</a:t>
            </a:r>
            <a:r>
              <a:rPr lang="en-US" sz="1600" b="0" i="0" dirty="0">
                <a:solidFill>
                  <a:srgbClr val="000000"/>
                </a:solidFill>
                <a:latin typeface="Arial"/>
              </a:rPr>
              <a:t>ead</a:t>
            </a:r>
          </a:p>
        </p:txBody>
      </p:sp>
      <p:sp>
        <p:nvSpPr>
          <p:cNvPr id="14" name="Rectangle 13">
            <a:extLst>
              <a:ext uri="{FF2B5EF4-FFF2-40B4-BE49-F238E27FC236}">
                <a16:creationId xmlns:a16="http://schemas.microsoft.com/office/drawing/2014/main" id="{9D70CF65-1FA8-4758-8934-EDB36A80D00F}"/>
              </a:ext>
            </a:extLst>
          </p:cNvPr>
          <p:cNvSpPr/>
          <p:nvPr/>
        </p:nvSpPr>
        <p:spPr>
          <a:xfrm>
            <a:off x="6210300" y="1132841"/>
            <a:ext cx="2489200" cy="365760"/>
          </a:xfrm>
          <a:prstGeom prst="rect">
            <a:avLst/>
          </a:prstGeom>
          <a:solidFill>
            <a:schemeClr val="accent6">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sz="1600" b="0" i="0" dirty="0" err="1">
                <a:solidFill>
                  <a:srgbClr val="000000"/>
                </a:solidFill>
                <a:latin typeface="Arial"/>
              </a:rPr>
              <a:t>SPRSound</a:t>
            </a:r>
            <a:r>
              <a:rPr lang="en-US" sz="1600" b="0" i="0" dirty="0">
                <a:solidFill>
                  <a:srgbClr val="000000"/>
                </a:solidFill>
                <a:latin typeface="Arial"/>
              </a:rPr>
              <a:t> Native Head</a:t>
            </a:r>
          </a:p>
        </p:txBody>
      </p:sp>
      <p:sp>
        <p:nvSpPr>
          <p:cNvPr id="16" name="schematic-audio-wave-2">
            <a:extLst>
              <a:ext uri="{FF2B5EF4-FFF2-40B4-BE49-F238E27FC236}">
                <a16:creationId xmlns:a16="http://schemas.microsoft.com/office/drawing/2014/main" id="{73DAFDB9-56E0-6E8D-1AA2-549245A0B754}"/>
              </a:ext>
            </a:extLst>
          </p:cNvPr>
          <p:cNvSpPr>
            <a:spLocks noGrp="1"/>
          </p:cNvSpPr>
          <p:nvPr/>
        </p:nvSpPr>
        <p:spPr>
          <a:xfrm>
            <a:off x="1117600" y="768361"/>
            <a:ext cx="1676400" cy="419100"/>
          </a:xfrm>
          <a:custGeom>
            <a:avLst/>
            <a:gdLst/>
            <a:ahLst/>
            <a:cxnLst/>
            <a:rect l="0" t="0" r="0" b="0"/>
            <a:pathLst>
              <a:path w="762000" h="182389">
                <a:moveTo>
                  <a:pt x="0" y="88788"/>
                </a:moveTo>
                <a:lnTo>
                  <a:pt x="4233" y="80732"/>
                </a:lnTo>
                <a:lnTo>
                  <a:pt x="8467" y="78958"/>
                </a:lnTo>
                <a:lnTo>
                  <a:pt x="12700" y="83179"/>
                </a:lnTo>
                <a:lnTo>
                  <a:pt x="16933" y="88353"/>
                </a:lnTo>
                <a:lnTo>
                  <a:pt x="21167" y="90261"/>
                </a:lnTo>
                <a:lnTo>
                  <a:pt x="25400" y="89865"/>
                </a:lnTo>
                <a:lnTo>
                  <a:pt x="29633" y="91473"/>
                </a:lnTo>
                <a:lnTo>
                  <a:pt x="33867" y="97136"/>
                </a:lnTo>
                <a:lnTo>
                  <a:pt x="38100" y="104136"/>
                </a:lnTo>
                <a:lnTo>
                  <a:pt x="42333" y="108118"/>
                </a:lnTo>
                <a:lnTo>
                  <a:pt x="46567" y="107141"/>
                </a:lnTo>
                <a:lnTo>
                  <a:pt x="50800" y="101484"/>
                </a:lnTo>
                <a:lnTo>
                  <a:pt x="55033" y="90973"/>
                </a:lnTo>
                <a:lnTo>
                  <a:pt x="59267" y="75754"/>
                </a:lnTo>
                <a:lnTo>
                  <a:pt x="63500" y="60763"/>
                </a:lnTo>
                <a:lnTo>
                  <a:pt x="67733" y="56251"/>
                </a:lnTo>
                <a:lnTo>
                  <a:pt x="71967" y="69420"/>
                </a:lnTo>
                <a:lnTo>
                  <a:pt x="76200" y="94651"/>
                </a:lnTo>
                <a:lnTo>
                  <a:pt x="80433" y="115473"/>
                </a:lnTo>
                <a:lnTo>
                  <a:pt x="84667" y="119536"/>
                </a:lnTo>
                <a:lnTo>
                  <a:pt x="88900" y="110851"/>
                </a:lnTo>
                <a:lnTo>
                  <a:pt x="93133" y="104280"/>
                </a:lnTo>
                <a:lnTo>
                  <a:pt x="97367" y="107679"/>
                </a:lnTo>
                <a:lnTo>
                  <a:pt x="101600" y="112773"/>
                </a:lnTo>
                <a:lnTo>
                  <a:pt x="105833" y="105615"/>
                </a:lnTo>
                <a:lnTo>
                  <a:pt x="110067" y="83369"/>
                </a:lnTo>
                <a:lnTo>
                  <a:pt x="114300" y="57187"/>
                </a:lnTo>
                <a:lnTo>
                  <a:pt x="118533" y="40006"/>
                </a:lnTo>
                <a:lnTo>
                  <a:pt x="122767" y="36968"/>
                </a:lnTo>
                <a:lnTo>
                  <a:pt x="127000" y="49042"/>
                </a:lnTo>
                <a:lnTo>
                  <a:pt x="131233" y="78733"/>
                </a:lnTo>
                <a:lnTo>
                  <a:pt x="135467" y="123688"/>
                </a:lnTo>
                <a:lnTo>
                  <a:pt x="139700" y="165789"/>
                </a:lnTo>
                <a:lnTo>
                  <a:pt x="143933" y="177412"/>
                </a:lnTo>
                <a:lnTo>
                  <a:pt x="148167" y="147036"/>
                </a:lnTo>
                <a:lnTo>
                  <a:pt x="152400" y="96025"/>
                </a:lnTo>
                <a:lnTo>
                  <a:pt x="156633" y="61403"/>
                </a:lnTo>
                <a:lnTo>
                  <a:pt x="160867" y="59232"/>
                </a:lnTo>
                <a:lnTo>
                  <a:pt x="165100" y="70348"/>
                </a:lnTo>
                <a:lnTo>
                  <a:pt x="169333" y="66079"/>
                </a:lnTo>
                <a:lnTo>
                  <a:pt x="173567" y="43454"/>
                </a:lnTo>
                <a:lnTo>
                  <a:pt x="177800" y="28196"/>
                </a:lnTo>
                <a:lnTo>
                  <a:pt x="182033" y="44236"/>
                </a:lnTo>
                <a:lnTo>
                  <a:pt x="186267" y="88243"/>
                </a:lnTo>
                <a:lnTo>
                  <a:pt x="190500" y="136756"/>
                </a:lnTo>
                <a:lnTo>
                  <a:pt x="194733" y="170308"/>
                </a:lnTo>
                <a:lnTo>
                  <a:pt x="198967" y="182389"/>
                </a:lnTo>
                <a:lnTo>
                  <a:pt x="203200" y="169586"/>
                </a:lnTo>
                <a:lnTo>
                  <a:pt x="207433" y="127671"/>
                </a:lnTo>
                <a:lnTo>
                  <a:pt x="211667" y="65101"/>
                </a:lnTo>
                <a:lnTo>
                  <a:pt x="215900" y="11776"/>
                </a:lnTo>
                <a:lnTo>
                  <a:pt x="220133" y="0"/>
                </a:lnTo>
                <a:lnTo>
                  <a:pt x="224367" y="32532"/>
                </a:lnTo>
                <a:lnTo>
                  <a:pt x="228600" y="76991"/>
                </a:lnTo>
                <a:lnTo>
                  <a:pt x="232833" y="98341"/>
                </a:lnTo>
                <a:lnTo>
                  <a:pt x="237067" y="93999"/>
                </a:lnTo>
                <a:lnTo>
                  <a:pt x="241300" y="91106"/>
                </a:lnTo>
                <a:lnTo>
                  <a:pt x="245533" y="110892"/>
                </a:lnTo>
                <a:lnTo>
                  <a:pt x="249767" y="143425"/>
                </a:lnTo>
                <a:lnTo>
                  <a:pt x="254000" y="160244"/>
                </a:lnTo>
                <a:lnTo>
                  <a:pt x="258233" y="145566"/>
                </a:lnTo>
                <a:lnTo>
                  <a:pt x="262467" y="108852"/>
                </a:lnTo>
                <a:lnTo>
                  <a:pt x="266700" y="70052"/>
                </a:lnTo>
                <a:lnTo>
                  <a:pt x="270933" y="41708"/>
                </a:lnTo>
                <a:lnTo>
                  <a:pt x="275167" y="28080"/>
                </a:lnTo>
                <a:lnTo>
                  <a:pt x="279400" y="33198"/>
                </a:lnTo>
                <a:lnTo>
                  <a:pt x="283633" y="59489"/>
                </a:lnTo>
                <a:lnTo>
                  <a:pt x="287867" y="97904"/>
                </a:lnTo>
                <a:lnTo>
                  <a:pt x="292100" y="127739"/>
                </a:lnTo>
                <a:lnTo>
                  <a:pt x="296333" y="133035"/>
                </a:lnTo>
                <a:lnTo>
                  <a:pt x="300567" y="118157"/>
                </a:lnTo>
                <a:lnTo>
                  <a:pt x="304800" y="102734"/>
                </a:lnTo>
                <a:lnTo>
                  <a:pt x="309033" y="100416"/>
                </a:lnTo>
                <a:lnTo>
                  <a:pt x="313267" y="105696"/>
                </a:lnTo>
                <a:lnTo>
                  <a:pt x="317500" y="103043"/>
                </a:lnTo>
                <a:lnTo>
                  <a:pt x="321733" y="86141"/>
                </a:lnTo>
                <a:lnTo>
                  <a:pt x="325967" y="64873"/>
                </a:lnTo>
                <a:lnTo>
                  <a:pt x="330200" y="54218"/>
                </a:lnTo>
                <a:lnTo>
                  <a:pt x="334433" y="59946"/>
                </a:lnTo>
                <a:lnTo>
                  <a:pt x="338667" y="76434"/>
                </a:lnTo>
                <a:lnTo>
                  <a:pt x="342900" y="95160"/>
                </a:lnTo>
                <a:lnTo>
                  <a:pt x="347133" y="111230"/>
                </a:lnTo>
                <a:lnTo>
                  <a:pt x="351367" y="121806"/>
                </a:lnTo>
                <a:lnTo>
                  <a:pt x="355600" y="122847"/>
                </a:lnTo>
                <a:lnTo>
                  <a:pt x="359833" y="111793"/>
                </a:lnTo>
                <a:lnTo>
                  <a:pt x="364067" y="93299"/>
                </a:lnTo>
                <a:lnTo>
                  <a:pt x="368300" y="78479"/>
                </a:lnTo>
                <a:lnTo>
                  <a:pt x="372533" y="75394"/>
                </a:lnTo>
                <a:lnTo>
                  <a:pt x="376767" y="80757"/>
                </a:lnTo>
                <a:lnTo>
                  <a:pt x="381000" y="83528"/>
                </a:lnTo>
                <a:lnTo>
                  <a:pt x="385233" y="77745"/>
                </a:lnTo>
                <a:lnTo>
                  <a:pt x="389467" y="70173"/>
                </a:lnTo>
                <a:lnTo>
                  <a:pt x="393700" y="73380"/>
                </a:lnTo>
                <a:lnTo>
                  <a:pt x="397933" y="91593"/>
                </a:lnTo>
                <a:lnTo>
                  <a:pt x="402167" y="115271"/>
                </a:lnTo>
                <a:lnTo>
                  <a:pt x="406400" y="130044"/>
                </a:lnTo>
                <a:lnTo>
                  <a:pt x="410633" y="129130"/>
                </a:lnTo>
                <a:lnTo>
                  <a:pt x="414867" y="115789"/>
                </a:lnTo>
                <a:lnTo>
                  <a:pt x="419100" y="96216"/>
                </a:lnTo>
                <a:lnTo>
                  <a:pt x="423333" y="74604"/>
                </a:lnTo>
                <a:lnTo>
                  <a:pt x="427567" y="56072"/>
                </a:lnTo>
                <a:lnTo>
                  <a:pt x="431800" y="49338"/>
                </a:lnTo>
                <a:lnTo>
                  <a:pt x="436033" y="60271"/>
                </a:lnTo>
                <a:lnTo>
                  <a:pt x="440267" y="82404"/>
                </a:lnTo>
                <a:lnTo>
                  <a:pt x="444500" y="99387"/>
                </a:lnTo>
                <a:lnTo>
                  <a:pt x="448733" y="101357"/>
                </a:lnTo>
                <a:lnTo>
                  <a:pt x="452967" y="96939"/>
                </a:lnTo>
                <a:lnTo>
                  <a:pt x="457200" y="103771"/>
                </a:lnTo>
                <a:lnTo>
                  <a:pt x="461433" y="125915"/>
                </a:lnTo>
                <a:lnTo>
                  <a:pt x="465667" y="145032"/>
                </a:lnTo>
                <a:lnTo>
                  <a:pt x="469900" y="137958"/>
                </a:lnTo>
                <a:lnTo>
                  <a:pt x="474133" y="101615"/>
                </a:lnTo>
                <a:lnTo>
                  <a:pt x="478367" y="56900"/>
                </a:lnTo>
                <a:lnTo>
                  <a:pt x="482600" y="28531"/>
                </a:lnTo>
                <a:lnTo>
                  <a:pt x="486833" y="25463"/>
                </a:lnTo>
                <a:lnTo>
                  <a:pt x="491067" y="41812"/>
                </a:lnTo>
                <a:lnTo>
                  <a:pt x="495300" y="69923"/>
                </a:lnTo>
                <a:lnTo>
                  <a:pt x="499533" y="104604"/>
                </a:lnTo>
                <a:lnTo>
                  <a:pt x="503767" y="135976"/>
                </a:lnTo>
                <a:lnTo>
                  <a:pt x="508000" y="148717"/>
                </a:lnTo>
                <a:lnTo>
                  <a:pt x="512233" y="136265"/>
                </a:lnTo>
                <a:lnTo>
                  <a:pt x="516467" y="112438"/>
                </a:lnTo>
                <a:lnTo>
                  <a:pt x="520700" y="99879"/>
                </a:lnTo>
                <a:lnTo>
                  <a:pt x="524933" y="104081"/>
                </a:lnTo>
                <a:lnTo>
                  <a:pt x="529167" y="105117"/>
                </a:lnTo>
                <a:lnTo>
                  <a:pt x="533400" y="81197"/>
                </a:lnTo>
                <a:lnTo>
                  <a:pt x="537633" y="38147"/>
                </a:lnTo>
                <a:lnTo>
                  <a:pt x="541867" y="8590"/>
                </a:lnTo>
                <a:lnTo>
                  <a:pt x="546100" y="19873"/>
                </a:lnTo>
                <a:lnTo>
                  <a:pt x="550333" y="67074"/>
                </a:lnTo>
                <a:lnTo>
                  <a:pt x="554567" y="120162"/>
                </a:lnTo>
                <a:lnTo>
                  <a:pt x="558800" y="153133"/>
                </a:lnTo>
                <a:lnTo>
                  <a:pt x="563033" y="160732"/>
                </a:lnTo>
                <a:lnTo>
                  <a:pt x="567267" y="149968"/>
                </a:lnTo>
                <a:lnTo>
                  <a:pt x="571500" y="126201"/>
                </a:lnTo>
                <a:lnTo>
                  <a:pt x="575733" y="93792"/>
                </a:lnTo>
                <a:lnTo>
                  <a:pt x="579967" y="64230"/>
                </a:lnTo>
                <a:lnTo>
                  <a:pt x="584200" y="52110"/>
                </a:lnTo>
                <a:lnTo>
                  <a:pt x="588433" y="59385"/>
                </a:lnTo>
                <a:lnTo>
                  <a:pt x="592667" y="70295"/>
                </a:lnTo>
                <a:lnTo>
                  <a:pt x="596900" y="68740"/>
                </a:lnTo>
                <a:lnTo>
                  <a:pt x="601133" y="59040"/>
                </a:lnTo>
                <a:lnTo>
                  <a:pt x="605367" y="62749"/>
                </a:lnTo>
                <a:lnTo>
                  <a:pt x="609600" y="92684"/>
                </a:lnTo>
                <a:lnTo>
                  <a:pt x="613833" y="134665"/>
                </a:lnTo>
                <a:lnTo>
                  <a:pt x="618067" y="159246"/>
                </a:lnTo>
                <a:lnTo>
                  <a:pt x="622300" y="150041"/>
                </a:lnTo>
                <a:lnTo>
                  <a:pt x="626533" y="116912"/>
                </a:lnTo>
                <a:lnTo>
                  <a:pt x="630767" y="82464"/>
                </a:lnTo>
                <a:lnTo>
                  <a:pt x="635000" y="61082"/>
                </a:lnTo>
                <a:lnTo>
                  <a:pt x="639233" y="53353"/>
                </a:lnTo>
                <a:lnTo>
                  <a:pt x="643467" y="55391"/>
                </a:lnTo>
                <a:lnTo>
                  <a:pt x="647700" y="65794"/>
                </a:lnTo>
                <a:lnTo>
                  <a:pt x="651933" y="82164"/>
                </a:lnTo>
                <a:lnTo>
                  <a:pt x="656167" y="96997"/>
                </a:lnTo>
                <a:lnTo>
                  <a:pt x="660400" y="102967"/>
                </a:lnTo>
                <a:lnTo>
                  <a:pt x="664633" y="101670"/>
                </a:lnTo>
                <a:lnTo>
                  <a:pt x="668867" y="102425"/>
                </a:lnTo>
                <a:lnTo>
                  <a:pt x="673100" y="110362"/>
                </a:lnTo>
                <a:lnTo>
                  <a:pt x="677333" y="118451"/>
                </a:lnTo>
                <a:lnTo>
                  <a:pt x="681567" y="114462"/>
                </a:lnTo>
                <a:lnTo>
                  <a:pt x="685800" y="95390"/>
                </a:lnTo>
                <a:lnTo>
                  <a:pt x="690033" y="72298"/>
                </a:lnTo>
                <a:lnTo>
                  <a:pt x="694267" y="60052"/>
                </a:lnTo>
                <a:lnTo>
                  <a:pt x="698500" y="63959"/>
                </a:lnTo>
                <a:lnTo>
                  <a:pt x="702733" y="77431"/>
                </a:lnTo>
                <a:lnTo>
                  <a:pt x="706967" y="90771"/>
                </a:lnTo>
                <a:lnTo>
                  <a:pt x="711200" y="99445"/>
                </a:lnTo>
                <a:lnTo>
                  <a:pt x="715433" y="103991"/>
                </a:lnTo>
                <a:lnTo>
                  <a:pt x="719667" y="105319"/>
                </a:lnTo>
                <a:lnTo>
                  <a:pt x="723900" y="103106"/>
                </a:lnTo>
                <a:lnTo>
                  <a:pt x="728133" y="98238"/>
                </a:lnTo>
                <a:lnTo>
                  <a:pt x="732367" y="93840"/>
                </a:lnTo>
                <a:lnTo>
                  <a:pt x="736600" y="92160"/>
                </a:lnTo>
                <a:lnTo>
                  <a:pt x="740833" y="91522"/>
                </a:lnTo>
                <a:lnTo>
                  <a:pt x="745067" y="88266"/>
                </a:lnTo>
                <a:lnTo>
                  <a:pt x="749300" y="81940"/>
                </a:lnTo>
                <a:lnTo>
                  <a:pt x="753533" y="77148"/>
                </a:lnTo>
                <a:lnTo>
                  <a:pt x="757767" y="79174"/>
                </a:lnTo>
                <a:lnTo>
                  <a:pt x="762000" y="88152"/>
                </a:lnTo>
              </a:path>
            </a:pathLst>
          </a:custGeom>
          <a:noFill/>
          <a:ln w="9525">
            <a:solidFill>
              <a:srgbClr val="3E6D86"/>
            </a:solidFill>
            <a:prstDash val="solid"/>
          </a:ln>
        </p:spPr>
        <p:txBody>
          <a:bodyPr/>
          <a:lstStyle/>
          <a:p>
            <a:endParaRPr lang="en-US"/>
          </a:p>
        </p:txBody>
      </p:sp>
      <p:sp>
        <p:nvSpPr>
          <p:cNvPr id="18" name="TextBox 17">
            <a:extLst>
              <a:ext uri="{FF2B5EF4-FFF2-40B4-BE49-F238E27FC236}">
                <a16:creationId xmlns:a16="http://schemas.microsoft.com/office/drawing/2014/main" id="{9FE34B95-D4B8-01BA-C527-256839BD99BB}"/>
              </a:ext>
            </a:extLst>
          </p:cNvPr>
          <p:cNvSpPr txBox="1"/>
          <p:nvPr/>
        </p:nvSpPr>
        <p:spPr>
          <a:xfrm>
            <a:off x="914400" y="370173"/>
            <a:ext cx="2260600" cy="368300"/>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Respiratory Audio</a:t>
            </a:r>
          </a:p>
        </p:txBody>
      </p:sp>
      <p:sp>
        <p:nvSpPr>
          <p:cNvPr id="23" name="TextBox 22">
            <a:extLst>
              <a:ext uri="{FF2B5EF4-FFF2-40B4-BE49-F238E27FC236}">
                <a16:creationId xmlns:a16="http://schemas.microsoft.com/office/drawing/2014/main" id="{D114FA59-563A-043A-122C-900056924235}"/>
              </a:ext>
            </a:extLst>
          </p:cNvPr>
          <p:cNvSpPr txBox="1"/>
          <p:nvPr/>
        </p:nvSpPr>
        <p:spPr>
          <a:xfrm>
            <a:off x="6083300" y="298457"/>
            <a:ext cx="2743200" cy="365760"/>
          </a:xfrm>
          <a:prstGeom prst="rect">
            <a:avLst/>
          </a:prstGeom>
          <a:noFill/>
        </p:spPr>
        <p:txBody>
          <a:bodyPr wrap="none" tIns="0" bIns="0" rtlCol="0" anchor="b">
            <a:noAutofit/>
          </a:bodyPr>
          <a:lstStyle/>
          <a:p>
            <a:pPr algn="ctr"/>
            <a:r>
              <a:rPr lang="en-US" b="1" i="0" dirty="0">
                <a:solidFill>
                  <a:schemeClr val="accent6">
                    <a:lumMod val="50000"/>
                  </a:schemeClr>
                </a:solidFill>
                <a:latin typeface="Arial"/>
              </a:rPr>
              <a:t>Task Heads</a:t>
            </a:r>
          </a:p>
        </p:txBody>
      </p:sp>
      <p:sp>
        <p:nvSpPr>
          <p:cNvPr id="24" name="TextBox 23">
            <a:extLst>
              <a:ext uri="{FF2B5EF4-FFF2-40B4-BE49-F238E27FC236}">
                <a16:creationId xmlns:a16="http://schemas.microsoft.com/office/drawing/2014/main" id="{DA783F65-A714-083E-F75E-A5A137A02379}"/>
              </a:ext>
            </a:extLst>
          </p:cNvPr>
          <p:cNvSpPr txBox="1"/>
          <p:nvPr/>
        </p:nvSpPr>
        <p:spPr>
          <a:xfrm>
            <a:off x="861065" y="3601757"/>
            <a:ext cx="1827231" cy="477054"/>
          </a:xfrm>
          <a:prstGeom prst="rect">
            <a:avLst/>
          </a:prstGeom>
          <a:noFill/>
        </p:spPr>
        <p:txBody>
          <a:bodyPr wrap="none" bIns="0" rtlCol="0">
            <a:spAutoFit/>
          </a:bodyPr>
          <a:lstStyle/>
          <a:p>
            <a:r>
              <a:rPr lang="en-US" altLang="zh-CN" sz="1400" b="1" dirty="0">
                <a:solidFill>
                  <a:schemeClr val="bg2">
                    <a:lumMod val="50000"/>
                  </a:schemeClr>
                </a:solidFill>
              </a:rPr>
              <a:t>∗:</a:t>
            </a:r>
            <a:r>
              <a:rPr lang="en-US" sz="1400" dirty="0">
                <a:solidFill>
                  <a:schemeClr val="bg2">
                    <a:lumMod val="50000"/>
                  </a:schemeClr>
                </a:solidFill>
              </a:rPr>
              <a:t>Training + Inference</a:t>
            </a:r>
          </a:p>
          <a:p>
            <a:r>
              <a:rPr lang="en-US" altLang="zh-CN" sz="1400" b="1" dirty="0">
                <a:solidFill>
                  <a:schemeClr val="bg2">
                    <a:lumMod val="50000"/>
                  </a:schemeClr>
                </a:solidFill>
              </a:rPr>
              <a:t>#:</a:t>
            </a:r>
            <a:r>
              <a:rPr lang="en-US" sz="1400" dirty="0">
                <a:solidFill>
                  <a:schemeClr val="bg2">
                    <a:lumMod val="50000"/>
                  </a:schemeClr>
                </a:solidFill>
              </a:rPr>
              <a:t>Inference Only</a:t>
            </a:r>
          </a:p>
        </p:txBody>
      </p:sp>
      <mc:AlternateContent xmlns:mc="http://schemas.openxmlformats.org/markup-compatibility/2006">
        <mc:Choice xmlns:a14="http://schemas.microsoft.com/office/drawing/2010/main" Requires="a14">
          <p:sp>
            <p:nvSpPr>
              <p:cNvPr id="30" name="Rectangle 29">
                <a:extLst>
                  <a:ext uri="{FF2B5EF4-FFF2-40B4-BE49-F238E27FC236}">
                    <a16:creationId xmlns:a16="http://schemas.microsoft.com/office/drawing/2014/main" id="{F5222A8E-5216-64FF-83D9-E52A1610B798}"/>
                  </a:ext>
                </a:extLst>
              </p:cNvPr>
              <p:cNvSpPr/>
              <p:nvPr/>
            </p:nvSpPr>
            <p:spPr>
              <a:xfrm>
                <a:off x="12596205" y="873125"/>
                <a:ext cx="3251200" cy="640080"/>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p>
                      <m:sSupPr>
                        <m:ctrlPr>
                          <a:rPr lang="en-US" sz="1600" b="1" i="0" dirty="0" smtClean="0">
                            <a:solidFill>
                              <a:schemeClr val="tx1"/>
                            </a:solidFill>
                            <a:latin typeface="Arial" panose="020B0604020202020204" pitchFamily="34" charset="0"/>
                            <a:cs typeface="Arial" panose="020B0604020202020204" pitchFamily="34" charset="0"/>
                          </a:rPr>
                        </m:ctrlPr>
                      </m:sSupPr>
                      <m:e>
                        <m:r>
                          <m:rPr>
                            <m:nor/>
                          </m:rPr>
                          <a:rPr lang="en-US" sz="1600" b="1" i="0" dirty="0" smtClean="0">
                            <a:solidFill>
                              <a:schemeClr val="tx1"/>
                            </a:solidFill>
                            <a:latin typeface="Arial" panose="020B0604020202020204" pitchFamily="34" charset="0"/>
                            <a:cs typeface="Arial" panose="020B0604020202020204" pitchFamily="34" charset="0"/>
                          </a:rPr>
                          <m:t>ICBHI</m:t>
                        </m:r>
                      </m:e>
                      <m:sup>
                        <m:r>
                          <a:rPr lang="en-US" sz="1600" b="1" i="1" smtClean="0">
                            <a:solidFill>
                              <a:schemeClr val="tx1"/>
                            </a:solidFill>
                            <a:latin typeface="Cambria Math" panose="02040503050406030204" pitchFamily="18" charset="0"/>
                            <a:cs typeface="Arial" panose="020B0604020202020204" pitchFamily="34" charset="0"/>
                          </a:rPr>
                          <m:t>∗</m:t>
                        </m:r>
                      </m:sup>
                    </m:sSup>
                  </m:oMath>
                </a14:m>
                <a:r>
                  <a:rPr lang="en-US" sz="1600" dirty="0">
                    <a:solidFill>
                      <a:schemeClr val="tx1"/>
                    </a:solidFill>
                    <a:latin typeface="Arial" panose="020B0604020202020204" pitchFamily="34" charset="0"/>
                    <a:cs typeface="Arial" panose="020B0604020202020204" pitchFamily="34" charset="0"/>
                  </a:rPr>
                  <a:t>: </a:t>
                </a:r>
              </a:p>
              <a:p>
                <a:r>
                  <a:rPr lang="en-US" sz="1600" dirty="0">
                    <a:solidFill>
                      <a:schemeClr val="tx1"/>
                    </a:solidFill>
                    <a:latin typeface="Arial" panose="020B0604020202020204" pitchFamily="34" charset="0"/>
                    <a:cs typeface="Arial" panose="020B0604020202020204" pitchFamily="34" charset="0"/>
                  </a:rPr>
                  <a:t>Normal </a:t>
                </a:r>
                <a14:m>
                  <m:oMath xmlns:m="http://schemas.openxmlformats.org/officeDocument/2006/math">
                    <m:r>
                      <a:rPr lang="en-US"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600" dirty="0">
                    <a:solidFill>
                      <a:schemeClr val="tx1"/>
                    </a:solidFill>
                    <a:latin typeface="Arial" panose="020B0604020202020204" pitchFamily="34" charset="0"/>
                    <a:cs typeface="Arial" panose="020B0604020202020204" pitchFamily="34" charset="0"/>
                  </a:rPr>
                  <a:t> Crackle </a:t>
                </a:r>
                <a14:m>
                  <m:oMath xmlns:m="http://schemas.openxmlformats.org/officeDocument/2006/math">
                    <m:r>
                      <a:rPr lang="en-US"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600" dirty="0">
                    <a:solidFill>
                      <a:schemeClr val="tx1"/>
                    </a:solidFill>
                    <a:latin typeface="Arial" panose="020B0604020202020204" pitchFamily="34" charset="0"/>
                    <a:cs typeface="Arial" panose="020B0604020202020204" pitchFamily="34" charset="0"/>
                  </a:rPr>
                  <a:t> Wheeze </a:t>
                </a:r>
                <a14:m>
                  <m:oMath xmlns:m="http://schemas.openxmlformats.org/officeDocument/2006/math">
                    <m:r>
                      <a:rPr lang="en-US"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600" dirty="0">
                    <a:solidFill>
                      <a:schemeClr val="tx1"/>
                    </a:solidFill>
                    <a:latin typeface="Arial" panose="020B0604020202020204" pitchFamily="34" charset="0"/>
                    <a:cs typeface="Arial" panose="020B0604020202020204" pitchFamily="34" charset="0"/>
                  </a:rPr>
                  <a:t> Both </a:t>
                </a:r>
              </a:p>
            </p:txBody>
          </p:sp>
        </mc:Choice>
        <mc:Fallback>
          <p:sp>
            <p:nvSpPr>
              <p:cNvPr id="30" name="Rectangle 29">
                <a:extLst>
                  <a:ext uri="{FF2B5EF4-FFF2-40B4-BE49-F238E27FC236}">
                    <a16:creationId xmlns:a16="http://schemas.microsoft.com/office/drawing/2014/main" id="{F5222A8E-5216-64FF-83D9-E52A1610B798}"/>
                  </a:ext>
                </a:extLst>
              </p:cNvPr>
              <p:cNvSpPr>
                <a:spLocks noRot="1" noChangeAspect="1" noMove="1" noResize="1" noEditPoints="1" noAdjustHandles="1" noChangeArrowheads="1" noChangeShapeType="1" noTextEdit="1"/>
              </p:cNvSpPr>
              <p:nvPr/>
            </p:nvSpPr>
            <p:spPr>
              <a:xfrm>
                <a:off x="12596205" y="873125"/>
                <a:ext cx="3251200" cy="640080"/>
              </a:xfrm>
              <a:prstGeom prst="rect">
                <a:avLst/>
              </a:prstGeom>
              <a:blipFill>
                <a:blip r:embed="rId4"/>
                <a:stretch>
                  <a:fillRect l="-775" r="-775" b="-5660"/>
                </a:stretch>
              </a:blipFill>
              <a:ln>
                <a:solidFill>
                  <a:schemeClr val="tx2">
                    <a:lumMod val="90000"/>
                    <a:lumOff val="10000"/>
                  </a:schemeClr>
                </a:solidFill>
              </a:ln>
            </p:spPr>
            <p:txBody>
              <a:bodyPr/>
              <a:lstStyle/>
              <a:p>
                <a:r>
                  <a:rPr lang="en-US">
                    <a:noFill/>
                  </a:rPr>
                  <a:t> </a:t>
                </a:r>
              </a:p>
            </p:txBody>
          </p:sp>
        </mc:Fallback>
      </mc:AlternateContent>
      <p:sp>
        <p:nvSpPr>
          <p:cNvPr id="31" name="TextBox 30">
            <a:extLst>
              <a:ext uri="{FF2B5EF4-FFF2-40B4-BE49-F238E27FC236}">
                <a16:creationId xmlns:a16="http://schemas.microsoft.com/office/drawing/2014/main" id="{D3F0888A-3FC5-088E-2D94-4C82E57ED049}"/>
              </a:ext>
            </a:extLst>
          </p:cNvPr>
          <p:cNvSpPr txBox="1"/>
          <p:nvPr/>
        </p:nvSpPr>
        <p:spPr>
          <a:xfrm>
            <a:off x="12596205" y="340507"/>
            <a:ext cx="3251200" cy="323165"/>
          </a:xfrm>
          <a:prstGeom prst="rect">
            <a:avLst/>
          </a:prstGeom>
          <a:noFill/>
        </p:spPr>
        <p:txBody>
          <a:bodyPr wrap="square" bIns="0" rtlCol="0" anchor="b">
            <a:spAutoFit/>
          </a:bodyPr>
          <a:lstStyle/>
          <a:p>
            <a:pPr algn="ctr"/>
            <a:r>
              <a:rPr lang="en-US" b="1" dirty="0">
                <a:solidFill>
                  <a:schemeClr val="tx2">
                    <a:lumMod val="90000"/>
                    <a:lumOff val="10000"/>
                  </a:schemeClr>
                </a:solidFill>
                <a:latin typeface="Arial" panose="020B0604020202020204" pitchFamily="34" charset="0"/>
                <a:cs typeface="Arial" panose="020B0604020202020204" pitchFamily="34" charset="0"/>
              </a:rPr>
              <a:t>Task-Specific Outputs</a:t>
            </a:r>
          </a:p>
        </p:txBody>
      </p:sp>
      <mc:AlternateContent xmlns:mc="http://schemas.openxmlformats.org/markup-compatibility/2006">
        <mc:Choice xmlns:a14="http://schemas.microsoft.com/office/drawing/2010/main" Requires="a14">
          <p:sp>
            <p:nvSpPr>
              <p:cNvPr id="32" name="Rectangle 31">
                <a:extLst>
                  <a:ext uri="{FF2B5EF4-FFF2-40B4-BE49-F238E27FC236}">
                    <a16:creationId xmlns:a16="http://schemas.microsoft.com/office/drawing/2014/main" id="{B2C738B9-6736-51F6-F5FE-9B7EF824FC25}"/>
                  </a:ext>
                </a:extLst>
              </p:cNvPr>
              <p:cNvSpPr/>
              <p:nvPr/>
            </p:nvSpPr>
            <p:spPr>
              <a:xfrm>
                <a:off x="12596205" y="3329744"/>
                <a:ext cx="3251200" cy="640080"/>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p>
                      <m:sSupPr>
                        <m:ctrlPr>
                          <a:rPr lang="en-US" sz="1600" b="1" dirty="0">
                            <a:solidFill>
                              <a:schemeClr val="tx1"/>
                            </a:solidFill>
                            <a:latin typeface="Arial" panose="020B0604020202020204" pitchFamily="34" charset="0"/>
                            <a:cs typeface="Arial" panose="020B0604020202020204" pitchFamily="34" charset="0"/>
                          </a:rPr>
                        </m:ctrlPr>
                      </m:sSupPr>
                      <m:e>
                        <m:r>
                          <m:rPr>
                            <m:nor/>
                          </m:rPr>
                          <a:rPr lang="en-US" sz="1600" b="1" dirty="0">
                            <a:solidFill>
                              <a:schemeClr val="tx1"/>
                            </a:solidFill>
                            <a:latin typeface="Arial" panose="020B0604020202020204" pitchFamily="34" charset="0"/>
                            <a:cs typeface="Arial" panose="020B0604020202020204" pitchFamily="34" charset="0"/>
                          </a:rPr>
                          <m:t>HF test</m:t>
                        </m:r>
                      </m:e>
                      <m:sup>
                        <m:r>
                          <a:rPr lang="en-US" sz="1600" b="1" i="1" dirty="0">
                            <a:solidFill>
                              <a:schemeClr val="tx1"/>
                            </a:solidFill>
                            <a:latin typeface="Cambria Math" panose="02040503050406030204" pitchFamily="18" charset="0"/>
                            <a:cs typeface="Arial" panose="020B0604020202020204" pitchFamily="34" charset="0"/>
                          </a:rPr>
                          <m:t>#</m:t>
                        </m:r>
                      </m:sup>
                    </m:sSup>
                  </m:oMath>
                </a14:m>
                <a:r>
                  <a:rPr lang="en-US" sz="1600" dirty="0">
                    <a:solidFill>
                      <a:schemeClr val="tx1"/>
                    </a:solidFill>
                    <a:latin typeface="Arial" panose="020B0604020202020204" pitchFamily="34" charset="0"/>
                    <a:cs typeface="Arial" panose="020B0604020202020204" pitchFamily="34" charset="0"/>
                  </a:rPr>
                  <a:t>:</a:t>
                </a:r>
              </a:p>
              <a:p>
                <a:r>
                  <a:rPr lang="en-US" sz="1600" dirty="0">
                    <a:solidFill>
                      <a:schemeClr val="tx1"/>
                    </a:solidFill>
                    <a:latin typeface="Arial" panose="020B0604020202020204" pitchFamily="34" charset="0"/>
                    <a:cs typeface="Arial" panose="020B0604020202020204" pitchFamily="34" charset="0"/>
                  </a:rPr>
                  <a:t>Crackle </a:t>
                </a:r>
                <a14:m>
                  <m:oMath xmlns:m="http://schemas.openxmlformats.org/officeDocument/2006/math">
                    <m:r>
                      <a:rPr lang="en-US" sz="1600" i="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600" dirty="0">
                    <a:solidFill>
                      <a:schemeClr val="tx1"/>
                    </a:solidFill>
                    <a:latin typeface="Arial" panose="020B0604020202020204" pitchFamily="34" charset="0"/>
                    <a:cs typeface="Arial" panose="020B0604020202020204" pitchFamily="34" charset="0"/>
                  </a:rPr>
                  <a:t> Wheeze </a:t>
                </a:r>
                <a14:m>
                  <m:oMath xmlns:m="http://schemas.openxmlformats.org/officeDocument/2006/math">
                    <m:r>
                      <a:rPr lang="en-US" sz="1600" i="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600" dirty="0">
                    <a:solidFill>
                      <a:schemeClr val="tx1"/>
                    </a:solidFill>
                    <a:latin typeface="Arial" panose="020B0604020202020204" pitchFamily="34" charset="0"/>
                    <a:cs typeface="Arial" panose="020B0604020202020204" pitchFamily="34" charset="0"/>
                  </a:rPr>
                  <a:t> Both</a:t>
                </a:r>
              </a:p>
            </p:txBody>
          </p:sp>
        </mc:Choice>
        <mc:Fallback>
          <p:sp>
            <p:nvSpPr>
              <p:cNvPr id="32" name="Rectangle 31">
                <a:extLst>
                  <a:ext uri="{FF2B5EF4-FFF2-40B4-BE49-F238E27FC236}">
                    <a16:creationId xmlns:a16="http://schemas.microsoft.com/office/drawing/2014/main" id="{B2C738B9-6736-51F6-F5FE-9B7EF824FC25}"/>
                  </a:ext>
                </a:extLst>
              </p:cNvPr>
              <p:cNvSpPr>
                <a:spLocks noRot="1" noChangeAspect="1" noMove="1" noResize="1" noEditPoints="1" noAdjustHandles="1" noChangeArrowheads="1" noChangeShapeType="1" noTextEdit="1"/>
              </p:cNvSpPr>
              <p:nvPr/>
            </p:nvSpPr>
            <p:spPr>
              <a:xfrm>
                <a:off x="12596205" y="3329744"/>
                <a:ext cx="3251200" cy="640080"/>
              </a:xfrm>
              <a:prstGeom prst="rect">
                <a:avLst/>
              </a:prstGeom>
              <a:blipFill>
                <a:blip r:embed="rId5"/>
                <a:stretch>
                  <a:fillRect l="-775" b="-5660"/>
                </a:stretch>
              </a:blipFill>
              <a:ln>
                <a:solidFill>
                  <a:schemeClr val="tx2">
                    <a:lumMod val="90000"/>
                    <a:lumOff val="1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Rectangle 32">
                <a:extLst>
                  <a:ext uri="{FF2B5EF4-FFF2-40B4-BE49-F238E27FC236}">
                    <a16:creationId xmlns:a16="http://schemas.microsoft.com/office/drawing/2014/main" id="{013A3B43-3589-DB43-9169-6CF6C6DF521F}"/>
                  </a:ext>
                </a:extLst>
              </p:cNvPr>
              <p:cNvSpPr/>
              <p:nvPr/>
            </p:nvSpPr>
            <p:spPr>
              <a:xfrm>
                <a:off x="12596205" y="1691998"/>
                <a:ext cx="3251200" cy="640080"/>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p>
                      <m:sSupPr>
                        <m:ctrlPr>
                          <a:rPr lang="en-US" sz="1600" b="1" dirty="0">
                            <a:solidFill>
                              <a:schemeClr val="tx1"/>
                            </a:solidFill>
                            <a:latin typeface="Arial" panose="020B0604020202020204" pitchFamily="34" charset="0"/>
                            <a:cs typeface="Arial" panose="020B0604020202020204" pitchFamily="34" charset="0"/>
                          </a:rPr>
                        </m:ctrlPr>
                      </m:sSupPr>
                      <m:e>
                        <m:r>
                          <m:rPr>
                            <m:nor/>
                          </m:rPr>
                          <a:rPr lang="en-US" sz="1600" b="1" dirty="0">
                            <a:solidFill>
                              <a:schemeClr val="tx1"/>
                            </a:solidFill>
                            <a:latin typeface="Arial" panose="020B0604020202020204" pitchFamily="34" charset="0"/>
                            <a:cs typeface="Arial" panose="020B0604020202020204" pitchFamily="34" charset="0"/>
                          </a:rPr>
                          <m:t>SPRSound</m:t>
                        </m:r>
                      </m:e>
                      <m:sup>
                        <m:r>
                          <a:rPr lang="en-US" sz="1600" b="1" i="1">
                            <a:solidFill>
                              <a:schemeClr val="tx1"/>
                            </a:solidFill>
                            <a:latin typeface="Cambria Math" panose="02040503050406030204" pitchFamily="18" charset="0"/>
                            <a:cs typeface="Arial" panose="020B0604020202020204" pitchFamily="34" charset="0"/>
                          </a:rPr>
                          <m:t>∗</m:t>
                        </m:r>
                      </m:sup>
                    </m:sSup>
                  </m:oMath>
                </a14:m>
                <a:r>
                  <a:rPr lang="en-US" sz="1600" dirty="0">
                    <a:solidFill>
                      <a:schemeClr val="tx1"/>
                    </a:solidFill>
                    <a:latin typeface="Arial" panose="020B0604020202020204" pitchFamily="34" charset="0"/>
                    <a:cs typeface="Arial" panose="020B0604020202020204" pitchFamily="34" charset="0"/>
                  </a:rPr>
                  <a:t>: </a:t>
                </a:r>
              </a:p>
              <a:p>
                <a:r>
                  <a:rPr lang="en-US" sz="1600" dirty="0">
                    <a:solidFill>
                      <a:schemeClr val="tx1"/>
                    </a:solidFill>
                    <a:latin typeface="Arial" panose="020B0604020202020204" pitchFamily="34" charset="0"/>
                    <a:cs typeface="Arial" panose="020B0604020202020204" pitchFamily="34" charset="0"/>
                  </a:rPr>
                  <a:t>Normal </a:t>
                </a:r>
                <a14:m>
                  <m:oMath xmlns:m="http://schemas.openxmlformats.org/officeDocument/2006/math">
                    <m:r>
                      <a:rPr lang="en-US" sz="1600" i="1">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600" dirty="0">
                    <a:solidFill>
                      <a:schemeClr val="tx1"/>
                    </a:solidFill>
                    <a:latin typeface="Arial" panose="020B0604020202020204" pitchFamily="34" charset="0"/>
                    <a:cs typeface="Arial" panose="020B0604020202020204" pitchFamily="34" charset="0"/>
                  </a:rPr>
                  <a:t> Adventitious</a:t>
                </a:r>
                <a:r>
                  <a:rPr lang="zh-CN" altLang="en-US" sz="1600"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(Abnormal)</a:t>
                </a:r>
              </a:p>
            </p:txBody>
          </p:sp>
        </mc:Choice>
        <mc:Fallback>
          <p:sp>
            <p:nvSpPr>
              <p:cNvPr id="33" name="Rectangle 32">
                <a:extLst>
                  <a:ext uri="{FF2B5EF4-FFF2-40B4-BE49-F238E27FC236}">
                    <a16:creationId xmlns:a16="http://schemas.microsoft.com/office/drawing/2014/main" id="{013A3B43-3589-DB43-9169-6CF6C6DF521F}"/>
                  </a:ext>
                </a:extLst>
              </p:cNvPr>
              <p:cNvSpPr>
                <a:spLocks noRot="1" noChangeAspect="1" noMove="1" noResize="1" noEditPoints="1" noAdjustHandles="1" noChangeArrowheads="1" noChangeShapeType="1" noTextEdit="1"/>
              </p:cNvSpPr>
              <p:nvPr/>
            </p:nvSpPr>
            <p:spPr>
              <a:xfrm>
                <a:off x="12596205" y="1691998"/>
                <a:ext cx="3251200" cy="640080"/>
              </a:xfrm>
              <a:prstGeom prst="rect">
                <a:avLst/>
              </a:prstGeom>
              <a:blipFill>
                <a:blip r:embed="rId6"/>
                <a:stretch>
                  <a:fillRect l="-775" b="-7547"/>
                </a:stretch>
              </a:blipFill>
              <a:ln>
                <a:solidFill>
                  <a:schemeClr val="tx2">
                    <a:lumMod val="90000"/>
                    <a:lumOff val="1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Rectangle 33">
                <a:extLst>
                  <a:ext uri="{FF2B5EF4-FFF2-40B4-BE49-F238E27FC236}">
                    <a16:creationId xmlns:a16="http://schemas.microsoft.com/office/drawing/2014/main" id="{DAF08D42-B00A-1453-47E2-1B0D5CC59295}"/>
                  </a:ext>
                </a:extLst>
              </p:cNvPr>
              <p:cNvSpPr/>
              <p:nvPr/>
            </p:nvSpPr>
            <p:spPr>
              <a:xfrm>
                <a:off x="12596205" y="2510871"/>
                <a:ext cx="3251200" cy="640080"/>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p>
                      <m:sSupPr>
                        <m:ctrlPr>
                          <a:rPr lang="en-US" sz="1600" b="1" i="0" dirty="0" smtClean="0">
                            <a:solidFill>
                              <a:schemeClr val="tx1"/>
                            </a:solidFill>
                            <a:latin typeface="Arial" panose="020B0604020202020204" pitchFamily="34" charset="0"/>
                            <a:cs typeface="Arial" panose="020B0604020202020204" pitchFamily="34" charset="0"/>
                          </a:rPr>
                        </m:ctrlPr>
                      </m:sSupPr>
                      <m:e>
                        <m:r>
                          <m:rPr>
                            <m:nor/>
                          </m:rPr>
                          <a:rPr lang="en-US" sz="1600" b="1" i="0" dirty="0" smtClean="0">
                            <a:solidFill>
                              <a:schemeClr val="tx1"/>
                            </a:solidFill>
                            <a:latin typeface="Arial" panose="020B0604020202020204" pitchFamily="34" charset="0"/>
                            <a:cs typeface="Arial" panose="020B0604020202020204" pitchFamily="34" charset="0"/>
                          </a:rPr>
                          <m:t>KAUH</m:t>
                        </m:r>
                      </m:e>
                      <m:sup>
                        <m:r>
                          <a:rPr lang="en-US" sz="1600" b="1" i="1" dirty="0" smtClean="0">
                            <a:solidFill>
                              <a:schemeClr val="tx1"/>
                            </a:solidFill>
                            <a:latin typeface="Cambria Math" panose="02040503050406030204" pitchFamily="18" charset="0"/>
                            <a:cs typeface="Arial" panose="020B0604020202020204" pitchFamily="34" charset="0"/>
                          </a:rPr>
                          <m:t>#</m:t>
                        </m:r>
                      </m:sup>
                    </m:sSup>
                  </m:oMath>
                </a14:m>
                <a:r>
                  <a:rPr lang="en-US" sz="1600" dirty="0">
                    <a:solidFill>
                      <a:schemeClr val="tx1"/>
                    </a:solidFill>
                    <a:latin typeface="Arial" panose="020B0604020202020204" pitchFamily="34" charset="0"/>
                    <a:cs typeface="Arial" panose="020B0604020202020204" pitchFamily="34" charset="0"/>
                  </a:rPr>
                  <a:t>: </a:t>
                </a:r>
              </a:p>
              <a:p>
                <a:r>
                  <a:rPr lang="en-US" sz="1600" dirty="0">
                    <a:solidFill>
                      <a:schemeClr val="tx1"/>
                    </a:solidFill>
                    <a:latin typeface="Arial" panose="020B0604020202020204" pitchFamily="34" charset="0"/>
                    <a:cs typeface="Arial" panose="020B0604020202020204" pitchFamily="34" charset="0"/>
                  </a:rPr>
                  <a:t>Normal </a:t>
                </a:r>
                <a14:m>
                  <m:oMath xmlns:m="http://schemas.openxmlformats.org/officeDocument/2006/math">
                    <m:r>
                      <a:rPr lang="en-US"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600" dirty="0">
                    <a:solidFill>
                      <a:schemeClr val="tx1"/>
                    </a:solidFill>
                    <a:latin typeface="Arial" panose="020B0604020202020204" pitchFamily="34" charset="0"/>
                    <a:cs typeface="Arial" panose="020B0604020202020204" pitchFamily="34" charset="0"/>
                  </a:rPr>
                  <a:t> Abnormal</a:t>
                </a:r>
              </a:p>
            </p:txBody>
          </p:sp>
        </mc:Choice>
        <mc:Fallback>
          <p:sp>
            <p:nvSpPr>
              <p:cNvPr id="34" name="Rectangle 33">
                <a:extLst>
                  <a:ext uri="{FF2B5EF4-FFF2-40B4-BE49-F238E27FC236}">
                    <a16:creationId xmlns:a16="http://schemas.microsoft.com/office/drawing/2014/main" id="{DAF08D42-B00A-1453-47E2-1B0D5CC59295}"/>
                  </a:ext>
                </a:extLst>
              </p:cNvPr>
              <p:cNvSpPr>
                <a:spLocks noRot="1" noChangeAspect="1" noMove="1" noResize="1" noEditPoints="1" noAdjustHandles="1" noChangeArrowheads="1" noChangeShapeType="1" noTextEdit="1"/>
              </p:cNvSpPr>
              <p:nvPr/>
            </p:nvSpPr>
            <p:spPr>
              <a:xfrm>
                <a:off x="12596205" y="2510871"/>
                <a:ext cx="3251200" cy="640080"/>
              </a:xfrm>
              <a:prstGeom prst="rect">
                <a:avLst/>
              </a:prstGeom>
              <a:blipFill>
                <a:blip r:embed="rId7"/>
                <a:stretch>
                  <a:fillRect l="-775" b="-5660"/>
                </a:stretch>
              </a:blipFill>
              <a:ln>
                <a:solidFill>
                  <a:schemeClr val="tx2">
                    <a:lumMod val="90000"/>
                    <a:lumOff val="1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okens">
                <a:extLst>
                  <a:ext uri="{FF2B5EF4-FFF2-40B4-BE49-F238E27FC236}">
                    <a16:creationId xmlns:a16="http://schemas.microsoft.com/office/drawing/2014/main" id="{6301923F-367F-1136-E521-3DF8B5748FEE}"/>
                  </a:ext>
                </a:extLst>
              </p:cNvPr>
              <p:cNvSpPr>
                <a:spLocks noGrp="1"/>
              </p:cNvSpPr>
              <p:nvPr/>
            </p:nvSpPr>
            <p:spPr>
              <a:xfrm>
                <a:off x="2641051" y="2297485"/>
                <a:ext cx="254000" cy="152400"/>
              </a:xfrm>
              <a:prstGeom prst="rect">
                <a:avLst/>
              </a:prstGeom>
              <a:noFill/>
              <a:ln w="0">
                <a:noFill/>
              </a:ln>
            </p:spPr>
            <p:txBody>
              <a:bodyPr wrap="none" lIns="0" tIns="0" rIns="0" bIns="0" anchor="ctr">
                <a:noAutofit/>
              </a:bodyPr>
              <a:lstStyle/>
              <a:p>
                <a:pPr algn="l">
                  <a:buNone/>
                  <a:defRPr sz="900" b="0" i="0">
                    <a:solidFill>
                      <a:srgbClr val="242424"/>
                    </a:solidFill>
                    <a:latin typeface="Arial"/>
                    <a:ea typeface="Arial"/>
                    <a:cs typeface="Arial"/>
                  </a:defRPr>
                </a:pPr>
                <a14:m>
                  <m:oMathPara xmlns:m="http://schemas.openxmlformats.org/officeDocument/2006/math">
                    <m:oMath>
                      <m:sSub>
                        <m:sSubPr>
                          <m:ctrlPr>
                            <a:rPr lang="en-US" sz="1600" b="0" i="1" smtClean="0">
                              <a:solidFill>
                                <a:srgbClr val="242424"/>
                              </a:solidFill>
                              <a:latin typeface="Cambria Math" panose="02040503050406030204" pitchFamily="18" charset="0"/>
                              <a:cs typeface="Arial"/>
                            </a:rPr>
                          </m:ctrlPr>
                        </m:sSubPr>
                        <m:e>
                          <m:r>
                            <a:rPr lang="en-US" sz="1600" b="0" i="1" smtClean="0">
                              <a:solidFill>
                                <a:srgbClr val="242424"/>
                              </a:solidFill>
                              <a:latin typeface="Cambria Math" panose="02040503050406030204" pitchFamily="18" charset="0"/>
                              <a:cs typeface="Arial"/>
                            </a:rPr>
                            <m:t>𝐻</m:t>
                          </m:r>
                        </m:e>
                        <m:sub>
                          <m:r>
                            <a:rPr lang="en-US" sz="1600" b="0" i="1" smtClean="0">
                              <a:solidFill>
                                <a:srgbClr val="242424"/>
                              </a:solidFill>
                              <a:latin typeface="Cambria Math" panose="02040503050406030204" pitchFamily="18" charset="0"/>
                              <a:cs typeface="Arial"/>
                            </a:rPr>
                            <m:t>𝑖</m:t>
                          </m:r>
                        </m:sub>
                      </m:sSub>
                    </m:oMath>
                  </m:oMathPara>
                </a14:m>
                <a:endParaRPr sz="1000" b="0" i="1" baseline="-20000" dirty="0">
                  <a:solidFill>
                    <a:srgbClr val="242424"/>
                  </a:solidFill>
                  <a:latin typeface="Arial"/>
                  <a:ea typeface="Arial"/>
                  <a:cs typeface="Arial"/>
                </a:endParaRPr>
              </a:p>
            </p:txBody>
          </p:sp>
        </mc:Choice>
        <mc:Fallback>
          <p:sp>
            <p:nvSpPr>
              <p:cNvPr id="47" name="tokens">
                <a:extLst>
                  <a:ext uri="{FF2B5EF4-FFF2-40B4-BE49-F238E27FC236}">
                    <a16:creationId xmlns:a16="http://schemas.microsoft.com/office/drawing/2014/main" id="{6301923F-367F-1136-E521-3DF8B5748FEE}"/>
                  </a:ext>
                </a:extLst>
              </p:cNvPr>
              <p:cNvSpPr>
                <a:spLocks noGrp="1" noRot="1" noChangeAspect="1" noMove="1" noResize="1" noEditPoints="1" noAdjustHandles="1" noChangeArrowheads="1" noChangeShapeType="1" noTextEdit="1"/>
              </p:cNvSpPr>
              <p:nvPr/>
            </p:nvSpPr>
            <p:spPr>
              <a:xfrm>
                <a:off x="2641051" y="2297485"/>
                <a:ext cx="254000" cy="152400"/>
              </a:xfrm>
              <a:prstGeom prst="rect">
                <a:avLst/>
              </a:prstGeom>
              <a:blipFill>
                <a:blip r:embed="rId8"/>
                <a:stretch>
                  <a:fillRect l="-13636" t="-15385" b="-61538"/>
                </a:stretch>
              </a:blipFill>
              <a:ln w="0">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6A8806B1-5ED6-0BA5-698D-FFA85ED77602}"/>
                  </a:ext>
                </a:extLst>
              </p:cNvPr>
              <p:cNvSpPr txBox="1"/>
              <p:nvPr/>
            </p:nvSpPr>
            <p:spPr>
              <a:xfrm>
                <a:off x="2454294" y="2582446"/>
                <a:ext cx="514350" cy="338554"/>
              </a:xfrm>
              <a:prstGeom prst="rect">
                <a:avLst/>
              </a:prstGeom>
              <a:noFill/>
            </p:spPr>
            <p:txBody>
              <a:bodyPr wrap="square" rtlCol="0">
                <a:spAutoFit/>
              </a:bodyPr>
              <a:lstStyle/>
              <a:p>
                <a:pPr/>
                <a14:m>
                  <m:oMathPara xmlns:m="http://schemas.openxmlformats.org/officeDocument/2006/math">
                    <m:oMath>
                      <m:box>
                        <m:boxPr>
                          <m:noBreak m:val="on"/>
                          <m:ctrlPr>
                            <a:rPr lang="en-US" sz="1600" i="1" dirty="0" smtClean="0">
                              <a:latin typeface="Cambria Math" panose="02040503050406030204" pitchFamily="18" charset="0"/>
                              <a:ea typeface="Cambria Math" panose="02040503050406030204" pitchFamily="18" charset="0"/>
                            </a:rPr>
                          </m:ctrlPr>
                        </m:boxPr>
                        <m:e>
                          <m:sSub>
                            <m:sSubPr>
                              <m:ctrlPr>
                                <a:rPr lang="en-US" sz="1600" i="1" dirty="0" smtClean="0">
                                  <a:latin typeface="Cambria Math" panose="02040503050406030204" pitchFamily="18" charset="0"/>
                                  <a:ea typeface="Cambria Math" panose="02040503050406030204" pitchFamily="18" charset="0"/>
                                </a:rPr>
                              </m:ctrlPr>
                            </m:sSubPr>
                            <m:e>
                              <m:r>
                                <m:rPr>
                                  <m:sty m:val="p"/>
                                </m:rPr>
                                <a:rPr lang="en-US" sz="1600" i="1" dirty="0" smtClean="0">
                                  <a:latin typeface="Cambria Math" panose="02040503050406030204" pitchFamily="18" charset="0"/>
                                  <a:ea typeface="Cambria Math" panose="02040503050406030204" pitchFamily="18" charset="0"/>
                                </a:rPr>
                                <m:t>T</m:t>
                              </m:r>
                            </m:e>
                            <m:sub>
                              <m:r>
                                <m:rPr>
                                  <m:sty m:val="p"/>
                                </m:rPr>
                                <a:rPr lang="en-US" sz="1600" i="1" dirty="0" smtClean="0">
                                  <a:latin typeface="Cambria Math" panose="02040503050406030204" pitchFamily="18" charset="0"/>
                                  <a:ea typeface="Cambria Math" panose="02040503050406030204" pitchFamily="18" charset="0"/>
                                </a:rPr>
                                <m:t>i</m:t>
                              </m:r>
                            </m:sub>
                          </m:sSub>
                          <m:r>
                            <a:rPr lang="en-US" sz="1600" i="1" smtClean="0">
                              <a:latin typeface="Cambria Math" panose="02040503050406030204" pitchFamily="18" charset="0"/>
                              <a:ea typeface="Cambria Math" panose="02040503050406030204" pitchFamily="18" charset="0"/>
                            </a:rPr>
                            <m:t>×</m:t>
                          </m:r>
                          <m:r>
                            <m:rPr>
                              <m:sty m:val="p"/>
                            </m:rPr>
                            <a:rPr lang="en-US" altLang="zh-CN" sz="1600" i="1">
                              <a:latin typeface="Cambria Math" panose="02040503050406030204" pitchFamily="18" charset="0"/>
                              <a:ea typeface="Cambria Math" panose="02040503050406030204" pitchFamily="18" charset="0"/>
                            </a:rPr>
                            <m:t>D</m:t>
                          </m:r>
                        </m:e>
                      </m:box>
                    </m:oMath>
                  </m:oMathPara>
                </a14:m>
                <a:endParaRPr lang="en-US" sz="1600" dirty="0"/>
              </a:p>
            </p:txBody>
          </p:sp>
        </mc:Choice>
        <mc:Fallback>
          <p:sp>
            <p:nvSpPr>
              <p:cNvPr id="48" name="TextBox 47">
                <a:extLst>
                  <a:ext uri="{FF2B5EF4-FFF2-40B4-BE49-F238E27FC236}">
                    <a16:creationId xmlns:a16="http://schemas.microsoft.com/office/drawing/2014/main" id="{6A8806B1-5ED6-0BA5-698D-FFA85ED77602}"/>
                  </a:ext>
                </a:extLst>
              </p:cNvPr>
              <p:cNvSpPr txBox="1">
                <a:spLocks noRot="1" noChangeAspect="1" noMove="1" noResize="1" noEditPoints="1" noAdjustHandles="1" noChangeArrowheads="1" noChangeShapeType="1" noTextEdit="1"/>
              </p:cNvSpPr>
              <p:nvPr/>
            </p:nvSpPr>
            <p:spPr>
              <a:xfrm>
                <a:off x="2454294" y="2582446"/>
                <a:ext cx="514350" cy="338554"/>
              </a:xfrm>
              <a:prstGeom prst="rect">
                <a:avLst/>
              </a:prstGeom>
              <a:blipFill>
                <a:blip r:embed="rId9"/>
                <a:stretch>
                  <a:fillRect r="-17073"/>
                </a:stretch>
              </a:blipFill>
            </p:spPr>
            <p:txBody>
              <a:bodyPr/>
              <a:lstStyle/>
              <a:p>
                <a:r>
                  <a:rPr lang="en-US">
                    <a:noFill/>
                  </a:rPr>
                  <a:t> </a:t>
                </a:r>
              </a:p>
            </p:txBody>
          </p:sp>
        </mc:Fallback>
      </mc:AlternateContent>
      <p:sp>
        <p:nvSpPr>
          <p:cNvPr id="97" name="Rectangle 96">
            <a:extLst>
              <a:ext uri="{FF2B5EF4-FFF2-40B4-BE49-F238E27FC236}">
                <a16:creationId xmlns:a16="http://schemas.microsoft.com/office/drawing/2014/main" id="{074BE785-9BB6-F04B-A13E-EF7A29504FC6}"/>
              </a:ext>
            </a:extLst>
          </p:cNvPr>
          <p:cNvSpPr/>
          <p:nvPr/>
        </p:nvSpPr>
        <p:spPr>
          <a:xfrm>
            <a:off x="3175000" y="3422650"/>
            <a:ext cx="9114692" cy="375024"/>
          </a:xfrm>
          <a:prstGeom prst="rect">
            <a:avLst/>
          </a:prstGeom>
          <a:solidFill>
            <a:srgbClr val="E8E8E8">
              <a:alpha val="100000"/>
            </a:srgb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mc:Choice xmlns:a14="http://schemas.microsoft.com/office/drawing/2010/main" Requires="a14">
          <p:sp>
            <p:nvSpPr>
              <p:cNvPr id="118" name="tokens">
                <a:extLst>
                  <a:ext uri="{FF2B5EF4-FFF2-40B4-BE49-F238E27FC236}">
                    <a16:creationId xmlns:a16="http://schemas.microsoft.com/office/drawing/2014/main" id="{D35DEA37-5F1F-16DF-6170-E9221563D967}"/>
                  </a:ext>
                </a:extLst>
              </p:cNvPr>
              <p:cNvSpPr>
                <a:spLocks noGrp="1"/>
              </p:cNvSpPr>
              <p:nvPr/>
            </p:nvSpPr>
            <p:spPr>
              <a:xfrm>
                <a:off x="4483100" y="3062572"/>
                <a:ext cx="254000" cy="152400"/>
              </a:xfrm>
              <a:prstGeom prst="rect">
                <a:avLst/>
              </a:prstGeom>
              <a:noFill/>
              <a:ln w="0">
                <a:noFill/>
              </a:ln>
            </p:spPr>
            <p:txBody>
              <a:bodyPr wrap="none" lIns="0" tIns="0" rIns="0" bIns="0" anchor="ctr">
                <a:noAutofit/>
              </a:bodyPr>
              <a:lstStyle/>
              <a:p>
                <a:pPr algn="l">
                  <a:buNone/>
                  <a:defRPr sz="900" b="0" i="0">
                    <a:solidFill>
                      <a:srgbClr val="242424"/>
                    </a:solidFill>
                    <a:latin typeface="Arial"/>
                    <a:ea typeface="Arial"/>
                    <a:cs typeface="Arial"/>
                  </a:defRPr>
                </a:pPr>
                <a14:m>
                  <m:oMathPara xmlns:m="http://schemas.openxmlformats.org/officeDocument/2006/math">
                    <m:oMath>
                      <m:sSub>
                        <m:sSubPr>
                          <m:ctrlPr>
                            <a:rPr lang="en-US" sz="1600" b="0" i="1" smtClean="0">
                              <a:solidFill>
                                <a:srgbClr val="242424"/>
                              </a:solidFill>
                              <a:latin typeface="Cambria Math" panose="02040503050406030204" pitchFamily="18" charset="0"/>
                              <a:cs typeface="Arial"/>
                            </a:rPr>
                          </m:ctrlPr>
                        </m:sSubPr>
                        <m:e>
                          <m:r>
                            <a:rPr lang="en-US" sz="1600" b="0" i="1" smtClean="0">
                              <a:solidFill>
                                <a:srgbClr val="242424"/>
                              </a:solidFill>
                              <a:latin typeface="Cambria Math" panose="02040503050406030204" pitchFamily="18" charset="0"/>
                              <a:cs typeface="Arial"/>
                            </a:rPr>
                            <m:t>𝑍</m:t>
                          </m:r>
                        </m:e>
                        <m:sub>
                          <m:r>
                            <a:rPr lang="en-US" sz="1600" b="0" i="1" smtClean="0">
                              <a:solidFill>
                                <a:srgbClr val="242424"/>
                              </a:solidFill>
                              <a:latin typeface="Cambria Math" panose="02040503050406030204" pitchFamily="18" charset="0"/>
                              <a:cs typeface="Arial"/>
                            </a:rPr>
                            <m:t>𝑖</m:t>
                          </m:r>
                        </m:sub>
                      </m:sSub>
                    </m:oMath>
                  </m:oMathPara>
                </a14:m>
                <a:endParaRPr sz="900" b="0" i="1" baseline="-20000" dirty="0">
                  <a:solidFill>
                    <a:srgbClr val="242424"/>
                  </a:solidFill>
                  <a:latin typeface="Arial"/>
                  <a:ea typeface="Arial"/>
                  <a:cs typeface="Arial"/>
                </a:endParaRPr>
              </a:p>
            </p:txBody>
          </p:sp>
        </mc:Choice>
        <mc:Fallback>
          <p:sp>
            <p:nvSpPr>
              <p:cNvPr id="118" name="tokens">
                <a:extLst>
                  <a:ext uri="{FF2B5EF4-FFF2-40B4-BE49-F238E27FC236}">
                    <a16:creationId xmlns:a16="http://schemas.microsoft.com/office/drawing/2014/main" id="{D35DEA37-5F1F-16DF-6170-E9221563D967}"/>
                  </a:ext>
                </a:extLst>
              </p:cNvPr>
              <p:cNvSpPr>
                <a:spLocks noGrp="1" noRot="1" noChangeAspect="1" noMove="1" noResize="1" noEditPoints="1" noAdjustHandles="1" noChangeArrowheads="1" noChangeShapeType="1" noTextEdit="1"/>
              </p:cNvSpPr>
              <p:nvPr/>
            </p:nvSpPr>
            <p:spPr>
              <a:xfrm>
                <a:off x="4483100" y="3062572"/>
                <a:ext cx="254000" cy="152400"/>
              </a:xfrm>
              <a:prstGeom prst="rect">
                <a:avLst/>
              </a:prstGeom>
              <a:blipFill>
                <a:blip r:embed="rId10"/>
                <a:stretch>
                  <a:fillRect l="-14286" t="-15385" r="-4762" b="-61538"/>
                </a:stretch>
              </a:blipFill>
              <a:ln w="0">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9" name="TextBox 118">
                <a:extLst>
                  <a:ext uri="{FF2B5EF4-FFF2-40B4-BE49-F238E27FC236}">
                    <a16:creationId xmlns:a16="http://schemas.microsoft.com/office/drawing/2014/main" id="{59886ED4-1488-130B-B9D3-9B8C68A17B2E}"/>
                  </a:ext>
                </a:extLst>
              </p:cNvPr>
              <p:cNvSpPr txBox="1"/>
              <p:nvPr/>
            </p:nvSpPr>
            <p:spPr>
              <a:xfrm>
                <a:off x="3971925" y="3000342"/>
                <a:ext cx="514350" cy="338554"/>
              </a:xfrm>
              <a:prstGeom prst="rect">
                <a:avLst/>
              </a:prstGeom>
              <a:noFill/>
            </p:spPr>
            <p:txBody>
              <a:bodyPr wrap="square" rtlCol="0">
                <a:spAutoFit/>
              </a:bodyPr>
              <a:lstStyle/>
              <a:p>
                <a:pPr/>
                <a14:m>
                  <m:oMathPara xmlns:m="http://schemas.openxmlformats.org/officeDocument/2006/math">
                    <m:oMath>
                      <m:box>
                        <m:boxPr>
                          <m:noBreak m:val="on"/>
                          <m:ctrlPr>
                            <a:rPr lang="en-US" sz="1600" i="1" dirty="0" smtClean="0">
                              <a:latin typeface="Cambria Math" panose="02040503050406030204" pitchFamily="18" charset="0"/>
                              <a:ea typeface="Cambria Math" panose="02040503050406030204" pitchFamily="18" charset="0"/>
                            </a:rPr>
                          </m:ctrlPr>
                        </m:boxPr>
                        <m:e>
                          <m:sSup>
                            <m:sSupPr>
                              <m:ctrlPr>
                                <a:rPr lang="en-US" sz="1600" i="0" dirty="0" smtClean="0">
                                  <a:latin typeface="Cambria Math" panose="02040503050406030204" pitchFamily="18" charset="0"/>
                                  <a:ea typeface="Cambria Math" panose="02040503050406030204" pitchFamily="18" charset="0"/>
                                </a:rPr>
                              </m:ctrlPr>
                            </m:sSupPr>
                            <m:e>
                              <m:r>
                                <a:rPr lang="en-US" sz="1600" i="0" dirty="0" smtClean="0">
                                  <a:latin typeface="Cambria Math" panose="02040503050406030204" pitchFamily="18" charset="0"/>
                                  <a:ea typeface="Cambria Math" panose="02040503050406030204" pitchFamily="18" charset="0"/>
                                </a:rPr>
                                <m:t>ℝ</m:t>
                              </m:r>
                            </m:e>
                            <m:sup>
                              <m:r>
                                <a:rPr lang="en-US" sz="1600" i="1" dirty="0" smtClean="0">
                                  <a:latin typeface="Cambria Math" panose="02040503050406030204" pitchFamily="18" charset="0"/>
                                  <a:ea typeface="Cambria Math" panose="02040503050406030204" pitchFamily="18" charset="0"/>
                                </a:rPr>
                                <m:t>𝐷</m:t>
                              </m:r>
                            </m:sup>
                          </m:sSup>
                        </m:e>
                      </m:box>
                    </m:oMath>
                  </m:oMathPara>
                </a14:m>
                <a:endParaRPr lang="en-US" sz="1600" dirty="0"/>
              </a:p>
            </p:txBody>
          </p:sp>
        </mc:Choice>
        <mc:Fallback>
          <p:sp>
            <p:nvSpPr>
              <p:cNvPr id="119" name="TextBox 118">
                <a:extLst>
                  <a:ext uri="{FF2B5EF4-FFF2-40B4-BE49-F238E27FC236}">
                    <a16:creationId xmlns:a16="http://schemas.microsoft.com/office/drawing/2014/main" id="{59886ED4-1488-130B-B9D3-9B8C68A17B2E}"/>
                  </a:ext>
                </a:extLst>
              </p:cNvPr>
              <p:cNvSpPr txBox="1">
                <a:spLocks noRot="1" noChangeAspect="1" noMove="1" noResize="1" noEditPoints="1" noAdjustHandles="1" noChangeArrowheads="1" noChangeShapeType="1" noTextEdit="1"/>
              </p:cNvSpPr>
              <p:nvPr/>
            </p:nvSpPr>
            <p:spPr>
              <a:xfrm>
                <a:off x="3971925" y="3000342"/>
                <a:ext cx="514350" cy="338554"/>
              </a:xfrm>
              <a:prstGeom prst="rect">
                <a:avLst/>
              </a:prstGeom>
              <a:blipFill>
                <a:blip r:embed="rId11"/>
                <a:stretch>
                  <a:fillRect/>
                </a:stretch>
              </a:blipFill>
            </p:spPr>
            <p:txBody>
              <a:bodyPr/>
              <a:lstStyle/>
              <a:p>
                <a:r>
                  <a:rPr lang="en-US">
                    <a:noFill/>
                  </a:rPr>
                  <a:t> </a:t>
                </a:r>
              </a:p>
            </p:txBody>
          </p:sp>
        </mc:Fallback>
      </mc:AlternateContent>
      <p:sp>
        <p:nvSpPr>
          <p:cNvPr id="134" name="Auxiliary C-W heads heading"/>
          <p:cNvSpPr txBox="1"/>
          <p:nvPr/>
        </p:nvSpPr>
        <p:spPr>
          <a:xfrm>
            <a:off x="6079369" y="1565455"/>
            <a:ext cx="2743200" cy="304800"/>
          </a:xfrm>
          <a:prstGeom prst="rect">
            <a:avLst/>
          </a:prstGeom>
          <a:noFill/>
        </p:spPr>
        <p:txBody>
          <a:bodyPr wrap="none" tIns="0" bIns="0" rtlCol="0" anchor="b">
            <a:noAutofit/>
          </a:bodyPr>
          <a:lstStyle/>
          <a:p>
            <a:pPr algn="ctr"/>
            <a:r>
              <a:rPr lang="en-US" b="1" i="0" dirty="0">
                <a:solidFill>
                  <a:schemeClr val="accent6">
                    <a:lumMod val="50000"/>
                  </a:schemeClr>
                </a:solidFill>
                <a:latin typeface="Arial"/>
              </a:rPr>
              <a:t>Shared </a:t>
            </a:r>
            <a:r>
              <a:rPr lang="en-US" b="1" i="0" dirty="0">
                <a:solidFill>
                  <a:schemeClr val="accent6">
                    <a:lumMod val="50000"/>
                  </a:schemeClr>
                </a:solidFill>
                <a:latin typeface="Consolas" panose="020B0609020204030204" pitchFamily="49" charset="0"/>
                <a:cs typeface="Consolas" panose="020B0609020204030204" pitchFamily="49" charset="0"/>
              </a:rPr>
              <a:t>C-W</a:t>
            </a:r>
            <a:r>
              <a:rPr lang="en-US" b="1" i="0" dirty="0">
                <a:solidFill>
                  <a:schemeClr val="accent6">
                    <a:lumMod val="50000"/>
                  </a:schemeClr>
                </a:solidFill>
                <a:latin typeface="Arial"/>
              </a:rPr>
              <a:t> Heads</a:t>
            </a:r>
          </a:p>
        </p:txBody>
      </p:sp>
      <mc:AlternateContent xmlns:mc="http://schemas.openxmlformats.org/markup-compatibility/2006">
        <mc:Choice xmlns:a14="http://schemas.microsoft.com/office/drawing/2010/main" Requires="a14">
          <p:sp>
            <p:nvSpPr>
              <p:cNvPr id="136" name="Shared representation h_i"/>
              <p:cNvSpPr>
                <a:spLocks noGrp="1"/>
              </p:cNvSpPr>
              <p:nvPr/>
            </p:nvSpPr>
            <p:spPr>
              <a:xfrm>
                <a:off x="5511800" y="1143000"/>
                <a:ext cx="279400" cy="152400"/>
              </a:xfrm>
              <a:prstGeom prst="rect">
                <a:avLst/>
              </a:prstGeom>
              <a:noFill/>
              <a:ln w="0">
                <a:noFill/>
              </a:ln>
            </p:spPr>
            <p:txBody>
              <a:bodyPr wrap="none" lIns="0" tIns="0" rIns="0" bIns="0" anchor="ctr">
                <a:noAutofit/>
              </a:bodyPr>
              <a:lstStyle/>
              <a:p>
                <a:pPr algn="l">
                  <a:buNone/>
                  <a:defRPr sz="900" b="0" i="0">
                    <a:solidFill>
                      <a:srgbClr val="242424"/>
                    </a:solidFill>
                    <a:latin typeface="Arial"/>
                    <a:ea typeface="Arial"/>
                    <a:cs typeface="Arial"/>
                  </a:defRPr>
                </a:pPr>
                <a14:m>
                  <m:oMathPara xmlns:m="http://schemas.openxmlformats.org/officeDocument/2006/math">
                    <m:oMath>
                      <m:sSub>
                        <m:sSubPr>
                          <m:ctrlPr>
                            <a:rPr lang="en-US" sz="1600" b="0" i="1" smtClean="0">
                              <a:solidFill>
                                <a:srgbClr val="242424"/>
                              </a:solidFill>
                              <a:latin typeface="Cambria Math" panose="02040503050406030204" pitchFamily="18" charset="0"/>
                              <a:cs typeface="Arial"/>
                            </a:rPr>
                          </m:ctrlPr>
                        </m:sSubPr>
                        <m:e>
                          <m:r>
                            <a:rPr lang="en-US" sz="1600" b="0" i="1" smtClean="0">
                              <a:solidFill>
                                <a:srgbClr val="242424"/>
                              </a:solidFill>
                              <a:latin typeface="Cambria Math" panose="02040503050406030204" pitchFamily="18" charset="0"/>
                              <a:cs typeface="Arial"/>
                            </a:rPr>
                            <m:t>ℎ</m:t>
                          </m:r>
                        </m:e>
                        <m:sub>
                          <m:r>
                            <a:rPr lang="en-US" sz="1600" b="0" i="1" smtClean="0">
                              <a:solidFill>
                                <a:srgbClr val="242424"/>
                              </a:solidFill>
                              <a:latin typeface="Cambria Math" panose="02040503050406030204" pitchFamily="18" charset="0"/>
                              <a:cs typeface="Arial"/>
                            </a:rPr>
                            <m:t>𝑖</m:t>
                          </m:r>
                        </m:sub>
                      </m:sSub>
                    </m:oMath>
                  </m:oMathPara>
                </a14:m>
                <a:endParaRPr sz="900" b="0" i="1" baseline="-20000" dirty="0">
                  <a:solidFill>
                    <a:srgbClr val="242424"/>
                  </a:solidFill>
                  <a:latin typeface="Arial"/>
                  <a:ea typeface="Arial"/>
                  <a:cs typeface="Arial"/>
                </a:endParaRPr>
              </a:p>
            </p:txBody>
          </p:sp>
        </mc:Choice>
        <mc:Fallback>
          <p:sp>
            <p:nvSpPr>
              <p:cNvPr id="136" name="Shared representation h_i"/>
              <p:cNvSpPr>
                <a:spLocks noGrp="1" noRot="1" noChangeAspect="1" noMove="1" noResize="1" noEditPoints="1" noAdjustHandles="1" noChangeArrowheads="1" noChangeShapeType="1" noTextEdit="1"/>
              </p:cNvSpPr>
              <p:nvPr/>
            </p:nvSpPr>
            <p:spPr>
              <a:xfrm>
                <a:off x="5511800" y="1143000"/>
                <a:ext cx="279400" cy="152400"/>
              </a:xfrm>
              <a:prstGeom prst="rect">
                <a:avLst/>
              </a:prstGeom>
              <a:blipFill>
                <a:blip r:embed="rId12"/>
                <a:stretch>
                  <a:fillRect l="-4167" t="-23077" b="-46154"/>
                </a:stretch>
              </a:blipFill>
              <a:ln w="0">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7" name="Classification loss L_cls"/>
              <p:cNvSpPr/>
              <p:nvPr/>
            </p:nvSpPr>
            <p:spPr>
              <a:xfrm>
                <a:off x="10029092" y="1473200"/>
                <a:ext cx="1819969" cy="365760"/>
              </a:xfrm>
              <a:prstGeom prst="rect">
                <a:avLst/>
              </a:prstGeom>
              <a:solidFill>
                <a:schemeClr val="accent6">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anchor="ctr">
                <a:noAutofit/>
              </a:bodyPr>
              <a:lstStyle/>
              <a:p>
                <a:pPr algn="ctr"/>
                <a14:m>
                  <m:oMathPara xmlns:m="http://schemas.openxmlformats.org/officeDocument/2006/math">
                    <m:oMath>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ℒ</m:t>
                          </m:r>
                        </m:e>
                        <m:sub>
                          <m:r>
                            <m:rPr>
                              <m:sty m:val="p"/>
                            </m:rPr>
                            <a:rPr lang="en-US" sz="2000" b="0" i="1" smtClean="0">
                              <a:solidFill>
                                <a:schemeClr val="accent6">
                                  <a:lumMod val="50000"/>
                                </a:schemeClr>
                              </a:solidFill>
                              <a:latin typeface="Cambria Math" panose="02040503050406030204" pitchFamily="18" charset="0"/>
                              <a:ea typeface="Cambria Math" panose="02040503050406030204" pitchFamily="18" charset="0"/>
                            </a:rPr>
                            <m:t>cls</m:t>
                          </m:r>
                        </m:sub>
                      </m:sSub>
                    </m:oMath>
                  </m:oMathPara>
                </a14:m>
                <a:endParaRPr dirty="0"/>
              </a:p>
            </p:txBody>
          </p:sp>
        </mc:Choice>
        <mc:Fallback>
          <p:sp>
            <p:nvSpPr>
              <p:cNvPr id="157" name="Classification loss L_cls"/>
              <p:cNvSpPr>
                <a:spLocks noRot="1" noChangeAspect="1" noMove="1" noResize="1" noEditPoints="1" noAdjustHandles="1" noChangeArrowheads="1" noChangeShapeType="1" noTextEdit="1"/>
              </p:cNvSpPr>
              <p:nvPr/>
            </p:nvSpPr>
            <p:spPr>
              <a:xfrm>
                <a:off x="10029092" y="1473200"/>
                <a:ext cx="1819969" cy="365760"/>
              </a:xfrm>
              <a:prstGeom prst="rect">
                <a:avLst/>
              </a:prstGeom>
              <a:blipFill>
                <a:blip r:embed="rId13"/>
                <a:stretch>
                  <a:fillRect b="-3226"/>
                </a:stretch>
              </a:blipFill>
              <a:ln>
                <a:solidFill>
                  <a:schemeClr val="accent6">
                    <a:lumMod val="5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9" name="Optional HF loss"/>
              <p:cNvSpPr/>
              <p:nvPr/>
            </p:nvSpPr>
            <p:spPr>
              <a:xfrm>
                <a:off x="10031904" y="2112465"/>
                <a:ext cx="1809750" cy="365760"/>
              </a:xfrm>
              <a:prstGeom prst="rect">
                <a:avLst/>
              </a:prstGeom>
              <a:solidFill>
                <a:srgbClr val="FFF5DB"/>
              </a:solidFill>
              <a:ln>
                <a:solidFill>
                  <a:srgbClr val="B6993A"/>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anchor="ctr">
                <a:noAutofit/>
              </a:bodyPr>
              <a:lstStyle/>
              <a:p>
                <a:pPr algn="ctr"/>
                <a14:m>
                  <m:oMathPara xmlns:m="http://schemas.openxmlformats.org/officeDocument/2006/math">
                    <m:oMath>
                      <m:sSub>
                        <m:sSubPr>
                          <m:ctrlPr>
                            <a:rPr lang="en-US" sz="2000" b="0" i="1" smtClean="0">
                              <a:solidFill>
                                <a:srgbClr val="B6993A"/>
                              </a:solidFill>
                              <a:latin typeface="Cambria Math" panose="02040503050406030204" pitchFamily="18" charset="0"/>
                              <a:ea typeface="Cambria Math" panose="02040503050406030204" pitchFamily="18" charset="0"/>
                            </a:rPr>
                          </m:ctrlPr>
                        </m:sSubPr>
                        <m:e>
                          <m:r>
                            <a:rPr lang="en-US" sz="2000" b="0" i="1" smtClean="0">
                              <a:solidFill>
                                <a:srgbClr val="B6993A"/>
                              </a:solidFill>
                              <a:latin typeface="Cambria Math" panose="02040503050406030204" pitchFamily="18" charset="0"/>
                              <a:ea typeface="Cambria Math" panose="02040503050406030204" pitchFamily="18" charset="0"/>
                            </a:rPr>
                            <m:t>ℒ</m:t>
                          </m:r>
                        </m:e>
                        <m:sub>
                          <m:r>
                            <m:rPr>
                              <m:sty m:val="p"/>
                            </m:rPr>
                            <a:rPr lang="en-US" sz="2000" b="0" i="1" smtClean="0">
                              <a:solidFill>
                                <a:srgbClr val="B6993A"/>
                              </a:solidFill>
                              <a:latin typeface="Cambria Math" panose="02040503050406030204" pitchFamily="18" charset="0"/>
                              <a:ea typeface="Cambria Math" panose="02040503050406030204" pitchFamily="18" charset="0"/>
                            </a:rPr>
                            <m:t>HF</m:t>
                          </m:r>
                        </m:sub>
                      </m:sSub>
                    </m:oMath>
                  </m:oMathPara>
                </a14:m>
                <a:endParaRPr dirty="0"/>
              </a:p>
            </p:txBody>
          </p:sp>
        </mc:Choice>
        <mc:Fallback>
          <p:sp>
            <p:nvSpPr>
              <p:cNvPr id="219" name="Optional HF loss"/>
              <p:cNvSpPr>
                <a:spLocks noRot="1" noChangeAspect="1" noMove="1" noResize="1" noEditPoints="1" noAdjustHandles="1" noChangeArrowheads="1" noChangeShapeType="1" noTextEdit="1"/>
              </p:cNvSpPr>
              <p:nvPr/>
            </p:nvSpPr>
            <p:spPr>
              <a:xfrm>
                <a:off x="10031904" y="2112465"/>
                <a:ext cx="1809750" cy="365760"/>
              </a:xfrm>
              <a:prstGeom prst="rect">
                <a:avLst/>
              </a:prstGeom>
              <a:blipFill>
                <a:blip r:embed="rId14"/>
                <a:stretch>
                  <a:fillRect b="-3226"/>
                </a:stretch>
              </a:blipFill>
              <a:ln>
                <a:solidFill>
                  <a:srgbClr val="B6993A"/>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3" name="Total loss equals"/>
              <p:cNvSpPr/>
              <p:nvPr/>
            </p:nvSpPr>
            <p:spPr>
              <a:xfrm>
                <a:off x="3238500" y="3306900"/>
                <a:ext cx="8255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smtClean="0">
                          <a:solidFill>
                            <a:schemeClr val="tx1"/>
                          </a:solidFill>
                          <a:latin typeface="Cambria Math" panose="02040503050406030204" pitchFamily="18" charset="0"/>
                          <a:ea typeface="Cambria Math" panose="02040503050406030204" pitchFamily="18" charset="0"/>
                        </a:rPr>
                        <m:t>ℒ</m:t>
                      </m:r>
                      <m:r>
                        <a:rPr lang="en-US" b="0" i="1" smtClean="0">
                          <a:solidFill>
                            <a:schemeClr val="tx1"/>
                          </a:solidFill>
                          <a:latin typeface="Cambria Math" panose="02040503050406030204" pitchFamily="18" charset="0"/>
                          <a:ea typeface="Cambria Math" panose="02040503050406030204" pitchFamily="18" charset="0"/>
                        </a:rPr>
                        <m:t>=</m:t>
                      </m:r>
                    </m:oMath>
                  </m:oMathPara>
                </a14:m>
                <a:endParaRPr dirty="0"/>
              </a:p>
            </p:txBody>
          </p:sp>
        </mc:Choice>
        <mc:Fallback>
          <p:sp>
            <p:nvSpPr>
              <p:cNvPr id="223" name="Total loss equals"/>
              <p:cNvSpPr>
                <a:spLocks noRot="1" noChangeAspect="1" noMove="1" noResize="1" noEditPoints="1" noAdjustHandles="1" noChangeArrowheads="1" noChangeShapeType="1" noTextEdit="1"/>
              </p:cNvSpPr>
              <p:nvPr/>
            </p:nvSpPr>
            <p:spPr>
              <a:xfrm>
                <a:off x="3238500" y="3306900"/>
                <a:ext cx="825500" cy="609600"/>
              </a:xfrm>
              <a:prstGeom prst="rect">
                <a:avLst/>
              </a:prstGeom>
              <a:blipFill>
                <a:blip r:embed="rId15"/>
                <a:stretch>
                  <a:fillRect/>
                </a:stretch>
              </a:blipFill>
              <a:ln w="0">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4" name="Weighted patient contrastive term"/>
              <p:cNvSpPr/>
              <p:nvPr/>
            </p:nvSpPr>
            <p:spPr>
              <a:xfrm>
                <a:off x="4064000" y="3306900"/>
                <a:ext cx="21590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𝜆</m:t>
                          </m:r>
                        </m:e>
                        <m:sub>
                          <m:r>
                            <m:rPr>
                              <m:sty m:val="p"/>
                            </m:rPr>
                            <a:rPr lang="en-US" b="0" i="1" smtClean="0">
                              <a:solidFill>
                                <a:schemeClr val="tx1"/>
                              </a:solidFill>
                              <a:latin typeface="Cambria Math" panose="02040503050406030204" pitchFamily="18" charset="0"/>
                              <a:ea typeface="Cambria Math" panose="02040503050406030204" pitchFamily="18" charset="0"/>
                            </a:rPr>
                            <m:t>p</m:t>
                          </m:r>
                        </m:sub>
                      </m:sSub>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ℒ</m:t>
                          </m:r>
                        </m:e>
                        <m:sub>
                          <m:r>
                            <m:rPr>
                              <m:sty m:val="p"/>
                            </m:rPr>
                            <a:rPr lang="en-US" b="0" i="1" smtClean="0">
                              <a:solidFill>
                                <a:schemeClr val="tx1"/>
                              </a:solidFill>
                              <a:latin typeface="Cambria Math" panose="02040503050406030204" pitchFamily="18" charset="0"/>
                              <a:ea typeface="Cambria Math" panose="02040503050406030204" pitchFamily="18" charset="0"/>
                            </a:rPr>
                            <m:t>PCSL</m:t>
                          </m:r>
                        </m:sub>
                      </m:sSub>
                    </m:oMath>
                  </m:oMathPara>
                </a14:m>
                <a:endParaRPr dirty="0"/>
              </a:p>
            </p:txBody>
          </p:sp>
        </mc:Choice>
        <mc:Fallback>
          <p:sp>
            <p:nvSpPr>
              <p:cNvPr id="224" name="Weighted patient contrastive term"/>
              <p:cNvSpPr>
                <a:spLocks noRot="1" noChangeAspect="1" noMove="1" noResize="1" noEditPoints="1" noAdjustHandles="1" noChangeArrowheads="1" noChangeShapeType="1" noTextEdit="1"/>
              </p:cNvSpPr>
              <p:nvPr/>
            </p:nvSpPr>
            <p:spPr>
              <a:xfrm>
                <a:off x="4064000" y="3306900"/>
                <a:ext cx="2159000" cy="609600"/>
              </a:xfrm>
              <a:prstGeom prst="rect">
                <a:avLst/>
              </a:prstGeom>
              <a:blipFill>
                <a:blip r:embed="rId16"/>
                <a:stretch>
                  <a:fillRect/>
                </a:stretch>
              </a:blipFill>
              <a:ln w="0">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5" name="Weighted attention regularization term"/>
              <p:cNvSpPr/>
              <p:nvPr/>
            </p:nvSpPr>
            <p:spPr>
              <a:xfrm>
                <a:off x="6034699" y="3329744"/>
                <a:ext cx="21590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rgbClr val="7030A0"/>
                              </a:solidFill>
                              <a:latin typeface="Cambria Math" panose="02040503050406030204" pitchFamily="18" charset="0"/>
                              <a:ea typeface="Cambria Math" panose="02040503050406030204" pitchFamily="18" charset="0"/>
                            </a:rPr>
                          </m:ctrlPr>
                        </m:sSubPr>
                        <m:e>
                          <m:r>
                            <a:rPr lang="en-US" b="0" i="1" smtClean="0">
                              <a:solidFill>
                                <a:srgbClr val="7030A0"/>
                              </a:solidFill>
                              <a:latin typeface="Cambria Math" panose="02040503050406030204" pitchFamily="18" charset="0"/>
                              <a:ea typeface="Cambria Math" panose="02040503050406030204" pitchFamily="18" charset="0"/>
                            </a:rPr>
                            <m:t>𝜆</m:t>
                          </m:r>
                        </m:e>
                        <m:sub>
                          <m:r>
                            <a:rPr lang="en-US" b="0" i="1" smtClean="0">
                              <a:solidFill>
                                <a:srgbClr val="7030A0"/>
                              </a:solidFill>
                              <a:latin typeface="Cambria Math" panose="02040503050406030204" pitchFamily="18" charset="0"/>
                              <a:ea typeface="Cambria Math" panose="02040503050406030204" pitchFamily="18" charset="0"/>
                              <a:cs typeface="Arial" panose="020B0604020202020204" pitchFamily="34" charset="0"/>
                            </a:rPr>
                            <m:t>𝑔</m:t>
                          </m:r>
                        </m:sub>
                      </m:sSub>
                      <m:sSub>
                        <m:sSubPr>
                          <m:ctrlPr>
                            <a:rPr lang="en-US" b="0" i="1" smtClean="0">
                              <a:solidFill>
                                <a:srgbClr val="7030A0"/>
                              </a:solidFill>
                              <a:latin typeface="Cambria Math" panose="02040503050406030204" pitchFamily="18" charset="0"/>
                              <a:ea typeface="Cambria Math" panose="02040503050406030204" pitchFamily="18" charset="0"/>
                            </a:rPr>
                          </m:ctrlPr>
                        </m:sSubPr>
                        <m:e>
                          <m:r>
                            <a:rPr lang="en-US" b="0" i="1" smtClean="0">
                              <a:solidFill>
                                <a:srgbClr val="7030A0"/>
                              </a:solidFill>
                              <a:latin typeface="Cambria Math" panose="02040503050406030204" pitchFamily="18" charset="0"/>
                              <a:ea typeface="Cambria Math" panose="02040503050406030204" pitchFamily="18" charset="0"/>
                            </a:rPr>
                            <m:t>ℒ</m:t>
                          </m:r>
                        </m:e>
                        <m:sub>
                          <m:r>
                            <m:rPr>
                              <m:sty m:val="p"/>
                            </m:rPr>
                            <a:rPr lang="en-US" b="0" i="1" smtClean="0">
                              <a:solidFill>
                                <a:srgbClr val="7030A0"/>
                              </a:solidFill>
                              <a:latin typeface="Cambria Math" panose="02040503050406030204" pitchFamily="18" charset="0"/>
                              <a:ea typeface="Cambria Math" panose="02040503050406030204" pitchFamily="18" charset="0"/>
                            </a:rPr>
                            <m:t>GPAL</m:t>
                          </m:r>
                        </m:sub>
                      </m:sSub>
                    </m:oMath>
                  </m:oMathPara>
                </a14:m>
                <a:endParaRPr dirty="0"/>
              </a:p>
            </p:txBody>
          </p:sp>
        </mc:Choice>
        <mc:Fallback>
          <p:sp>
            <p:nvSpPr>
              <p:cNvPr id="225" name="Weighted attention regularization term"/>
              <p:cNvSpPr>
                <a:spLocks noRot="1" noChangeAspect="1" noMove="1" noResize="1" noEditPoints="1" noAdjustHandles="1" noChangeArrowheads="1" noChangeShapeType="1" noTextEdit="1"/>
              </p:cNvSpPr>
              <p:nvPr/>
            </p:nvSpPr>
            <p:spPr>
              <a:xfrm>
                <a:off x="6034699" y="3329744"/>
                <a:ext cx="2159000" cy="609600"/>
              </a:xfrm>
              <a:prstGeom prst="rect">
                <a:avLst/>
              </a:prstGeom>
              <a:blipFill>
                <a:blip r:embed="rId17"/>
                <a:stretch>
                  <a:fillRect/>
                </a:stretch>
              </a:blipFill>
              <a:ln w="0">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6" name="Classification term"/>
              <p:cNvSpPr/>
              <p:nvPr/>
            </p:nvSpPr>
            <p:spPr>
              <a:xfrm>
                <a:off x="8371499" y="3318322"/>
                <a:ext cx="13970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ea typeface="Cambria Math" panose="02040503050406030204" pitchFamily="18" charset="0"/>
                            </a:rPr>
                            <m:t>ℒ</m:t>
                          </m:r>
                        </m:e>
                        <m:sub>
                          <m:r>
                            <m:rPr>
                              <m:sty m:val="p"/>
                            </m:rPr>
                            <a:rPr lang="en-US" b="0" i="1" smtClean="0">
                              <a:solidFill>
                                <a:schemeClr val="accent6">
                                  <a:lumMod val="50000"/>
                                </a:schemeClr>
                              </a:solidFill>
                              <a:latin typeface="Cambria Math" panose="02040503050406030204" pitchFamily="18" charset="0"/>
                              <a:ea typeface="Cambria Math" panose="02040503050406030204" pitchFamily="18" charset="0"/>
                            </a:rPr>
                            <m:t>cls</m:t>
                          </m:r>
                        </m:sub>
                      </m:sSub>
                    </m:oMath>
                  </m:oMathPara>
                </a14:m>
                <a:endParaRPr dirty="0"/>
              </a:p>
            </p:txBody>
          </p:sp>
        </mc:Choice>
        <mc:Fallback>
          <p:sp>
            <p:nvSpPr>
              <p:cNvPr id="226" name="Classification term"/>
              <p:cNvSpPr>
                <a:spLocks noRot="1" noChangeAspect="1" noMove="1" noResize="1" noEditPoints="1" noAdjustHandles="1" noChangeArrowheads="1" noChangeShapeType="1" noTextEdit="1"/>
              </p:cNvSpPr>
              <p:nvPr/>
            </p:nvSpPr>
            <p:spPr>
              <a:xfrm>
                <a:off x="8371499" y="3318322"/>
                <a:ext cx="1397000" cy="609600"/>
              </a:xfrm>
              <a:prstGeom prst="rect">
                <a:avLst/>
              </a:prstGeom>
              <a:blipFill>
                <a:blip r:embed="rId18"/>
                <a:stretch>
                  <a:fillRect/>
                </a:stretch>
              </a:blipFill>
              <a:ln w="0">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7" name="Weighted optional HF term"/>
              <p:cNvSpPr/>
              <p:nvPr/>
            </p:nvSpPr>
            <p:spPr>
              <a:xfrm>
                <a:off x="10312400" y="3306900"/>
                <a:ext cx="22606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rgbClr val="B6993A"/>
                              </a:solidFill>
                              <a:latin typeface="Cambria Math" panose="02040503050406030204" pitchFamily="18" charset="0"/>
                              <a:ea typeface="Cambria Math" panose="02040503050406030204" pitchFamily="18" charset="0"/>
                            </a:rPr>
                          </m:ctrlPr>
                        </m:sSubPr>
                        <m:e>
                          <m:r>
                            <a:rPr lang="en-US" b="0" i="1" smtClean="0">
                              <a:solidFill>
                                <a:srgbClr val="B6993A"/>
                              </a:solidFill>
                              <a:latin typeface="Cambria Math" panose="02040503050406030204" pitchFamily="18" charset="0"/>
                              <a:ea typeface="Cambria Math" panose="02040503050406030204" pitchFamily="18" charset="0"/>
                            </a:rPr>
                            <m:t>𝜆</m:t>
                          </m:r>
                        </m:e>
                        <m:sub>
                          <m:r>
                            <m:rPr>
                              <m:sty m:val="p"/>
                            </m:rPr>
                            <a:rPr lang="en-US" b="0" i="1" smtClean="0">
                              <a:solidFill>
                                <a:srgbClr val="B6993A"/>
                              </a:solidFill>
                              <a:latin typeface="Cambria Math" panose="02040503050406030204" pitchFamily="18" charset="0"/>
                              <a:ea typeface="Cambria Math" panose="02040503050406030204" pitchFamily="18" charset="0"/>
                            </a:rPr>
                            <m:t>HF</m:t>
                          </m:r>
                        </m:sub>
                      </m:sSub>
                      <m:sSub>
                        <m:sSubPr>
                          <m:ctrlPr>
                            <a:rPr lang="en-US" b="0" i="1" smtClean="0">
                              <a:solidFill>
                                <a:srgbClr val="B6993A"/>
                              </a:solidFill>
                              <a:latin typeface="Cambria Math" panose="02040503050406030204" pitchFamily="18" charset="0"/>
                              <a:ea typeface="Cambria Math" panose="02040503050406030204" pitchFamily="18" charset="0"/>
                            </a:rPr>
                          </m:ctrlPr>
                        </m:sSubPr>
                        <m:e>
                          <m:r>
                            <a:rPr lang="en-US" b="0" i="1" smtClean="0">
                              <a:solidFill>
                                <a:srgbClr val="B6993A"/>
                              </a:solidFill>
                              <a:latin typeface="Cambria Math" panose="02040503050406030204" pitchFamily="18" charset="0"/>
                              <a:ea typeface="Cambria Math" panose="02040503050406030204" pitchFamily="18" charset="0"/>
                            </a:rPr>
                            <m:t>ℒ</m:t>
                          </m:r>
                        </m:e>
                        <m:sub>
                          <m:r>
                            <m:rPr>
                              <m:sty m:val="p"/>
                            </m:rPr>
                            <a:rPr lang="en-US" b="0" i="1" smtClean="0">
                              <a:solidFill>
                                <a:srgbClr val="B6993A"/>
                              </a:solidFill>
                              <a:latin typeface="Cambria Math" panose="02040503050406030204" pitchFamily="18" charset="0"/>
                              <a:ea typeface="Cambria Math" panose="02040503050406030204" pitchFamily="18" charset="0"/>
                            </a:rPr>
                            <m:t>HF</m:t>
                          </m:r>
                        </m:sub>
                      </m:sSub>
                    </m:oMath>
                  </m:oMathPara>
                </a14:m>
                <a:endParaRPr dirty="0"/>
              </a:p>
            </p:txBody>
          </p:sp>
        </mc:Choice>
        <mc:Fallback>
          <p:sp>
            <p:nvSpPr>
              <p:cNvPr id="227" name="Weighted optional HF term"/>
              <p:cNvSpPr>
                <a:spLocks noRot="1" noChangeAspect="1" noMove="1" noResize="1" noEditPoints="1" noAdjustHandles="1" noChangeArrowheads="1" noChangeShapeType="1" noTextEdit="1"/>
              </p:cNvSpPr>
              <p:nvPr/>
            </p:nvSpPr>
            <p:spPr>
              <a:xfrm>
                <a:off x="10312400" y="3306900"/>
                <a:ext cx="2260600" cy="609600"/>
              </a:xfrm>
              <a:prstGeom prst="rect">
                <a:avLst/>
              </a:prstGeom>
              <a:blipFill>
                <a:blip r:embed="rId19"/>
                <a:stretch>
                  <a:fillRect/>
                </a:stretch>
              </a:blipFill>
              <a:ln w="0">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8" name="Objective addition"/>
              <p:cNvSpPr/>
              <p:nvPr/>
            </p:nvSpPr>
            <p:spPr>
              <a:xfrm>
                <a:off x="5969000" y="3318322"/>
                <a:ext cx="2794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nor/>
                        </m:rPr>
                        <a:rPr lang="en-US" i="1" smtClean="0">
                          <a:solidFill>
                            <a:schemeClr val="tx1"/>
                          </a:solidFill>
                          <a:latin typeface="Cambria Math" panose="02040503050406030204" pitchFamily="18" charset="0"/>
                          <a:ea typeface="Cambria Math" panose="02040503050406030204" pitchFamily="18" charset="0"/>
                        </a:rPr>
                        <m:t> + </m:t>
                      </m:r>
                    </m:oMath>
                  </m:oMathPara>
                </a14:m>
                <a:endParaRPr dirty="0"/>
              </a:p>
            </p:txBody>
          </p:sp>
        </mc:Choice>
        <mc:Fallback>
          <p:sp>
            <p:nvSpPr>
              <p:cNvPr id="228" name="Objective addition"/>
              <p:cNvSpPr>
                <a:spLocks noRot="1" noChangeAspect="1" noMove="1" noResize="1" noEditPoints="1" noAdjustHandles="1" noChangeArrowheads="1" noChangeShapeType="1" noTextEdit="1"/>
              </p:cNvSpPr>
              <p:nvPr/>
            </p:nvSpPr>
            <p:spPr>
              <a:xfrm>
                <a:off x="5969000" y="3318322"/>
                <a:ext cx="279400" cy="609600"/>
              </a:xfrm>
              <a:prstGeom prst="rect">
                <a:avLst/>
              </a:prstGeom>
              <a:blipFill>
                <a:blip r:embed="rId20"/>
                <a:stretch>
                  <a:fillRect l="-12500"/>
                </a:stretch>
              </a:blipFill>
              <a:ln w="0">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9" name="Objective addition"/>
              <p:cNvSpPr/>
              <p:nvPr/>
            </p:nvSpPr>
            <p:spPr>
              <a:xfrm>
                <a:off x="8013319" y="3318322"/>
                <a:ext cx="2794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nor/>
                        </m:rPr>
                        <a:rPr lang="en-US" i="1" smtClean="0">
                          <a:solidFill>
                            <a:schemeClr val="tx1"/>
                          </a:solidFill>
                          <a:latin typeface="Cambria Math" panose="02040503050406030204" pitchFamily="18" charset="0"/>
                          <a:ea typeface="Cambria Math" panose="02040503050406030204" pitchFamily="18" charset="0"/>
                        </a:rPr>
                        <m:t> + </m:t>
                      </m:r>
                    </m:oMath>
                  </m:oMathPara>
                </a14:m>
                <a:endParaRPr dirty="0"/>
              </a:p>
            </p:txBody>
          </p:sp>
        </mc:Choice>
        <mc:Fallback>
          <p:sp>
            <p:nvSpPr>
              <p:cNvPr id="229" name="Objective addition"/>
              <p:cNvSpPr>
                <a:spLocks noRot="1" noChangeAspect="1" noMove="1" noResize="1" noEditPoints="1" noAdjustHandles="1" noChangeArrowheads="1" noChangeShapeType="1" noTextEdit="1"/>
              </p:cNvSpPr>
              <p:nvPr/>
            </p:nvSpPr>
            <p:spPr>
              <a:xfrm>
                <a:off x="8013319" y="3318322"/>
                <a:ext cx="279400" cy="609600"/>
              </a:xfrm>
              <a:prstGeom prst="rect">
                <a:avLst/>
              </a:prstGeom>
              <a:blipFill>
                <a:blip r:embed="rId21"/>
                <a:stretch>
                  <a:fillRect l="-18182"/>
                </a:stretch>
              </a:blipFill>
              <a:ln w="0">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0" name="Objective addition"/>
              <p:cNvSpPr/>
              <p:nvPr/>
            </p:nvSpPr>
            <p:spPr>
              <a:xfrm>
                <a:off x="10045700" y="3306900"/>
                <a:ext cx="279400" cy="609600"/>
              </a:xfrm>
              <a:prstGeom prst="rect">
                <a:avLst/>
              </a:prstGeom>
              <a:noFill/>
              <a:ln w="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nor/>
                        </m:rPr>
                        <a:rPr lang="en-US" i="1" smtClean="0">
                          <a:solidFill>
                            <a:schemeClr val="tx1"/>
                          </a:solidFill>
                          <a:latin typeface="Cambria Math" panose="02040503050406030204" pitchFamily="18" charset="0"/>
                          <a:ea typeface="Cambria Math" panose="02040503050406030204" pitchFamily="18" charset="0"/>
                        </a:rPr>
                        <m:t> + </m:t>
                      </m:r>
                    </m:oMath>
                  </m:oMathPara>
                </a14:m>
                <a:endParaRPr/>
              </a:p>
            </p:txBody>
          </p:sp>
        </mc:Choice>
        <mc:Fallback>
          <p:sp>
            <p:nvSpPr>
              <p:cNvPr id="230" name="Objective addition"/>
              <p:cNvSpPr>
                <a:spLocks noRot="1" noChangeAspect="1" noMove="1" noResize="1" noEditPoints="1" noAdjustHandles="1" noChangeArrowheads="1" noChangeShapeType="1" noTextEdit="1"/>
              </p:cNvSpPr>
              <p:nvPr/>
            </p:nvSpPr>
            <p:spPr>
              <a:xfrm>
                <a:off x="10045700" y="3306900"/>
                <a:ext cx="279400" cy="609600"/>
              </a:xfrm>
              <a:prstGeom prst="rect">
                <a:avLst/>
              </a:prstGeom>
              <a:blipFill>
                <a:blip r:embed="rId20"/>
                <a:stretch>
                  <a:fillRect l="-17391"/>
                </a:stretch>
              </a:blipFill>
              <a:ln w="0">
                <a:noFill/>
              </a:ln>
              <a:effectLst/>
            </p:spPr>
            <p:txBody>
              <a:bodyPr/>
              <a:lstStyle/>
              <a:p>
                <a:r>
                  <a:rPr lang="en-US">
                    <a:noFill/>
                  </a:rPr>
                  <a:t> </a:t>
                </a:r>
              </a:p>
            </p:txBody>
          </p:sp>
        </mc:Fallback>
      </mc:AlternateContent>
      <p:sp>
        <p:nvSpPr>
          <p:cNvPr id="236" name="Bottom aligned loss annotation Patient contrastive"/>
          <p:cNvSpPr txBox="1"/>
          <p:nvPr/>
        </p:nvSpPr>
        <p:spPr>
          <a:xfrm>
            <a:off x="4178300" y="3866981"/>
            <a:ext cx="1930400" cy="217865"/>
          </a:xfrm>
          <a:prstGeom prst="rect">
            <a:avLst/>
          </a:prstGeom>
          <a:noFill/>
        </p:spPr>
        <p:txBody>
          <a:bodyPr wrap="none" lIns="0" tIns="0" rIns="0" bIns="0" anchor="b">
            <a:noAutofit/>
          </a:bodyPr>
          <a:lstStyle/>
          <a:p>
            <a:pPr algn="ctr"/>
            <a:r>
              <a:rPr sz="1400" b="0" dirty="0">
                <a:solidFill>
                  <a:srgbClr val="333333"/>
                </a:solidFill>
                <a:latin typeface="Arial"/>
              </a:rPr>
              <a:t>Patient</a:t>
            </a:r>
            <a:r>
              <a:rPr lang="en-US" sz="1400" b="0" dirty="0">
                <a:solidFill>
                  <a:srgbClr val="333333"/>
                </a:solidFill>
                <a:latin typeface="Arial"/>
              </a:rPr>
              <a:t> </a:t>
            </a:r>
            <a:r>
              <a:rPr lang="en-US" sz="1400" dirty="0">
                <a:solidFill>
                  <a:srgbClr val="333333"/>
                </a:solidFill>
                <a:latin typeface="Arial"/>
              </a:rPr>
              <a:t>C</a:t>
            </a:r>
            <a:r>
              <a:rPr sz="1400" b="0" dirty="0">
                <a:solidFill>
                  <a:srgbClr val="333333"/>
                </a:solidFill>
                <a:latin typeface="Arial"/>
              </a:rPr>
              <a:t>ontrastive</a:t>
            </a:r>
          </a:p>
        </p:txBody>
      </p:sp>
      <p:sp>
        <p:nvSpPr>
          <p:cNvPr id="238" name="Bottom aligned loss annotation Patient alignment"/>
          <p:cNvSpPr txBox="1"/>
          <p:nvPr/>
        </p:nvSpPr>
        <p:spPr>
          <a:xfrm>
            <a:off x="6091588" y="3891252"/>
            <a:ext cx="1930400" cy="203200"/>
          </a:xfrm>
          <a:prstGeom prst="rect">
            <a:avLst/>
          </a:prstGeom>
          <a:noFill/>
        </p:spPr>
        <p:txBody>
          <a:bodyPr wrap="none" lIns="0" tIns="0" rIns="0" bIns="0" anchor="b">
            <a:noAutofit/>
          </a:bodyPr>
          <a:lstStyle/>
          <a:p>
            <a:pPr algn="ctr"/>
            <a:r>
              <a:rPr sz="1400" b="0" dirty="0">
                <a:solidFill>
                  <a:srgbClr val="7030A0"/>
                </a:solidFill>
                <a:latin typeface="Arial"/>
              </a:rPr>
              <a:t>Patient</a:t>
            </a:r>
            <a:r>
              <a:rPr lang="en-US" sz="1400" b="0" dirty="0">
                <a:solidFill>
                  <a:srgbClr val="7030A0"/>
                </a:solidFill>
                <a:latin typeface="Arial"/>
              </a:rPr>
              <a:t> A</a:t>
            </a:r>
            <a:r>
              <a:rPr sz="1400" b="0" dirty="0">
                <a:solidFill>
                  <a:srgbClr val="7030A0"/>
                </a:solidFill>
                <a:latin typeface="Arial"/>
              </a:rPr>
              <a:t>lignment</a:t>
            </a:r>
          </a:p>
        </p:txBody>
      </p:sp>
      <p:sp>
        <p:nvSpPr>
          <p:cNvPr id="240" name="Bottom aligned loss annotation Native + C-W classification"/>
          <p:cNvSpPr txBox="1"/>
          <p:nvPr/>
        </p:nvSpPr>
        <p:spPr>
          <a:xfrm>
            <a:off x="8149792" y="3903570"/>
            <a:ext cx="1930400" cy="190881"/>
          </a:xfrm>
          <a:prstGeom prst="rect">
            <a:avLst/>
          </a:prstGeom>
          <a:noFill/>
        </p:spPr>
        <p:txBody>
          <a:bodyPr wrap="none" lIns="0" tIns="0" rIns="0" bIns="0" anchor="b">
            <a:noAutofit/>
          </a:bodyPr>
          <a:lstStyle/>
          <a:p>
            <a:pPr algn="ctr"/>
            <a:r>
              <a:rPr sz="1400" b="0" dirty="0">
                <a:solidFill>
                  <a:srgbClr val="32631C"/>
                </a:solidFill>
                <a:latin typeface="Arial"/>
              </a:rPr>
              <a:t>Native + </a:t>
            </a:r>
            <a:r>
              <a:rPr sz="1400" i="1" dirty="0">
                <a:solidFill>
                  <a:srgbClr val="32631C"/>
                </a:solidFill>
                <a:latin typeface="Consolas" panose="020B0609020204030204" pitchFamily="49" charset="0"/>
                <a:cs typeface="Consolas" panose="020B0609020204030204" pitchFamily="49" charset="0"/>
              </a:rPr>
              <a:t>C-W</a:t>
            </a:r>
            <a:r>
              <a:rPr lang="en-US" sz="1400" i="1" dirty="0">
                <a:solidFill>
                  <a:srgbClr val="32631C"/>
                </a:solidFill>
                <a:latin typeface="Consolas" panose="020B0609020204030204" pitchFamily="49" charset="0"/>
                <a:cs typeface="Consolas" panose="020B0609020204030204" pitchFamily="49" charset="0"/>
              </a:rPr>
              <a:t> </a:t>
            </a:r>
            <a:r>
              <a:rPr lang="en-US" sz="1400" b="0" dirty="0">
                <a:solidFill>
                  <a:srgbClr val="32631C"/>
                </a:solidFill>
                <a:latin typeface="Arial"/>
              </a:rPr>
              <a:t>Cl</a:t>
            </a:r>
            <a:r>
              <a:rPr sz="1400" b="0" dirty="0">
                <a:solidFill>
                  <a:srgbClr val="32631C"/>
                </a:solidFill>
                <a:latin typeface="Arial"/>
              </a:rPr>
              <a:t>assification</a:t>
            </a:r>
          </a:p>
        </p:txBody>
      </p:sp>
      <p:sp>
        <p:nvSpPr>
          <p:cNvPr id="242" name="Bottom aligned loss annotation HF supervision (optional)"/>
          <p:cNvSpPr txBox="1"/>
          <p:nvPr/>
        </p:nvSpPr>
        <p:spPr>
          <a:xfrm>
            <a:off x="10490200" y="3891252"/>
            <a:ext cx="1930400" cy="203200"/>
          </a:xfrm>
          <a:prstGeom prst="rect">
            <a:avLst/>
          </a:prstGeom>
          <a:noFill/>
        </p:spPr>
        <p:txBody>
          <a:bodyPr wrap="none" lIns="0" tIns="0" rIns="0" bIns="0" anchor="b">
            <a:noAutofit/>
          </a:bodyPr>
          <a:lstStyle/>
          <a:p>
            <a:pPr algn="ctr"/>
            <a:r>
              <a:rPr sz="1400" b="0" dirty="0">
                <a:solidFill>
                  <a:srgbClr val="B6993A"/>
                </a:solidFill>
                <a:latin typeface="Arial"/>
              </a:rPr>
              <a:t>HF </a:t>
            </a:r>
            <a:r>
              <a:rPr lang="en-US" sz="1400" b="0" dirty="0">
                <a:solidFill>
                  <a:srgbClr val="B6993A"/>
                </a:solidFill>
                <a:latin typeface="Arial"/>
              </a:rPr>
              <a:t>S</a:t>
            </a:r>
            <a:r>
              <a:rPr sz="1400" b="0" dirty="0">
                <a:solidFill>
                  <a:srgbClr val="B6993A"/>
                </a:solidFill>
                <a:latin typeface="Arial"/>
              </a:rPr>
              <a:t>upervision</a:t>
            </a:r>
            <a:r>
              <a:rPr lang="en-US" sz="1400" b="0" dirty="0">
                <a:solidFill>
                  <a:srgbClr val="B6993A"/>
                </a:solidFill>
                <a:latin typeface="Arial"/>
              </a:rPr>
              <a:t> </a:t>
            </a:r>
            <a:r>
              <a:rPr sz="1400" b="0" dirty="0">
                <a:solidFill>
                  <a:srgbClr val="B6993A"/>
                </a:solidFill>
                <a:latin typeface="Arial"/>
              </a:rPr>
              <a:t>(</a:t>
            </a:r>
            <a:r>
              <a:rPr lang="en-US" sz="1400" b="0" dirty="0">
                <a:solidFill>
                  <a:srgbClr val="B6993A"/>
                </a:solidFill>
                <a:latin typeface="Arial"/>
              </a:rPr>
              <a:t>O</a:t>
            </a:r>
            <a:r>
              <a:rPr sz="1400" b="0" dirty="0">
                <a:solidFill>
                  <a:srgbClr val="B6993A"/>
                </a:solidFill>
                <a:latin typeface="Arial"/>
              </a:rPr>
              <a:t>ptional)</a:t>
            </a:r>
          </a:p>
        </p:txBody>
      </p:sp>
      <p:sp>
        <p:nvSpPr>
          <p:cNvPr id="413" name="C-W supervision junction"/>
          <p:cNvSpPr/>
          <p:nvPr/>
        </p:nvSpPr>
        <p:spPr>
          <a:xfrm>
            <a:off x="8121650" y="2495550"/>
            <a:ext cx="38100" cy="38100"/>
          </a:xfrm>
          <a:prstGeom prst="ellipse">
            <a:avLst/>
          </a:prstGeom>
          <a:solidFill>
            <a:srgbClr val="32631C"/>
          </a:solidFill>
          <a:ln>
            <a:noFill/>
          </a:ln>
        </p:spPr>
        <p:txBody>
          <a:bodyPr/>
          <a:lstStyle/>
          <a:p>
            <a:endParaRPr lang="en-US"/>
          </a:p>
        </p:txBody>
      </p:sp>
      <p:sp>
        <p:nvSpPr>
          <p:cNvPr id="417" name="Classification training group title"/>
          <p:cNvSpPr txBox="1"/>
          <p:nvPr/>
        </p:nvSpPr>
        <p:spPr>
          <a:xfrm>
            <a:off x="9648092" y="1091475"/>
            <a:ext cx="2641600" cy="292100"/>
          </a:xfrm>
          <a:prstGeom prst="rect">
            <a:avLst/>
          </a:prstGeom>
          <a:noFill/>
        </p:spPr>
        <p:txBody>
          <a:bodyPr wrap="none" lIns="0" tIns="0" rIns="0" bIns="0" anchor="b">
            <a:noAutofit/>
          </a:bodyPr>
          <a:lstStyle/>
          <a:p>
            <a:pPr algn="ctr"/>
            <a:r>
              <a:rPr sz="1600" dirty="0">
                <a:latin typeface="Arial"/>
              </a:rPr>
              <a:t>Training </a:t>
            </a:r>
            <a:r>
              <a:rPr lang="en-US" sz="1600" dirty="0">
                <a:latin typeface="Arial"/>
              </a:rPr>
              <a:t>S</a:t>
            </a:r>
            <a:r>
              <a:rPr sz="1600" dirty="0">
                <a:latin typeface="Arial"/>
              </a:rPr>
              <a:t>upervision</a:t>
            </a:r>
          </a:p>
        </p:txBody>
      </p:sp>
      <mc:AlternateContent xmlns:mc="http://schemas.openxmlformats.org/markup-compatibility/2006">
        <mc:Choice xmlns:a14="http://schemas.microsoft.com/office/drawing/2010/main" Requires="a14">
          <p:sp>
            <p:nvSpPr>
              <p:cNvPr id="418" name="HF training source"/>
              <p:cNvSpPr txBox="1"/>
              <p:nvPr/>
            </p:nvSpPr>
            <p:spPr>
              <a:xfrm>
                <a:off x="9105900" y="2562879"/>
                <a:ext cx="1549400" cy="203200"/>
              </a:xfrm>
              <a:prstGeom prst="rect">
                <a:avLst/>
              </a:prstGeom>
              <a:noFill/>
            </p:spPr>
            <p:txBody>
              <a:bodyPr wrap="none" lIns="0" tIns="0" rIns="0" bIns="0" anchor="b">
                <a:noAutofit/>
              </a:bodyPr>
              <a:lstStyle/>
              <a:p>
                <a:pPr algn="ctr"/>
                <a14:m>
                  <m:oMath xmlns:m="http://schemas.openxmlformats.org/officeDocument/2006/math">
                    <m:sSup>
                      <m:sSupPr>
                        <m:ctrlPr>
                          <a:rPr lang="en-US" sz="1600" b="1" dirty="0">
                            <a:solidFill>
                              <a:srgbClr val="B6993A"/>
                            </a:solidFill>
                            <a:latin typeface="Arial" panose="020B0604020202020204" pitchFamily="34" charset="0"/>
                            <a:cs typeface="Arial" panose="020B0604020202020204" pitchFamily="34" charset="0"/>
                          </a:rPr>
                        </m:ctrlPr>
                      </m:sSupPr>
                      <m:e>
                        <m:r>
                          <m:rPr>
                            <m:nor/>
                          </m:rPr>
                          <a:rPr lang="en-US" sz="1600" b="1" dirty="0">
                            <a:solidFill>
                              <a:srgbClr val="B6993A"/>
                            </a:solidFill>
                            <a:latin typeface="Arial" panose="020B0604020202020204" pitchFamily="34" charset="0"/>
                            <a:cs typeface="Arial" panose="020B0604020202020204" pitchFamily="34" charset="0"/>
                          </a:rPr>
                          <m:t>H</m:t>
                        </m:r>
                        <m:r>
                          <m:rPr>
                            <m:nor/>
                          </m:rPr>
                          <a:rPr lang="en-US" sz="1600" b="1" i="0" dirty="0" smtClean="0">
                            <a:solidFill>
                              <a:srgbClr val="B6993A"/>
                            </a:solidFill>
                            <a:latin typeface="Arial" panose="020B0604020202020204" pitchFamily="34" charset="0"/>
                            <a:cs typeface="Arial" panose="020B0604020202020204" pitchFamily="34" charset="0"/>
                          </a:rPr>
                          <m:t>F train</m:t>
                        </m:r>
                      </m:e>
                      <m:sup>
                        <m:r>
                          <a:rPr lang="ar-AE" sz="1600" b="1" i="1">
                            <a:solidFill>
                              <a:srgbClr val="B6993A"/>
                            </a:solidFill>
                            <a:latin typeface="Cambria Math" panose="02040503050406030204" pitchFamily="18" charset="0"/>
                            <a:cs typeface="Arial" panose="020B0604020202020204" pitchFamily="34" charset="0"/>
                          </a:rPr>
                          <m:t>∗</m:t>
                        </m:r>
                      </m:sup>
                    </m:sSup>
                  </m:oMath>
                </a14:m>
                <a:r>
                  <a:rPr lang="ar-AE" sz="1600" dirty="0">
                    <a:solidFill>
                      <a:srgbClr val="B6993A"/>
                    </a:solidFill>
                    <a:latin typeface="Arial"/>
                  </a:rPr>
                  <a:t>(</a:t>
                </a:r>
                <a:r>
                  <a:rPr lang="en-US" sz="1600" dirty="0">
                    <a:solidFill>
                      <a:srgbClr val="B6993A"/>
                    </a:solidFill>
                    <a:latin typeface="Arial"/>
                  </a:rPr>
                  <a:t>Optional)</a:t>
                </a:r>
              </a:p>
            </p:txBody>
          </p:sp>
        </mc:Choice>
        <mc:Fallback>
          <p:sp>
            <p:nvSpPr>
              <p:cNvPr id="418" name="HF training source"/>
              <p:cNvSpPr txBox="1">
                <a:spLocks noRot="1" noChangeAspect="1" noMove="1" noResize="1" noEditPoints="1" noAdjustHandles="1" noChangeArrowheads="1" noChangeShapeType="1" noTextEdit="1"/>
              </p:cNvSpPr>
              <p:nvPr/>
            </p:nvSpPr>
            <p:spPr>
              <a:xfrm>
                <a:off x="9105900" y="2562879"/>
                <a:ext cx="1549400" cy="203200"/>
              </a:xfrm>
              <a:prstGeom prst="rect">
                <a:avLst/>
              </a:prstGeom>
              <a:blipFill>
                <a:blip r:embed="rId22"/>
                <a:stretch>
                  <a:fillRect l="-11382" t="-47059" r="-13821" b="-64706"/>
                </a:stretch>
              </a:blipFill>
            </p:spPr>
            <p:txBody>
              <a:bodyPr/>
              <a:lstStyle/>
              <a:p>
                <a:r>
                  <a:rPr lang="en-US">
                    <a:noFill/>
                  </a:rPr>
                  <a:t> </a:t>
                </a:r>
              </a:p>
            </p:txBody>
          </p:sp>
        </mc:Fallback>
      </mc:AlternateContent>
      <p:sp>
        <p:nvSpPr>
          <p:cNvPr id="420" name="Optional HF train C-W junction"/>
          <p:cNvSpPr/>
          <p:nvPr/>
        </p:nvSpPr>
        <p:spPr>
          <a:xfrm>
            <a:off x="8451850" y="2495550"/>
            <a:ext cx="38100" cy="38100"/>
          </a:xfrm>
          <a:prstGeom prst="ellipse">
            <a:avLst/>
          </a:prstGeom>
          <a:solidFill>
            <a:srgbClr val="B6993A"/>
          </a:solidFill>
          <a:ln>
            <a:noFill/>
          </a:ln>
        </p:spPr>
        <p:txBody>
          <a:bodyPr/>
          <a:lstStyle/>
          <a:p>
            <a:endParaRPr lang="en-US"/>
          </a:p>
        </p:txBody>
      </p:sp>
      <p:sp>
        <p:nvSpPr>
          <p:cNvPr id="700" name="Non-junction crossover bridge"/>
          <p:cNvSpPr/>
          <p:nvPr/>
        </p:nvSpPr>
        <p:spPr>
          <a:xfrm>
            <a:off x="9359900" y="2768600"/>
            <a:ext cx="76200" cy="101600"/>
          </a:xfrm>
          <a:custGeom>
            <a:avLst/>
            <a:gdLst/>
            <a:ahLst/>
            <a:cxnLst/>
            <a:rect l="0" t="0" r="r" b="b"/>
            <a:pathLst>
              <a:path w="76200" h="101600" fill="none">
                <a:moveTo>
                  <a:pt x="0" y="101600"/>
                </a:moveTo>
                <a:cubicBezTo>
                  <a:pt x="76200" y="101600"/>
                  <a:pt x="76200" y="0"/>
                  <a:pt x="0" y="0"/>
                </a:cubicBezTo>
              </a:path>
            </a:pathLst>
          </a:custGeom>
          <a:noFill/>
          <a:ln w="57150">
            <a:solidFill>
              <a:srgbClr val="FFFFFF"/>
            </a:solidFill>
            <a:prstDash val="solid"/>
            <a:round/>
          </a:ln>
        </p:spPr>
        <p:txBody>
          <a:bodyPr/>
          <a:lstStyle/>
          <a:p>
            <a:endParaRPr lang="en-US"/>
          </a:p>
        </p:txBody>
      </p:sp>
      <p:sp>
        <p:nvSpPr>
          <p:cNvPr id="702" name="Non-junction crossover bridge"/>
          <p:cNvSpPr/>
          <p:nvPr/>
        </p:nvSpPr>
        <p:spPr>
          <a:xfrm>
            <a:off x="10655300" y="2819400"/>
            <a:ext cx="76200" cy="101600"/>
          </a:xfrm>
          <a:custGeom>
            <a:avLst/>
            <a:gdLst/>
            <a:ahLst/>
            <a:cxnLst/>
            <a:rect l="0" t="0" r="r" b="b"/>
            <a:pathLst>
              <a:path w="76200" h="101600" fill="none">
                <a:moveTo>
                  <a:pt x="0" y="0"/>
                </a:moveTo>
                <a:cubicBezTo>
                  <a:pt x="76200" y="0"/>
                  <a:pt x="76200" y="101600"/>
                  <a:pt x="0" y="101600"/>
                </a:cubicBezTo>
              </a:path>
            </a:pathLst>
          </a:custGeom>
          <a:noFill/>
          <a:ln w="57150">
            <a:solidFill>
              <a:srgbClr val="FFFFFF"/>
            </a:solidFill>
            <a:prstDash val="solid"/>
            <a:round/>
          </a:ln>
        </p:spPr>
        <p:txBody>
          <a:bodyPr/>
          <a:lstStyle/>
          <a:p>
            <a:endParaRPr lang="en-US"/>
          </a:p>
        </p:txBody>
      </p:sp>
      <p:sp>
        <p:nvSpPr>
          <p:cNvPr id="703" name="Non-junction crossover bridge"/>
          <p:cNvSpPr/>
          <p:nvPr/>
        </p:nvSpPr>
        <p:spPr>
          <a:xfrm>
            <a:off x="10655300" y="3117850"/>
            <a:ext cx="76200" cy="101600"/>
          </a:xfrm>
          <a:custGeom>
            <a:avLst/>
            <a:gdLst/>
            <a:ahLst/>
            <a:cxnLst/>
            <a:rect l="0" t="0" r="r" b="b"/>
            <a:pathLst>
              <a:path w="76200" h="101600" fill="none">
                <a:moveTo>
                  <a:pt x="0" y="0"/>
                </a:moveTo>
                <a:cubicBezTo>
                  <a:pt x="76200" y="0"/>
                  <a:pt x="76200" y="101600"/>
                  <a:pt x="0" y="101600"/>
                </a:cubicBezTo>
              </a:path>
            </a:pathLst>
          </a:custGeom>
          <a:noFill/>
          <a:ln w="57150">
            <a:solidFill>
              <a:srgbClr val="FFFFFF"/>
            </a:solidFill>
            <a:prstDash val="solid"/>
            <a:round/>
          </a:ln>
        </p:spPr>
        <p:txBody>
          <a:bodyPr/>
          <a:lstStyle/>
          <a:p>
            <a:endParaRPr lang="en-US"/>
          </a:p>
        </p:txBody>
      </p:sp>
      <p:cxnSp>
        <p:nvCxnSpPr>
          <p:cNvPr id="10" name="Elbow Connector 9">
            <a:extLst>
              <a:ext uri="{FF2B5EF4-FFF2-40B4-BE49-F238E27FC236}">
                <a16:creationId xmlns:a16="http://schemas.microsoft.com/office/drawing/2014/main" id="{5E5C8166-0405-0BFC-BC1F-2D02FB0C533D}"/>
              </a:ext>
            </a:extLst>
          </p:cNvPr>
          <p:cNvCxnSpPr>
            <a:cxnSpLocks/>
          </p:cNvCxnSpPr>
          <p:nvPr/>
        </p:nvCxnSpPr>
        <p:spPr>
          <a:xfrm flipV="1">
            <a:off x="2406630" y="1435100"/>
            <a:ext cx="984270" cy="1106045"/>
          </a:xfrm>
          <a:prstGeom prst="bentConnector3">
            <a:avLst>
              <a:gd name="adj1" fmla="val 73124"/>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6" name="Elbow Connector 25">
            <a:extLst>
              <a:ext uri="{FF2B5EF4-FFF2-40B4-BE49-F238E27FC236}">
                <a16:creationId xmlns:a16="http://schemas.microsoft.com/office/drawing/2014/main" id="{5BCBE0E5-1964-3719-918D-A226B488B53F}"/>
              </a:ext>
            </a:extLst>
          </p:cNvPr>
          <p:cNvCxnSpPr>
            <a:cxnSpLocks/>
            <a:endCxn id="12" idx="1"/>
          </p:cNvCxnSpPr>
          <p:nvPr/>
        </p:nvCxnSpPr>
        <p:spPr>
          <a:xfrm>
            <a:off x="2432570" y="2541145"/>
            <a:ext cx="958330" cy="193094"/>
          </a:xfrm>
          <a:prstGeom prst="bentConnector3">
            <a:avLst>
              <a:gd name="adj1" fmla="val 72331"/>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9" name="Elbow Connector 48">
            <a:extLst>
              <a:ext uri="{FF2B5EF4-FFF2-40B4-BE49-F238E27FC236}">
                <a16:creationId xmlns:a16="http://schemas.microsoft.com/office/drawing/2014/main" id="{C0D8B77B-1315-C6B5-429B-18EDF9686F56}"/>
              </a:ext>
            </a:extLst>
          </p:cNvPr>
          <p:cNvCxnSpPr>
            <a:cxnSpLocks/>
            <a:stCxn id="12" idx="2"/>
          </p:cNvCxnSpPr>
          <p:nvPr/>
        </p:nvCxnSpPr>
        <p:spPr>
          <a:xfrm rot="16200000" flipH="1">
            <a:off x="4573352" y="2859887"/>
            <a:ext cx="403696" cy="711200"/>
          </a:xfrm>
          <a:prstGeom prst="bentConnector3">
            <a:avLst>
              <a:gd name="adj1" fmla="val 63832"/>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53" name="Elbow Connector 52">
            <a:extLst>
              <a:ext uri="{FF2B5EF4-FFF2-40B4-BE49-F238E27FC236}">
                <a16:creationId xmlns:a16="http://schemas.microsoft.com/office/drawing/2014/main" id="{B965E38A-D0E0-039B-6AD6-5D78492240B7}"/>
              </a:ext>
            </a:extLst>
          </p:cNvPr>
          <p:cNvCxnSpPr>
            <a:cxnSpLocks/>
            <a:stCxn id="12" idx="2"/>
          </p:cNvCxnSpPr>
          <p:nvPr/>
        </p:nvCxnSpPr>
        <p:spPr>
          <a:xfrm rot="16200000" flipH="1">
            <a:off x="5568274" y="1864964"/>
            <a:ext cx="413098" cy="2710447"/>
          </a:xfrm>
          <a:prstGeom prst="bentConnector3">
            <a:avLst>
              <a:gd name="adj1" fmla="val 62324"/>
            </a:avLst>
          </a:prstGeom>
          <a:ln>
            <a:solidFill>
              <a:srgbClr val="7030A0"/>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60" name="Elbow Connector 59">
            <a:extLst>
              <a:ext uri="{FF2B5EF4-FFF2-40B4-BE49-F238E27FC236}">
                <a16:creationId xmlns:a16="http://schemas.microsoft.com/office/drawing/2014/main" id="{17013CA8-4FE1-BC26-3403-1663F64857C5}"/>
              </a:ext>
            </a:extLst>
          </p:cNvPr>
          <p:cNvCxnSpPr>
            <a:cxnSpLocks/>
            <a:stCxn id="4" idx="3"/>
            <a:endCxn id="13" idx="1"/>
          </p:cNvCxnSpPr>
          <p:nvPr/>
        </p:nvCxnSpPr>
        <p:spPr>
          <a:xfrm flipV="1">
            <a:off x="5448300" y="873125"/>
            <a:ext cx="762000" cy="561975"/>
          </a:xfrm>
          <a:prstGeom prst="bentConnector3">
            <a:avLst>
              <a:gd name="adj1" fmla="val 50000"/>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3" name="Elbow Connector 62">
            <a:extLst>
              <a:ext uri="{FF2B5EF4-FFF2-40B4-BE49-F238E27FC236}">
                <a16:creationId xmlns:a16="http://schemas.microsoft.com/office/drawing/2014/main" id="{2813691E-BA76-E932-292F-D2DEADEF4EAE}"/>
              </a:ext>
            </a:extLst>
          </p:cNvPr>
          <p:cNvCxnSpPr>
            <a:cxnSpLocks/>
            <a:stCxn id="4" idx="3"/>
            <a:endCxn id="28" idx="1"/>
          </p:cNvCxnSpPr>
          <p:nvPr/>
        </p:nvCxnSpPr>
        <p:spPr>
          <a:xfrm>
            <a:off x="5448300" y="1435100"/>
            <a:ext cx="762000" cy="648010"/>
          </a:xfrm>
          <a:prstGeom prst="bentConnector3">
            <a:avLst>
              <a:gd name="adj1" fmla="val 50000"/>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5" name="Elbow Connector 74">
            <a:extLst>
              <a:ext uri="{FF2B5EF4-FFF2-40B4-BE49-F238E27FC236}">
                <a16:creationId xmlns:a16="http://schemas.microsoft.com/office/drawing/2014/main" id="{D0E5029F-3612-52DC-7F96-9915C2284272}"/>
              </a:ext>
            </a:extLst>
          </p:cNvPr>
          <p:cNvCxnSpPr>
            <a:cxnSpLocks/>
            <a:stCxn id="4" idx="3"/>
            <a:endCxn id="14" idx="1"/>
          </p:cNvCxnSpPr>
          <p:nvPr/>
        </p:nvCxnSpPr>
        <p:spPr>
          <a:xfrm flipV="1">
            <a:off x="5448300" y="1315721"/>
            <a:ext cx="762000" cy="119379"/>
          </a:xfrm>
          <a:prstGeom prst="bentConnector3">
            <a:avLst>
              <a:gd name="adj1" fmla="val 50000"/>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14554C06-8AD1-9F3E-F2A5-EF79EDFA84CE}"/>
              </a:ext>
            </a:extLst>
          </p:cNvPr>
          <p:cNvSpPr/>
          <p:nvPr/>
        </p:nvSpPr>
        <p:spPr>
          <a:xfrm>
            <a:off x="6210300" y="1900230"/>
            <a:ext cx="2489200" cy="365760"/>
          </a:xfrm>
          <a:prstGeom prst="rect">
            <a:avLst/>
          </a:prstGeom>
          <a:solidFill>
            <a:schemeClr val="accent6">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sz="1600" dirty="0">
                <a:solidFill>
                  <a:srgbClr val="000000"/>
                </a:solidFill>
                <a:latin typeface="Consolas" panose="020B0609020204030204" pitchFamily="49" charset="0"/>
                <a:cs typeface="Consolas" panose="020B0609020204030204" pitchFamily="49" charset="0"/>
              </a:rPr>
              <a:t>C</a:t>
            </a:r>
            <a:r>
              <a:rPr lang="en-US" sz="1600" dirty="0">
                <a:solidFill>
                  <a:srgbClr val="000000"/>
                </a:solidFill>
                <a:latin typeface="Arial" panose="020B0604020202020204" pitchFamily="34" charset="0"/>
                <a:cs typeface="Arial" panose="020B0604020202020204" pitchFamily="34" charset="0"/>
              </a:rPr>
              <a:t>: Crackles</a:t>
            </a:r>
            <a:endParaRPr lang="en-US" sz="1600" dirty="0">
              <a:solidFill>
                <a:srgbClr val="000000"/>
              </a:solidFill>
              <a:latin typeface="Consolas" panose="020B0609020204030204" pitchFamily="49" charset="0"/>
              <a:cs typeface="Consolas" panose="020B0609020204030204" pitchFamily="49" charset="0"/>
            </a:endParaRPr>
          </a:p>
        </p:txBody>
      </p:sp>
      <p:sp>
        <p:nvSpPr>
          <p:cNvPr id="82" name="Rectangle 81">
            <a:extLst>
              <a:ext uri="{FF2B5EF4-FFF2-40B4-BE49-F238E27FC236}">
                <a16:creationId xmlns:a16="http://schemas.microsoft.com/office/drawing/2014/main" id="{9D721FBD-D72A-90C1-14FE-49B5C3785A3D}"/>
              </a:ext>
            </a:extLst>
          </p:cNvPr>
          <p:cNvSpPr/>
          <p:nvPr/>
        </p:nvSpPr>
        <p:spPr>
          <a:xfrm>
            <a:off x="6210300" y="2346960"/>
            <a:ext cx="2489200" cy="365760"/>
          </a:xfrm>
          <a:prstGeom prst="rect">
            <a:avLst/>
          </a:prstGeom>
          <a:solidFill>
            <a:schemeClr val="accent6">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sz="1600" i="1" dirty="0">
                <a:solidFill>
                  <a:srgbClr val="000000"/>
                </a:solidFill>
                <a:latin typeface="Consolas" panose="020B0609020204030204" pitchFamily="49" charset="0"/>
                <a:cs typeface="Consolas" panose="020B0609020204030204" pitchFamily="49" charset="0"/>
              </a:rPr>
              <a:t>W</a:t>
            </a:r>
            <a:r>
              <a:rPr lang="en-US" sz="1600" dirty="0">
                <a:solidFill>
                  <a:srgbClr val="000000"/>
                </a:solidFill>
                <a:latin typeface="Arial" panose="020B0604020202020204" pitchFamily="34" charset="0"/>
                <a:cs typeface="Arial" panose="020B0604020202020204" pitchFamily="34" charset="0"/>
              </a:rPr>
              <a:t>: Wheezes</a:t>
            </a:r>
            <a:endParaRPr lang="en-US" sz="1600" dirty="0">
              <a:solidFill>
                <a:srgbClr val="000000"/>
              </a:solidFill>
              <a:latin typeface="Consolas" panose="020B0609020204030204" pitchFamily="49" charset="0"/>
              <a:cs typeface="Consolas" panose="020B0609020204030204" pitchFamily="49" charset="0"/>
            </a:endParaRPr>
          </a:p>
        </p:txBody>
      </p:sp>
      <p:cxnSp>
        <p:nvCxnSpPr>
          <p:cNvPr id="85" name="Elbow Connector 84">
            <a:extLst>
              <a:ext uri="{FF2B5EF4-FFF2-40B4-BE49-F238E27FC236}">
                <a16:creationId xmlns:a16="http://schemas.microsoft.com/office/drawing/2014/main" id="{CFA21CE9-265B-BAA7-57E9-370B5E862A09}"/>
              </a:ext>
            </a:extLst>
          </p:cNvPr>
          <p:cNvCxnSpPr>
            <a:cxnSpLocks/>
            <a:stCxn id="4" idx="3"/>
            <a:endCxn id="82" idx="1"/>
          </p:cNvCxnSpPr>
          <p:nvPr/>
        </p:nvCxnSpPr>
        <p:spPr>
          <a:xfrm>
            <a:off x="5448300" y="1435100"/>
            <a:ext cx="762000" cy="1094740"/>
          </a:xfrm>
          <a:prstGeom prst="bentConnector3">
            <a:avLst>
              <a:gd name="adj1" fmla="val 50000"/>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2" name="Elbow Connector 91">
            <a:extLst>
              <a:ext uri="{FF2B5EF4-FFF2-40B4-BE49-F238E27FC236}">
                <a16:creationId xmlns:a16="http://schemas.microsoft.com/office/drawing/2014/main" id="{7602C22B-B0EA-A7DD-4883-1E7A2E3A8372}"/>
              </a:ext>
            </a:extLst>
          </p:cNvPr>
          <p:cNvCxnSpPr>
            <a:cxnSpLocks/>
            <a:stCxn id="13" idx="3"/>
          </p:cNvCxnSpPr>
          <p:nvPr/>
        </p:nvCxnSpPr>
        <p:spPr>
          <a:xfrm>
            <a:off x="8699500" y="873125"/>
            <a:ext cx="298848" cy="261260"/>
          </a:xfrm>
          <a:prstGeom prst="bentConnector3">
            <a:avLst>
              <a:gd name="adj1" fmla="val 50000"/>
            </a:avLst>
          </a:prstGeom>
          <a:ln>
            <a:solidFill>
              <a:srgbClr val="03520D"/>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98" name="Elbow Connector 97">
            <a:extLst>
              <a:ext uri="{FF2B5EF4-FFF2-40B4-BE49-F238E27FC236}">
                <a16:creationId xmlns:a16="http://schemas.microsoft.com/office/drawing/2014/main" id="{D00800EA-DA9A-6EB6-3AE2-51B9F28F56D3}"/>
              </a:ext>
            </a:extLst>
          </p:cNvPr>
          <p:cNvCxnSpPr>
            <a:cxnSpLocks/>
            <a:stCxn id="14" idx="3"/>
          </p:cNvCxnSpPr>
          <p:nvPr/>
        </p:nvCxnSpPr>
        <p:spPr>
          <a:xfrm flipV="1">
            <a:off x="8699500" y="1238525"/>
            <a:ext cx="300404" cy="77196"/>
          </a:xfrm>
          <a:prstGeom prst="bentConnector3">
            <a:avLst>
              <a:gd name="adj1" fmla="val 50000"/>
            </a:avLst>
          </a:prstGeom>
          <a:ln>
            <a:solidFill>
              <a:schemeClr val="accent6">
                <a:lumMod val="50000"/>
              </a:schemeClr>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124" name="Elbow Connector 123">
            <a:extLst>
              <a:ext uri="{FF2B5EF4-FFF2-40B4-BE49-F238E27FC236}">
                <a16:creationId xmlns:a16="http://schemas.microsoft.com/office/drawing/2014/main" id="{64723286-2259-6A76-E5EE-528B5D43CEC0}"/>
              </a:ext>
            </a:extLst>
          </p:cNvPr>
          <p:cNvCxnSpPr>
            <a:cxnSpLocks/>
          </p:cNvCxnSpPr>
          <p:nvPr/>
        </p:nvCxnSpPr>
        <p:spPr>
          <a:xfrm>
            <a:off x="8698903" y="2082801"/>
            <a:ext cx="324447" cy="171449"/>
          </a:xfrm>
          <a:prstGeom prst="bentConnector3">
            <a:avLst>
              <a:gd name="adj1" fmla="val 50000"/>
            </a:avLst>
          </a:prstGeom>
          <a:ln>
            <a:solidFill>
              <a:srgbClr val="03520D"/>
            </a:solidFill>
            <a:prstDash val="sysDash"/>
            <a:tailEnd type="none"/>
          </a:ln>
        </p:spPr>
        <p:style>
          <a:lnRef idx="2">
            <a:schemeClr val="accent1"/>
          </a:lnRef>
          <a:fillRef idx="0">
            <a:schemeClr val="accent1"/>
          </a:fillRef>
          <a:effectRef idx="1">
            <a:schemeClr val="accent1"/>
          </a:effectRef>
          <a:fontRef idx="minor">
            <a:schemeClr val="tx1"/>
          </a:fontRef>
        </p:style>
      </p:cxnSp>
      <p:cxnSp>
        <p:nvCxnSpPr>
          <p:cNvPr id="127" name="Elbow Connector 126">
            <a:extLst>
              <a:ext uri="{FF2B5EF4-FFF2-40B4-BE49-F238E27FC236}">
                <a16:creationId xmlns:a16="http://schemas.microsoft.com/office/drawing/2014/main" id="{39893EC8-2F5C-CD62-EACD-CE3FA43CBA42}"/>
              </a:ext>
            </a:extLst>
          </p:cNvPr>
          <p:cNvCxnSpPr>
            <a:cxnSpLocks/>
            <a:stCxn id="82" idx="3"/>
          </p:cNvCxnSpPr>
          <p:nvPr/>
        </p:nvCxnSpPr>
        <p:spPr>
          <a:xfrm flipV="1">
            <a:off x="8699500" y="2352896"/>
            <a:ext cx="324892" cy="176944"/>
          </a:xfrm>
          <a:prstGeom prst="bentConnector3">
            <a:avLst>
              <a:gd name="adj1" fmla="val 50000"/>
            </a:avLst>
          </a:prstGeom>
          <a:ln>
            <a:solidFill>
              <a:srgbClr val="03520D"/>
            </a:solidFill>
            <a:prstDash val="sysDash"/>
            <a:tailEnd type="none"/>
          </a:ln>
        </p:spPr>
        <p:style>
          <a:lnRef idx="2">
            <a:schemeClr val="accent1"/>
          </a:lnRef>
          <a:fillRef idx="0">
            <a:schemeClr val="accent1"/>
          </a:fillRef>
          <a:effectRef idx="1">
            <a:schemeClr val="accent1"/>
          </a:effectRef>
          <a:fontRef idx="minor">
            <a:schemeClr val="tx1"/>
          </a:fontRef>
        </p:style>
      </p:cxnSp>
      <p:grpSp>
        <p:nvGrpSpPr>
          <p:cNvPr id="590" name="Group 589">
            <a:extLst>
              <a:ext uri="{FF2B5EF4-FFF2-40B4-BE49-F238E27FC236}">
                <a16:creationId xmlns:a16="http://schemas.microsoft.com/office/drawing/2014/main" id="{634B69C7-BC6E-866F-EB68-7FE48A6764E5}"/>
              </a:ext>
            </a:extLst>
          </p:cNvPr>
          <p:cNvGrpSpPr/>
          <p:nvPr/>
        </p:nvGrpSpPr>
        <p:grpSpPr>
          <a:xfrm>
            <a:off x="8815800" y="905002"/>
            <a:ext cx="864213" cy="565330"/>
            <a:chOff x="8859340" y="905002"/>
            <a:chExt cx="864213" cy="565330"/>
          </a:xfrm>
        </p:grpSpPr>
        <p:pic>
          <p:nvPicPr>
            <p:cNvPr id="106" name="Picture 105" descr="OR Gate Icon - Free PNG &amp; SVG 881194 - Noun Project">
              <a:extLst>
                <a:ext uri="{FF2B5EF4-FFF2-40B4-BE49-F238E27FC236}">
                  <a16:creationId xmlns:a16="http://schemas.microsoft.com/office/drawing/2014/main" id="{197AA47D-3C56-50EC-4F63-20D44C2DF555}"/>
                </a:ext>
              </a:extLst>
            </p:cNvPr>
            <p:cNvPicPr>
              <a:picLocks noChangeAspect="1"/>
            </p:cNvPicPr>
            <p:nvPr/>
          </p:nvPicPr>
          <p:blipFill>
            <a:blip r:embed="rId23">
              <a:duotone>
                <a:schemeClr val="accent3">
                  <a:shade val="45000"/>
                  <a:satMod val="135000"/>
                </a:schemeClr>
                <a:prstClr val="white"/>
              </a:duotone>
            </a:blip>
            <a:stretch>
              <a:fillRect/>
            </a:stretch>
          </p:blipFill>
          <p:spPr>
            <a:xfrm>
              <a:off x="8859340" y="905002"/>
              <a:ext cx="651788" cy="565330"/>
            </a:xfrm>
            <a:prstGeom prst="rect">
              <a:avLst/>
            </a:prstGeom>
          </p:spPr>
        </p:pic>
        <p:sp>
          <p:nvSpPr>
            <p:cNvPr id="580" name="TextBox 579">
              <a:extLst>
                <a:ext uri="{FF2B5EF4-FFF2-40B4-BE49-F238E27FC236}">
                  <a16:creationId xmlns:a16="http://schemas.microsoft.com/office/drawing/2014/main" id="{66B0724F-60C2-23CE-C852-45053CBCC3E6}"/>
                </a:ext>
              </a:extLst>
            </p:cNvPr>
            <p:cNvSpPr txBox="1"/>
            <p:nvPr/>
          </p:nvSpPr>
          <p:spPr>
            <a:xfrm>
              <a:off x="9018668" y="1087508"/>
              <a:ext cx="704885" cy="215444"/>
            </a:xfrm>
            <a:prstGeom prst="rect">
              <a:avLst/>
            </a:prstGeom>
            <a:noFill/>
          </p:spPr>
          <p:txBody>
            <a:bodyPr wrap="square" rtlCol="0">
              <a:spAutoFit/>
            </a:bodyPr>
            <a:lstStyle/>
            <a:p>
              <a:r>
                <a:rPr lang="en-US" sz="800" dirty="0">
                  <a:latin typeface="Helvetica" pitchFamily="2" charset="0"/>
                </a:rPr>
                <a:t>OR</a:t>
              </a:r>
            </a:p>
          </p:txBody>
        </p:sp>
      </p:grpSp>
      <p:grpSp>
        <p:nvGrpSpPr>
          <p:cNvPr id="583" name="Group 582">
            <a:extLst>
              <a:ext uri="{FF2B5EF4-FFF2-40B4-BE49-F238E27FC236}">
                <a16:creationId xmlns:a16="http://schemas.microsoft.com/office/drawing/2014/main" id="{C4C9984D-7327-3699-90CD-ECA3A2FC1BD2}"/>
              </a:ext>
            </a:extLst>
          </p:cNvPr>
          <p:cNvGrpSpPr/>
          <p:nvPr/>
        </p:nvGrpSpPr>
        <p:grpSpPr>
          <a:xfrm>
            <a:off x="8850540" y="2033215"/>
            <a:ext cx="624208" cy="541123"/>
            <a:chOff x="8907142" y="2037569"/>
            <a:chExt cx="624208" cy="541123"/>
          </a:xfrm>
        </p:grpSpPr>
        <p:pic>
          <p:nvPicPr>
            <p:cNvPr id="108" name="Picture 107" descr="AND Gate Icon - Free PNG &amp; SVG 881189 - Noun Project">
              <a:extLst>
                <a:ext uri="{FF2B5EF4-FFF2-40B4-BE49-F238E27FC236}">
                  <a16:creationId xmlns:a16="http://schemas.microsoft.com/office/drawing/2014/main" id="{54BAD3A4-BE41-0C3F-9C7D-AB3CFCF565AF}"/>
                </a:ext>
              </a:extLst>
            </p:cNvPr>
            <p:cNvPicPr>
              <a:picLocks noChangeAspect="1"/>
            </p:cNvPicPr>
            <p:nvPr/>
          </p:nvPicPr>
          <p:blipFill>
            <a:blip r:embed="rId24">
              <a:duotone>
                <a:schemeClr val="accent3">
                  <a:shade val="45000"/>
                  <a:satMod val="135000"/>
                </a:schemeClr>
                <a:prstClr val="white"/>
              </a:duotone>
            </a:blip>
            <a:stretch>
              <a:fillRect/>
            </a:stretch>
          </p:blipFill>
          <p:spPr>
            <a:xfrm>
              <a:off x="8907142" y="2037569"/>
              <a:ext cx="624208" cy="541123"/>
            </a:xfrm>
            <a:prstGeom prst="rect">
              <a:avLst/>
            </a:prstGeom>
          </p:spPr>
        </p:pic>
        <p:sp>
          <p:nvSpPr>
            <p:cNvPr id="582" name="TextBox 581">
              <a:extLst>
                <a:ext uri="{FF2B5EF4-FFF2-40B4-BE49-F238E27FC236}">
                  <a16:creationId xmlns:a16="http://schemas.microsoft.com/office/drawing/2014/main" id="{2FD7644A-1BA6-5A5E-A4EE-2AD95DE9B92C}"/>
                </a:ext>
              </a:extLst>
            </p:cNvPr>
            <p:cNvSpPr txBox="1"/>
            <p:nvPr/>
          </p:nvSpPr>
          <p:spPr>
            <a:xfrm>
              <a:off x="9033327" y="2215336"/>
              <a:ext cx="402696" cy="200055"/>
            </a:xfrm>
            <a:prstGeom prst="rect">
              <a:avLst/>
            </a:prstGeom>
            <a:noFill/>
          </p:spPr>
          <p:txBody>
            <a:bodyPr wrap="square" rtlCol="0">
              <a:spAutoFit/>
            </a:bodyPr>
            <a:lstStyle/>
            <a:p>
              <a:r>
                <a:rPr lang="en-US" sz="700" dirty="0">
                  <a:latin typeface="Helvetica" pitchFamily="2" charset="0"/>
                </a:rPr>
                <a:t>AND</a:t>
              </a:r>
            </a:p>
          </p:txBody>
        </p:sp>
      </p:grpSp>
      <p:grpSp>
        <p:nvGrpSpPr>
          <p:cNvPr id="584" name="Group 583">
            <a:extLst>
              <a:ext uri="{FF2B5EF4-FFF2-40B4-BE49-F238E27FC236}">
                <a16:creationId xmlns:a16="http://schemas.microsoft.com/office/drawing/2014/main" id="{0B2E4784-0642-E076-0828-10A3FF576906}"/>
              </a:ext>
            </a:extLst>
          </p:cNvPr>
          <p:cNvGrpSpPr/>
          <p:nvPr/>
        </p:nvGrpSpPr>
        <p:grpSpPr>
          <a:xfrm>
            <a:off x="9306645" y="1436235"/>
            <a:ext cx="624208" cy="541123"/>
            <a:chOff x="8902788" y="2037569"/>
            <a:chExt cx="624208" cy="541123"/>
          </a:xfrm>
        </p:grpSpPr>
        <p:pic>
          <p:nvPicPr>
            <p:cNvPr id="585" name="Picture 584" descr="AND Gate Icon - Free PNG &amp; SVG 881189 - Noun Project">
              <a:extLst>
                <a:ext uri="{FF2B5EF4-FFF2-40B4-BE49-F238E27FC236}">
                  <a16:creationId xmlns:a16="http://schemas.microsoft.com/office/drawing/2014/main" id="{EE5EE8A8-F9B9-436F-72DB-A8BB80A1DAEE}"/>
                </a:ext>
              </a:extLst>
            </p:cNvPr>
            <p:cNvPicPr>
              <a:picLocks noChangeAspect="1"/>
            </p:cNvPicPr>
            <p:nvPr/>
          </p:nvPicPr>
          <p:blipFill>
            <a:blip r:embed="rId24">
              <a:duotone>
                <a:schemeClr val="accent3">
                  <a:shade val="45000"/>
                  <a:satMod val="135000"/>
                </a:schemeClr>
                <a:prstClr val="white"/>
              </a:duotone>
            </a:blip>
            <a:stretch>
              <a:fillRect/>
            </a:stretch>
          </p:blipFill>
          <p:spPr>
            <a:xfrm>
              <a:off x="8902788" y="2037569"/>
              <a:ext cx="624208" cy="541123"/>
            </a:xfrm>
            <a:prstGeom prst="rect">
              <a:avLst/>
            </a:prstGeom>
          </p:spPr>
        </p:pic>
        <p:sp>
          <p:nvSpPr>
            <p:cNvPr id="586" name="TextBox 585">
              <a:extLst>
                <a:ext uri="{FF2B5EF4-FFF2-40B4-BE49-F238E27FC236}">
                  <a16:creationId xmlns:a16="http://schemas.microsoft.com/office/drawing/2014/main" id="{0EF6F1B4-4A16-0F65-0302-74263386A90E}"/>
                </a:ext>
              </a:extLst>
            </p:cNvPr>
            <p:cNvSpPr txBox="1"/>
            <p:nvPr/>
          </p:nvSpPr>
          <p:spPr>
            <a:xfrm>
              <a:off x="9033327" y="2215336"/>
              <a:ext cx="402696" cy="200055"/>
            </a:xfrm>
            <a:prstGeom prst="rect">
              <a:avLst/>
            </a:prstGeom>
            <a:noFill/>
          </p:spPr>
          <p:txBody>
            <a:bodyPr wrap="square" rtlCol="0">
              <a:spAutoFit/>
            </a:bodyPr>
            <a:lstStyle/>
            <a:p>
              <a:r>
                <a:rPr lang="en-US" sz="700" dirty="0">
                  <a:latin typeface="Helvetica" pitchFamily="2" charset="0"/>
                </a:rPr>
                <a:t>AND</a:t>
              </a:r>
            </a:p>
          </p:txBody>
        </p:sp>
      </p:grpSp>
      <p:cxnSp>
        <p:nvCxnSpPr>
          <p:cNvPr id="588" name="Straight Connector 587">
            <a:extLst>
              <a:ext uri="{FF2B5EF4-FFF2-40B4-BE49-F238E27FC236}">
                <a16:creationId xmlns:a16="http://schemas.microsoft.com/office/drawing/2014/main" id="{24C66130-FD09-B597-4BCE-369285FADFB5}"/>
              </a:ext>
            </a:extLst>
          </p:cNvPr>
          <p:cNvCxnSpPr>
            <a:cxnSpLocks/>
          </p:cNvCxnSpPr>
          <p:nvPr/>
        </p:nvCxnSpPr>
        <p:spPr>
          <a:xfrm flipH="1">
            <a:off x="9391832" y="1174399"/>
            <a:ext cx="0" cy="484632"/>
          </a:xfrm>
          <a:prstGeom prst="line">
            <a:avLst/>
          </a:prstGeom>
          <a:ln>
            <a:solidFill>
              <a:srgbClr val="03520D"/>
            </a:solidFill>
            <a:prstDash val="sysDash"/>
          </a:ln>
        </p:spPr>
        <p:style>
          <a:lnRef idx="2">
            <a:schemeClr val="accent1"/>
          </a:lnRef>
          <a:fillRef idx="0">
            <a:schemeClr val="accent1"/>
          </a:fillRef>
          <a:effectRef idx="1">
            <a:schemeClr val="accent1"/>
          </a:effectRef>
          <a:fontRef idx="minor">
            <a:schemeClr val="tx1"/>
          </a:fontRef>
        </p:style>
      </p:cxnSp>
      <p:cxnSp>
        <p:nvCxnSpPr>
          <p:cNvPr id="591" name="Straight Connector 590">
            <a:extLst>
              <a:ext uri="{FF2B5EF4-FFF2-40B4-BE49-F238E27FC236}">
                <a16:creationId xmlns:a16="http://schemas.microsoft.com/office/drawing/2014/main" id="{E1F71B8A-F34C-7402-397F-6553176686C6}"/>
              </a:ext>
            </a:extLst>
          </p:cNvPr>
          <p:cNvCxnSpPr>
            <a:cxnSpLocks/>
          </p:cNvCxnSpPr>
          <p:nvPr/>
        </p:nvCxnSpPr>
        <p:spPr>
          <a:xfrm flipH="1">
            <a:off x="9389292" y="1747028"/>
            <a:ext cx="0" cy="548640"/>
          </a:xfrm>
          <a:prstGeom prst="line">
            <a:avLst/>
          </a:prstGeom>
          <a:ln>
            <a:solidFill>
              <a:srgbClr val="03520D"/>
            </a:solidFill>
            <a:prstDash val="sysDash"/>
          </a:ln>
        </p:spPr>
        <p:style>
          <a:lnRef idx="2">
            <a:schemeClr val="accent1"/>
          </a:lnRef>
          <a:fillRef idx="0">
            <a:schemeClr val="accent1"/>
          </a:fillRef>
          <a:effectRef idx="1">
            <a:schemeClr val="accent1"/>
          </a:effectRef>
          <a:fontRef idx="minor">
            <a:schemeClr val="tx1"/>
          </a:fontRef>
        </p:style>
      </p:cxnSp>
      <p:cxnSp>
        <p:nvCxnSpPr>
          <p:cNvPr id="594" name="Straight Connector 593">
            <a:extLst>
              <a:ext uri="{FF2B5EF4-FFF2-40B4-BE49-F238E27FC236}">
                <a16:creationId xmlns:a16="http://schemas.microsoft.com/office/drawing/2014/main" id="{DE8D9D30-34A9-0DDA-D155-64E703980362}"/>
              </a:ext>
            </a:extLst>
          </p:cNvPr>
          <p:cNvCxnSpPr>
            <a:cxnSpLocks/>
          </p:cNvCxnSpPr>
          <p:nvPr/>
        </p:nvCxnSpPr>
        <p:spPr>
          <a:xfrm>
            <a:off x="9839880" y="1707404"/>
            <a:ext cx="192024" cy="0"/>
          </a:xfrm>
          <a:prstGeom prst="line">
            <a:avLst/>
          </a:prstGeom>
          <a:ln>
            <a:solidFill>
              <a:srgbClr val="03520D"/>
            </a:solidFill>
            <a:prstDash val="sysDash"/>
          </a:ln>
        </p:spPr>
        <p:style>
          <a:lnRef idx="2">
            <a:schemeClr val="accent1"/>
          </a:lnRef>
          <a:fillRef idx="0">
            <a:schemeClr val="accent1"/>
          </a:fillRef>
          <a:effectRef idx="1">
            <a:schemeClr val="accent1"/>
          </a:effectRef>
          <a:fontRef idx="minor">
            <a:schemeClr val="tx1"/>
          </a:fontRef>
        </p:style>
      </p:cxnSp>
      <p:cxnSp>
        <p:nvCxnSpPr>
          <p:cNvPr id="597" name="Straight Connector 596">
            <a:extLst>
              <a:ext uri="{FF2B5EF4-FFF2-40B4-BE49-F238E27FC236}">
                <a16:creationId xmlns:a16="http://schemas.microsoft.com/office/drawing/2014/main" id="{364466EE-362F-B754-9663-A7BC8A6E255F}"/>
              </a:ext>
            </a:extLst>
          </p:cNvPr>
          <p:cNvCxnSpPr>
            <a:cxnSpLocks/>
          </p:cNvCxnSpPr>
          <p:nvPr/>
        </p:nvCxnSpPr>
        <p:spPr>
          <a:xfrm>
            <a:off x="9389292" y="2304122"/>
            <a:ext cx="640080" cy="0"/>
          </a:xfrm>
          <a:prstGeom prst="line">
            <a:avLst/>
          </a:prstGeom>
          <a:ln>
            <a:solidFill>
              <a:srgbClr val="B6993A"/>
            </a:solidFill>
            <a:prstDash val="sysDash"/>
          </a:ln>
        </p:spPr>
        <p:style>
          <a:lnRef idx="2">
            <a:schemeClr val="accent1"/>
          </a:lnRef>
          <a:fillRef idx="0">
            <a:schemeClr val="accent1"/>
          </a:fillRef>
          <a:effectRef idx="1">
            <a:schemeClr val="accent1"/>
          </a:effectRef>
          <a:fontRef idx="minor">
            <a:schemeClr val="tx1"/>
          </a:fontRef>
        </p:style>
      </p:cxnSp>
      <p:cxnSp>
        <p:nvCxnSpPr>
          <p:cNvPr id="605" name="Elbow Connector 604">
            <a:extLst>
              <a:ext uri="{FF2B5EF4-FFF2-40B4-BE49-F238E27FC236}">
                <a16:creationId xmlns:a16="http://schemas.microsoft.com/office/drawing/2014/main" id="{AB3BE6E1-2744-5CE7-5189-0B922704CD45}"/>
              </a:ext>
            </a:extLst>
          </p:cNvPr>
          <p:cNvCxnSpPr>
            <a:cxnSpLocks/>
          </p:cNvCxnSpPr>
          <p:nvPr/>
        </p:nvCxnSpPr>
        <p:spPr>
          <a:xfrm flipH="1">
            <a:off x="8998348" y="1616402"/>
            <a:ext cx="2852848" cy="1810335"/>
          </a:xfrm>
          <a:prstGeom prst="bentConnector4">
            <a:avLst>
              <a:gd name="adj1" fmla="val -8013"/>
              <a:gd name="adj2" fmla="val 74771"/>
            </a:avLst>
          </a:prstGeom>
          <a:ln>
            <a:solidFill>
              <a:schemeClr val="accent6">
                <a:lumMod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613" name="Elbow Connector 612">
            <a:extLst>
              <a:ext uri="{FF2B5EF4-FFF2-40B4-BE49-F238E27FC236}">
                <a16:creationId xmlns:a16="http://schemas.microsoft.com/office/drawing/2014/main" id="{78FB81AF-62F3-E17D-DA6B-C42745CC0D36}"/>
              </a:ext>
            </a:extLst>
          </p:cNvPr>
          <p:cNvCxnSpPr>
            <a:cxnSpLocks/>
            <a:stCxn id="219" idx="3"/>
          </p:cNvCxnSpPr>
          <p:nvPr/>
        </p:nvCxnSpPr>
        <p:spPr>
          <a:xfrm flipH="1">
            <a:off x="11358282" y="2295345"/>
            <a:ext cx="483372" cy="1131392"/>
          </a:xfrm>
          <a:prstGeom prst="bentConnector4">
            <a:avLst>
              <a:gd name="adj1" fmla="val -22812"/>
              <a:gd name="adj2" fmla="val 50475"/>
            </a:avLst>
          </a:prstGeom>
          <a:ln>
            <a:solidFill>
              <a:srgbClr val="B6993A"/>
            </a:solidFill>
            <a:prstDash val="sysDash"/>
            <a:tailEnd type="triangle"/>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68156F4E-F143-CB63-2C40-792405E32195}"/>
              </a:ext>
            </a:extLst>
          </p:cNvPr>
          <p:cNvGrpSpPr/>
          <p:nvPr/>
        </p:nvGrpSpPr>
        <p:grpSpPr>
          <a:xfrm>
            <a:off x="1052513" y="1725930"/>
            <a:ext cx="1371600" cy="1663700"/>
            <a:chOff x="914400" y="2374900"/>
            <a:chExt cx="1371600" cy="1663700"/>
          </a:xfrm>
        </p:grpSpPr>
        <p:sp>
          <p:nvSpPr>
            <p:cNvPr id="5" name="Trapezoid 4">
              <a:extLst>
                <a:ext uri="{FF2B5EF4-FFF2-40B4-BE49-F238E27FC236}">
                  <a16:creationId xmlns:a16="http://schemas.microsoft.com/office/drawing/2014/main" id="{E88512CF-F65D-A594-8804-E4CF7DAE210E}"/>
                </a:ext>
              </a:extLst>
            </p:cNvPr>
            <p:cNvSpPr/>
            <p:nvPr/>
          </p:nvSpPr>
          <p:spPr>
            <a:xfrm>
              <a:off x="914400" y="2374900"/>
              <a:ext cx="1371600" cy="1663700"/>
            </a:xfrm>
            <a:custGeom>
              <a:avLst/>
              <a:gdLst/>
              <a:ahLst/>
              <a:cxnLst/>
              <a:rect l="0" t="0" r="r" b="b"/>
              <a:pathLst>
                <a:path w="1371600" h="1663700">
                  <a:moveTo>
                    <a:pt x="0" y="0"/>
                  </a:moveTo>
                  <a:lnTo>
                    <a:pt x="1371600" y="279400"/>
                  </a:lnTo>
                  <a:lnTo>
                    <a:pt x="1371600" y="1384300"/>
                  </a:lnTo>
                  <a:lnTo>
                    <a:pt x="0" y="1663700"/>
                  </a:lnTo>
                  <a:close/>
                </a:path>
              </a:pathLst>
            </a:custGeom>
            <a:solidFill>
              <a:schemeClr val="bg2"/>
            </a:solidFill>
            <a:ln w="19050">
              <a:solidFill>
                <a:srgbClr val="3E6D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D7D9726-5393-837A-CC69-6739933CDFA6}"/>
                </a:ext>
              </a:extLst>
            </p:cNvPr>
            <p:cNvSpPr txBox="1"/>
            <p:nvPr/>
          </p:nvSpPr>
          <p:spPr>
            <a:xfrm>
              <a:off x="1003300" y="2717800"/>
              <a:ext cx="1206500" cy="977900"/>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BEATs </a:t>
              </a:r>
            </a:p>
            <a:p>
              <a:r>
                <a:rPr lang="en-US" b="1" dirty="0">
                  <a:latin typeface="Arial" panose="020B0604020202020204" pitchFamily="34" charset="0"/>
                  <a:cs typeface="Arial" panose="020B0604020202020204" pitchFamily="34" charset="0"/>
                </a:rPr>
                <a:t>Encoder</a:t>
              </a:r>
            </a:p>
            <a:p>
              <a:r>
                <a:rPr lang="en-US" sz="1400" dirty="0">
                  <a:solidFill>
                    <a:srgbClr val="3E6D85"/>
                  </a:solidFill>
                  <a:latin typeface="Arial" panose="020B0604020202020204" pitchFamily="34" charset="0"/>
                  <a:cs typeface="Arial" panose="020B0604020202020204" pitchFamily="34" charset="0"/>
                </a:rPr>
                <a:t>(Pretrained)</a:t>
              </a:r>
            </a:p>
          </p:txBody>
        </p:sp>
      </p:grpSp>
    </p:spTree>
    <p:extLst>
      <p:ext uri="{BB962C8B-B14F-4D97-AF65-F5344CB8AC3E}">
        <p14:creationId xmlns:p14="http://schemas.microsoft.com/office/powerpoint/2010/main" val="2385965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 name="a/panel-a">
            <a:extLst>
              <a:ext uri="{FF2B5EF4-FFF2-40B4-BE49-F238E27FC236}">
                <a16:creationId xmlns:a16="http://schemas.microsoft.com/office/drawing/2014/main" id="{7370C562-9A9C-4153-AD70-5363F8CE5D6E}"/>
              </a:ext>
            </a:extLst>
          </p:cNvPr>
          <p:cNvSpPr>
            <a:spLocks noGrp="1"/>
          </p:cNvSpPr>
          <p:nvPr/>
        </p:nvSpPr>
        <p:spPr>
          <a:xfrm>
            <a:off x="913903" y="0"/>
            <a:ext cx="513080" cy="320675"/>
          </a:xfrm>
          <a:prstGeom prst="rect">
            <a:avLst/>
          </a:prstGeom>
          <a:noFill/>
          <a:ln w="0">
            <a:noFill/>
          </a:ln>
        </p:spPr>
        <p:txBody>
          <a:bodyPr wrap="none" lIns="0" tIns="0" rIns="0" bIns="0" anchor="ctr">
            <a:noAutofit/>
          </a:bodyPr>
          <a:lstStyle/>
          <a:p>
            <a:pPr algn="l">
              <a:defRPr sz="900" b="1">
                <a:solidFill>
                  <a:srgbClr val="263D50"/>
                </a:solidFill>
                <a:latin typeface="Arial"/>
                <a:ea typeface="Arial"/>
                <a:cs typeface="Arial"/>
              </a:defRPr>
            </a:pPr>
            <a:r>
              <a:rPr sz="2273" b="1">
                <a:solidFill>
                  <a:srgbClr val="263D50"/>
                </a:solidFill>
                <a:latin typeface="Arial"/>
                <a:ea typeface="Arial"/>
                <a:cs typeface="Arial"/>
              </a:rPr>
              <a:t>(a)</a:t>
            </a:r>
          </a:p>
        </p:txBody>
      </p:sp>
      <p:sp>
        <p:nvSpPr>
          <p:cNvPr id="2" name="a/legend-ICBHI">
            <a:extLst>
              <a:ext uri="{FF2B5EF4-FFF2-40B4-BE49-F238E27FC236}">
                <a16:creationId xmlns:a16="http://schemas.microsoft.com/office/drawing/2014/main" id="{2E91A4E9-C6AB-4104-8DA1-F98C364ED557}"/>
              </a:ext>
            </a:extLst>
          </p:cNvPr>
          <p:cNvSpPr>
            <a:spLocks noGrp="1"/>
          </p:cNvSpPr>
          <p:nvPr/>
        </p:nvSpPr>
        <p:spPr>
          <a:xfrm>
            <a:off x="1633819" y="112236"/>
            <a:ext cx="89789" cy="89789"/>
          </a:xfrm>
          <a:prstGeom prst="ellipse">
            <a:avLst/>
          </a:prstGeom>
          <a:solidFill>
            <a:srgbClr val="3B739E">
              <a:alpha val="100000"/>
            </a:srgbClr>
          </a:solidFill>
          <a:ln w="0">
            <a:noFill/>
          </a:ln>
        </p:spPr>
        <p:txBody>
          <a:bodyPr/>
          <a:lstStyle/>
          <a:p>
            <a:endParaRPr lang="en-US" sz="4545"/>
          </a:p>
        </p:txBody>
      </p:sp>
      <p:sp>
        <p:nvSpPr>
          <p:cNvPr id="3" name="a/source-ICBHI">
            <a:extLst>
              <a:ext uri="{FF2B5EF4-FFF2-40B4-BE49-F238E27FC236}">
                <a16:creationId xmlns:a16="http://schemas.microsoft.com/office/drawing/2014/main" id="{DD29DE42-69D6-4EF0-B9D8-306A007D8044}"/>
              </a:ext>
            </a:extLst>
          </p:cNvPr>
          <p:cNvSpPr>
            <a:spLocks noGrp="1"/>
          </p:cNvSpPr>
          <p:nvPr/>
        </p:nvSpPr>
        <p:spPr>
          <a:xfrm>
            <a:off x="1839050" y="0"/>
            <a:ext cx="1853502" cy="320675"/>
          </a:xfrm>
          <a:prstGeom prst="rect">
            <a:avLst/>
          </a:prstGeom>
          <a:noFill/>
          <a:ln w="0">
            <a:noFill/>
          </a:ln>
        </p:spPr>
        <p:txBody>
          <a:bodyPr wrap="none" lIns="0" tIns="0" rIns="0" bIns="0" anchor="ctr">
            <a:noAutofit/>
          </a:bodyPr>
          <a:lstStyle/>
          <a:p>
            <a:pPr algn="l">
              <a:defRPr sz="850" b="1">
                <a:solidFill>
                  <a:srgbClr val="3B739E"/>
                </a:solidFill>
                <a:latin typeface="Arial"/>
                <a:ea typeface="Arial"/>
                <a:cs typeface="Arial"/>
              </a:defRPr>
            </a:pPr>
            <a:r>
              <a:rPr sz="2146" b="1" dirty="0">
                <a:solidFill>
                  <a:srgbClr val="3B739E"/>
                </a:solidFill>
                <a:latin typeface="Arial"/>
                <a:ea typeface="Arial"/>
                <a:cs typeface="Arial"/>
              </a:rPr>
              <a:t>ICBHI (</a:t>
            </a:r>
            <a:r>
              <a:rPr lang="en-US" sz="2146" b="1" dirty="0">
                <a:solidFill>
                  <a:srgbClr val="3B739E"/>
                </a:solidFill>
                <a:latin typeface="Arial"/>
                <a:ea typeface="Arial"/>
                <a:cs typeface="Arial"/>
              </a:rPr>
              <a:t>C</a:t>
            </a:r>
            <a:r>
              <a:rPr sz="2146" b="1" dirty="0">
                <a:solidFill>
                  <a:srgbClr val="3B739E"/>
                </a:solidFill>
                <a:latin typeface="Arial"/>
                <a:ea typeface="Arial"/>
                <a:cs typeface="Arial"/>
              </a:rPr>
              <a:t>ycles)</a:t>
            </a:r>
          </a:p>
        </p:txBody>
      </p:sp>
      <p:sp>
        <p:nvSpPr>
          <p:cNvPr id="4" name="a/scope-ICBHI">
            <a:extLst>
              <a:ext uri="{FF2B5EF4-FFF2-40B4-BE49-F238E27FC236}">
                <a16:creationId xmlns:a16="http://schemas.microsoft.com/office/drawing/2014/main" id="{BCCC4180-69F0-4F4A-A1FC-4D9D07754966}"/>
              </a:ext>
            </a:extLst>
          </p:cNvPr>
          <p:cNvSpPr>
            <a:spLocks noGrp="1"/>
          </p:cNvSpPr>
          <p:nvPr/>
        </p:nvSpPr>
        <p:spPr>
          <a:xfrm>
            <a:off x="978038" y="304641"/>
            <a:ext cx="3431223" cy="25654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1818">
                <a:solidFill>
                  <a:srgbClr val="526674"/>
                </a:solidFill>
                <a:latin typeface="Arial"/>
                <a:ea typeface="Arial"/>
                <a:cs typeface="Arial"/>
              </a:rPr>
              <a:t>Train + Test</a:t>
            </a:r>
          </a:p>
        </p:txBody>
      </p:sp>
      <p:sp>
        <p:nvSpPr>
          <p:cNvPr id="5" name="a/grid-ICBHI-0">
            <a:extLst>
              <a:ext uri="{FF2B5EF4-FFF2-40B4-BE49-F238E27FC236}">
                <a16:creationId xmlns:a16="http://schemas.microsoft.com/office/drawing/2014/main" id="{02DA3D82-7C31-4A5C-AB6B-D0455A02CD13}"/>
              </a:ext>
            </a:extLst>
          </p:cNvPr>
          <p:cNvSpPr>
            <a:spLocks noGrp="1"/>
          </p:cNvSpPr>
          <p:nvPr/>
        </p:nvSpPr>
        <p:spPr>
          <a:xfrm>
            <a:off x="200419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6" name="a/tick-ICBHI-0">
            <a:extLst>
              <a:ext uri="{FF2B5EF4-FFF2-40B4-BE49-F238E27FC236}">
                <a16:creationId xmlns:a16="http://schemas.microsoft.com/office/drawing/2014/main" id="{34D308EB-0F1A-49C3-8FCB-EC080DCD6BE3}"/>
              </a:ext>
            </a:extLst>
          </p:cNvPr>
          <p:cNvSpPr>
            <a:spLocks noGrp="1"/>
          </p:cNvSpPr>
          <p:nvPr/>
        </p:nvSpPr>
        <p:spPr>
          <a:xfrm>
            <a:off x="200419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7" name="a/tick-label-ICBHI-0">
            <a:extLst>
              <a:ext uri="{FF2B5EF4-FFF2-40B4-BE49-F238E27FC236}">
                <a16:creationId xmlns:a16="http://schemas.microsoft.com/office/drawing/2014/main" id="{89A91B8F-0E98-4D33-82AF-CB258EDD5EC0}"/>
              </a:ext>
            </a:extLst>
          </p:cNvPr>
          <p:cNvSpPr>
            <a:spLocks noGrp="1"/>
          </p:cNvSpPr>
          <p:nvPr/>
        </p:nvSpPr>
        <p:spPr>
          <a:xfrm>
            <a:off x="171559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0</a:t>
            </a:r>
          </a:p>
        </p:txBody>
      </p:sp>
      <p:sp>
        <p:nvSpPr>
          <p:cNvPr id="8" name="a/grid-ICBHI-2000">
            <a:extLst>
              <a:ext uri="{FF2B5EF4-FFF2-40B4-BE49-F238E27FC236}">
                <a16:creationId xmlns:a16="http://schemas.microsoft.com/office/drawing/2014/main" id="{79C1CD5E-E43C-45BD-AB5A-4B1B901986C1}"/>
              </a:ext>
            </a:extLst>
          </p:cNvPr>
          <p:cNvSpPr>
            <a:spLocks noGrp="1"/>
          </p:cNvSpPr>
          <p:nvPr/>
        </p:nvSpPr>
        <p:spPr>
          <a:xfrm>
            <a:off x="2837954"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9" name="a/tick-ICBHI-2000">
            <a:extLst>
              <a:ext uri="{FF2B5EF4-FFF2-40B4-BE49-F238E27FC236}">
                <a16:creationId xmlns:a16="http://schemas.microsoft.com/office/drawing/2014/main" id="{52D82F55-6B62-4320-8A69-8F353C2BBAA4}"/>
              </a:ext>
            </a:extLst>
          </p:cNvPr>
          <p:cNvSpPr>
            <a:spLocks noGrp="1"/>
          </p:cNvSpPr>
          <p:nvPr/>
        </p:nvSpPr>
        <p:spPr>
          <a:xfrm>
            <a:off x="2837954"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0" name="a/tick-label-ICBHI-2000">
            <a:extLst>
              <a:ext uri="{FF2B5EF4-FFF2-40B4-BE49-F238E27FC236}">
                <a16:creationId xmlns:a16="http://schemas.microsoft.com/office/drawing/2014/main" id="{3ED72B26-FA35-449D-8110-9772BA4E3EA0}"/>
              </a:ext>
            </a:extLst>
          </p:cNvPr>
          <p:cNvSpPr>
            <a:spLocks noGrp="1"/>
          </p:cNvSpPr>
          <p:nvPr/>
        </p:nvSpPr>
        <p:spPr>
          <a:xfrm>
            <a:off x="2549346"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2k</a:t>
            </a:r>
          </a:p>
        </p:txBody>
      </p:sp>
      <p:sp>
        <p:nvSpPr>
          <p:cNvPr id="11" name="a/grid-ICBHI-4000">
            <a:extLst>
              <a:ext uri="{FF2B5EF4-FFF2-40B4-BE49-F238E27FC236}">
                <a16:creationId xmlns:a16="http://schemas.microsoft.com/office/drawing/2014/main" id="{9A55F7D3-F144-4D10-9E44-A1B1D1FB0917}"/>
              </a:ext>
            </a:extLst>
          </p:cNvPr>
          <p:cNvSpPr>
            <a:spLocks noGrp="1"/>
          </p:cNvSpPr>
          <p:nvPr/>
        </p:nvSpPr>
        <p:spPr>
          <a:xfrm>
            <a:off x="367170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12" name="a/tick-ICBHI-4000">
            <a:extLst>
              <a:ext uri="{FF2B5EF4-FFF2-40B4-BE49-F238E27FC236}">
                <a16:creationId xmlns:a16="http://schemas.microsoft.com/office/drawing/2014/main" id="{4F50AD10-7AD7-478B-8BD4-419338AA5913}"/>
              </a:ext>
            </a:extLst>
          </p:cNvPr>
          <p:cNvSpPr>
            <a:spLocks noGrp="1"/>
          </p:cNvSpPr>
          <p:nvPr/>
        </p:nvSpPr>
        <p:spPr>
          <a:xfrm>
            <a:off x="367170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3" name="a/tick-label-ICBHI-4000">
            <a:extLst>
              <a:ext uri="{FF2B5EF4-FFF2-40B4-BE49-F238E27FC236}">
                <a16:creationId xmlns:a16="http://schemas.microsoft.com/office/drawing/2014/main" id="{6075CF08-208A-4738-A71B-5FDD47AFB9B1}"/>
              </a:ext>
            </a:extLst>
          </p:cNvPr>
          <p:cNvSpPr>
            <a:spLocks noGrp="1"/>
          </p:cNvSpPr>
          <p:nvPr/>
        </p:nvSpPr>
        <p:spPr>
          <a:xfrm>
            <a:off x="338310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4k</a:t>
            </a:r>
          </a:p>
        </p:txBody>
      </p:sp>
      <p:sp>
        <p:nvSpPr>
          <p:cNvPr id="14" name="a/axis-ICBHI">
            <a:extLst>
              <a:ext uri="{FF2B5EF4-FFF2-40B4-BE49-F238E27FC236}">
                <a16:creationId xmlns:a16="http://schemas.microsoft.com/office/drawing/2014/main" id="{062A26D3-E4FA-436C-8528-A68474FCFB08}"/>
              </a:ext>
            </a:extLst>
          </p:cNvPr>
          <p:cNvSpPr>
            <a:spLocks noGrp="1"/>
          </p:cNvSpPr>
          <p:nvPr/>
        </p:nvSpPr>
        <p:spPr>
          <a:xfrm>
            <a:off x="2004198" y="2308861"/>
            <a:ext cx="1667510" cy="33"/>
          </a:xfrm>
          <a:custGeom>
            <a:avLst/>
            <a:gdLst/>
            <a:ahLst/>
            <a:cxnLst/>
            <a:rect l="0" t="0" r="0" b="0"/>
            <a:pathLst>
              <a:path w="660400" h="13">
                <a:moveTo>
                  <a:pt x="0" y="0"/>
                </a:moveTo>
                <a:lnTo>
                  <a:pt x="660400" y="0"/>
                </a:lnTo>
              </a:path>
            </a:pathLst>
          </a:custGeom>
          <a:noFill/>
          <a:ln w="5715">
            <a:solidFill>
              <a:srgbClr val="8C9AA6"/>
            </a:solidFill>
          </a:ln>
        </p:spPr>
        <p:txBody>
          <a:bodyPr/>
          <a:lstStyle/>
          <a:p>
            <a:endParaRPr lang="en-US" sz="4545"/>
          </a:p>
        </p:txBody>
      </p:sp>
      <p:sp>
        <p:nvSpPr>
          <p:cNvPr id="15" name="a/label-ICBHI-Normal">
            <a:extLst>
              <a:ext uri="{FF2B5EF4-FFF2-40B4-BE49-F238E27FC236}">
                <a16:creationId xmlns:a16="http://schemas.microsoft.com/office/drawing/2014/main" id="{49F8334F-FA6D-4730-A231-E77248781134}"/>
              </a:ext>
            </a:extLst>
          </p:cNvPr>
          <p:cNvSpPr>
            <a:spLocks noGrp="1"/>
          </p:cNvSpPr>
          <p:nvPr/>
        </p:nvSpPr>
        <p:spPr>
          <a:xfrm>
            <a:off x="978038" y="671814"/>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Normal</a:t>
            </a:r>
          </a:p>
        </p:txBody>
      </p:sp>
      <p:sp>
        <p:nvSpPr>
          <p:cNvPr id="16" name="a/bar-ICBHI-Normal">
            <a:extLst>
              <a:ext uri="{FF2B5EF4-FFF2-40B4-BE49-F238E27FC236}">
                <a16:creationId xmlns:a16="http://schemas.microsoft.com/office/drawing/2014/main" id="{7E226B9A-2117-4E8B-B0C0-B9E62D6B047E}"/>
              </a:ext>
            </a:extLst>
          </p:cNvPr>
          <p:cNvSpPr>
            <a:spLocks noGrp="1"/>
          </p:cNvSpPr>
          <p:nvPr/>
        </p:nvSpPr>
        <p:spPr>
          <a:xfrm>
            <a:off x="2004198" y="748776"/>
            <a:ext cx="1518267" cy="89789"/>
          </a:xfrm>
          <a:prstGeom prst="rect">
            <a:avLst/>
          </a:prstGeom>
          <a:solidFill>
            <a:srgbClr val="3B739E"/>
          </a:solidFill>
          <a:ln w="0">
            <a:noFill/>
          </a:ln>
        </p:spPr>
        <p:txBody>
          <a:bodyPr/>
          <a:lstStyle/>
          <a:p>
            <a:endParaRPr lang="en-US" sz="4545"/>
          </a:p>
        </p:txBody>
      </p:sp>
      <p:sp>
        <p:nvSpPr>
          <p:cNvPr id="17" name="a/count-ICBHI-Normal">
            <a:extLst>
              <a:ext uri="{FF2B5EF4-FFF2-40B4-BE49-F238E27FC236}">
                <a16:creationId xmlns:a16="http://schemas.microsoft.com/office/drawing/2014/main" id="{A8A974BB-E516-4FB6-8883-B1C639F42186}"/>
              </a:ext>
            </a:extLst>
          </p:cNvPr>
          <p:cNvSpPr>
            <a:spLocks noGrp="1"/>
          </p:cNvSpPr>
          <p:nvPr/>
        </p:nvSpPr>
        <p:spPr>
          <a:xfrm>
            <a:off x="3767911" y="671814"/>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3,642</a:t>
            </a:r>
          </a:p>
        </p:txBody>
      </p:sp>
      <p:sp>
        <p:nvSpPr>
          <p:cNvPr id="18" name="a/label-ICBHI-Crackle">
            <a:extLst>
              <a:ext uri="{FF2B5EF4-FFF2-40B4-BE49-F238E27FC236}">
                <a16:creationId xmlns:a16="http://schemas.microsoft.com/office/drawing/2014/main" id="{99DDECA4-E76B-46E5-8724-C2B12C9AF262}"/>
              </a:ext>
            </a:extLst>
          </p:cNvPr>
          <p:cNvSpPr>
            <a:spLocks noGrp="1"/>
          </p:cNvSpPr>
          <p:nvPr/>
        </p:nvSpPr>
        <p:spPr>
          <a:xfrm>
            <a:off x="978038" y="1104725"/>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Crackle</a:t>
            </a:r>
          </a:p>
        </p:txBody>
      </p:sp>
      <p:sp>
        <p:nvSpPr>
          <p:cNvPr id="19" name="a/bar-ICBHI-Crackle">
            <a:extLst>
              <a:ext uri="{FF2B5EF4-FFF2-40B4-BE49-F238E27FC236}">
                <a16:creationId xmlns:a16="http://schemas.microsoft.com/office/drawing/2014/main" id="{477889F7-6AA4-4AF1-B13E-385EECE3015E}"/>
              </a:ext>
            </a:extLst>
          </p:cNvPr>
          <p:cNvSpPr>
            <a:spLocks noGrp="1"/>
          </p:cNvSpPr>
          <p:nvPr/>
        </p:nvSpPr>
        <p:spPr>
          <a:xfrm>
            <a:off x="2004198" y="1181687"/>
            <a:ext cx="777059" cy="89789"/>
          </a:xfrm>
          <a:prstGeom prst="rect">
            <a:avLst/>
          </a:prstGeom>
          <a:solidFill>
            <a:srgbClr val="3B739E"/>
          </a:solidFill>
          <a:ln w="0">
            <a:noFill/>
          </a:ln>
        </p:spPr>
        <p:txBody>
          <a:bodyPr/>
          <a:lstStyle/>
          <a:p>
            <a:endParaRPr lang="en-US" sz="4545"/>
          </a:p>
        </p:txBody>
      </p:sp>
      <p:sp>
        <p:nvSpPr>
          <p:cNvPr id="20" name="a/count-ICBHI-Crackle">
            <a:extLst>
              <a:ext uri="{FF2B5EF4-FFF2-40B4-BE49-F238E27FC236}">
                <a16:creationId xmlns:a16="http://schemas.microsoft.com/office/drawing/2014/main" id="{B5FB91E2-8B2D-4539-BB11-B7271EA33241}"/>
              </a:ext>
            </a:extLst>
          </p:cNvPr>
          <p:cNvSpPr>
            <a:spLocks noGrp="1"/>
          </p:cNvSpPr>
          <p:nvPr/>
        </p:nvSpPr>
        <p:spPr>
          <a:xfrm>
            <a:off x="3767911" y="1104725"/>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1,864</a:t>
            </a:r>
          </a:p>
        </p:txBody>
      </p:sp>
      <p:sp>
        <p:nvSpPr>
          <p:cNvPr id="21" name="a/label-ICBHI-Wheeze">
            <a:extLst>
              <a:ext uri="{FF2B5EF4-FFF2-40B4-BE49-F238E27FC236}">
                <a16:creationId xmlns:a16="http://schemas.microsoft.com/office/drawing/2014/main" id="{50AF51FC-024E-45FD-A2A0-68C23C438B2B}"/>
              </a:ext>
            </a:extLst>
          </p:cNvPr>
          <p:cNvSpPr>
            <a:spLocks noGrp="1"/>
          </p:cNvSpPr>
          <p:nvPr/>
        </p:nvSpPr>
        <p:spPr>
          <a:xfrm>
            <a:off x="978038" y="1537637"/>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Wheeze</a:t>
            </a:r>
          </a:p>
        </p:txBody>
      </p:sp>
      <p:sp>
        <p:nvSpPr>
          <p:cNvPr id="22" name="a/bar-ICBHI-Wheeze">
            <a:extLst>
              <a:ext uri="{FF2B5EF4-FFF2-40B4-BE49-F238E27FC236}">
                <a16:creationId xmlns:a16="http://schemas.microsoft.com/office/drawing/2014/main" id="{68F622DA-7CEA-4E12-93FE-941E5ED59221}"/>
              </a:ext>
            </a:extLst>
          </p:cNvPr>
          <p:cNvSpPr>
            <a:spLocks noGrp="1"/>
          </p:cNvSpPr>
          <p:nvPr/>
        </p:nvSpPr>
        <p:spPr>
          <a:xfrm>
            <a:off x="2004200" y="1614599"/>
            <a:ext cx="369354" cy="89789"/>
          </a:xfrm>
          <a:prstGeom prst="rect">
            <a:avLst/>
          </a:prstGeom>
          <a:solidFill>
            <a:srgbClr val="3B739E"/>
          </a:solidFill>
          <a:ln w="0">
            <a:noFill/>
          </a:ln>
        </p:spPr>
        <p:txBody>
          <a:bodyPr/>
          <a:lstStyle/>
          <a:p>
            <a:endParaRPr lang="en-US" sz="4545"/>
          </a:p>
        </p:txBody>
      </p:sp>
      <p:sp>
        <p:nvSpPr>
          <p:cNvPr id="23" name="a/count-ICBHI-Wheeze">
            <a:extLst>
              <a:ext uri="{FF2B5EF4-FFF2-40B4-BE49-F238E27FC236}">
                <a16:creationId xmlns:a16="http://schemas.microsoft.com/office/drawing/2014/main" id="{48570743-F379-4677-9726-BF242C46B29A}"/>
              </a:ext>
            </a:extLst>
          </p:cNvPr>
          <p:cNvSpPr>
            <a:spLocks noGrp="1"/>
          </p:cNvSpPr>
          <p:nvPr/>
        </p:nvSpPr>
        <p:spPr>
          <a:xfrm>
            <a:off x="3767911" y="1537637"/>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886</a:t>
            </a:r>
          </a:p>
        </p:txBody>
      </p:sp>
      <p:sp>
        <p:nvSpPr>
          <p:cNvPr id="24" name="a/label-ICBHI-Both">
            <a:extLst>
              <a:ext uri="{FF2B5EF4-FFF2-40B4-BE49-F238E27FC236}">
                <a16:creationId xmlns:a16="http://schemas.microsoft.com/office/drawing/2014/main" id="{BD9378F7-1388-4866-8F84-BBFD77721642}"/>
              </a:ext>
            </a:extLst>
          </p:cNvPr>
          <p:cNvSpPr>
            <a:spLocks noGrp="1"/>
          </p:cNvSpPr>
          <p:nvPr/>
        </p:nvSpPr>
        <p:spPr>
          <a:xfrm>
            <a:off x="978038" y="1970548"/>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Both</a:t>
            </a:r>
          </a:p>
        </p:txBody>
      </p:sp>
      <p:sp>
        <p:nvSpPr>
          <p:cNvPr id="25" name="a/bar-ICBHI-Both">
            <a:extLst>
              <a:ext uri="{FF2B5EF4-FFF2-40B4-BE49-F238E27FC236}">
                <a16:creationId xmlns:a16="http://schemas.microsoft.com/office/drawing/2014/main" id="{223D9E0D-1AE7-4BDE-8922-15B9472E0497}"/>
              </a:ext>
            </a:extLst>
          </p:cNvPr>
          <p:cNvSpPr>
            <a:spLocks noGrp="1"/>
          </p:cNvSpPr>
          <p:nvPr/>
        </p:nvSpPr>
        <p:spPr>
          <a:xfrm>
            <a:off x="2004200" y="2047510"/>
            <a:ext cx="210941" cy="89789"/>
          </a:xfrm>
          <a:prstGeom prst="rect">
            <a:avLst/>
          </a:prstGeom>
          <a:solidFill>
            <a:srgbClr val="3B739E"/>
          </a:solidFill>
          <a:ln w="0">
            <a:noFill/>
          </a:ln>
        </p:spPr>
        <p:txBody>
          <a:bodyPr/>
          <a:lstStyle/>
          <a:p>
            <a:endParaRPr lang="en-US" sz="4545"/>
          </a:p>
        </p:txBody>
      </p:sp>
      <p:sp>
        <p:nvSpPr>
          <p:cNvPr id="26" name="a/count-ICBHI-Both">
            <a:extLst>
              <a:ext uri="{FF2B5EF4-FFF2-40B4-BE49-F238E27FC236}">
                <a16:creationId xmlns:a16="http://schemas.microsoft.com/office/drawing/2014/main" id="{B6A2B4A6-BBAC-42E0-9862-A9EF8922270C}"/>
              </a:ext>
            </a:extLst>
          </p:cNvPr>
          <p:cNvSpPr>
            <a:spLocks noGrp="1"/>
          </p:cNvSpPr>
          <p:nvPr/>
        </p:nvSpPr>
        <p:spPr>
          <a:xfrm>
            <a:off x="3767911" y="1970548"/>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506</a:t>
            </a:r>
          </a:p>
        </p:txBody>
      </p:sp>
      <p:sp>
        <p:nvSpPr>
          <p:cNvPr id="27" name="a/legend-SPRSound">
            <a:extLst>
              <a:ext uri="{FF2B5EF4-FFF2-40B4-BE49-F238E27FC236}">
                <a16:creationId xmlns:a16="http://schemas.microsoft.com/office/drawing/2014/main" id="{CA8041A8-F0E3-47F0-8691-F472681A6926}"/>
              </a:ext>
            </a:extLst>
          </p:cNvPr>
          <p:cNvSpPr>
            <a:spLocks noGrp="1"/>
          </p:cNvSpPr>
          <p:nvPr/>
        </p:nvSpPr>
        <p:spPr>
          <a:xfrm>
            <a:off x="5647066" y="112236"/>
            <a:ext cx="89789" cy="89789"/>
          </a:xfrm>
          <a:custGeom>
            <a:avLst/>
            <a:gdLst/>
            <a:ahLst/>
            <a:cxnLst/>
            <a:rect l="0" t="0" r="0" b="0"/>
            <a:pathLst>
              <a:path w="35560" h="35560">
                <a:moveTo>
                  <a:pt x="17780" y="0"/>
                </a:moveTo>
                <a:lnTo>
                  <a:pt x="35560" y="35560"/>
                </a:lnTo>
                <a:lnTo>
                  <a:pt x="0" y="35560"/>
                </a:lnTo>
                <a:close/>
              </a:path>
            </a:pathLst>
          </a:custGeom>
          <a:solidFill>
            <a:srgbClr val="328F76">
              <a:alpha val="100000"/>
            </a:srgbClr>
          </a:solidFill>
          <a:ln w="0">
            <a:noFill/>
          </a:ln>
        </p:spPr>
        <p:txBody>
          <a:bodyPr/>
          <a:lstStyle/>
          <a:p>
            <a:endParaRPr lang="en-US" sz="4545"/>
          </a:p>
        </p:txBody>
      </p:sp>
      <p:sp>
        <p:nvSpPr>
          <p:cNvPr id="28" name="a/source-SPRSound">
            <a:extLst>
              <a:ext uri="{FF2B5EF4-FFF2-40B4-BE49-F238E27FC236}">
                <a16:creationId xmlns:a16="http://schemas.microsoft.com/office/drawing/2014/main" id="{9DA4B7ED-0E0F-4F27-BFF5-1B1EB7765E39}"/>
              </a:ext>
            </a:extLst>
          </p:cNvPr>
          <p:cNvSpPr>
            <a:spLocks noGrp="1"/>
          </p:cNvSpPr>
          <p:nvPr/>
        </p:nvSpPr>
        <p:spPr>
          <a:xfrm>
            <a:off x="5852298" y="0"/>
            <a:ext cx="2549366" cy="320675"/>
          </a:xfrm>
          <a:prstGeom prst="rect">
            <a:avLst/>
          </a:prstGeom>
          <a:noFill/>
          <a:ln w="0">
            <a:noFill/>
          </a:ln>
        </p:spPr>
        <p:txBody>
          <a:bodyPr wrap="none" lIns="0" tIns="0" rIns="0" bIns="0" anchor="ctr">
            <a:noAutofit/>
          </a:bodyPr>
          <a:lstStyle/>
          <a:p>
            <a:pPr algn="l">
              <a:defRPr sz="850" b="1">
                <a:solidFill>
                  <a:srgbClr val="328F76"/>
                </a:solidFill>
                <a:latin typeface="Arial"/>
                <a:ea typeface="Arial"/>
                <a:cs typeface="Arial"/>
              </a:defRPr>
            </a:pPr>
            <a:r>
              <a:rPr sz="2146" b="1" dirty="0" err="1">
                <a:solidFill>
                  <a:srgbClr val="328F76"/>
                </a:solidFill>
                <a:latin typeface="Arial"/>
                <a:ea typeface="Arial"/>
                <a:cs typeface="Arial"/>
              </a:rPr>
              <a:t>SPRSound</a:t>
            </a:r>
            <a:r>
              <a:rPr sz="2146" b="1" dirty="0">
                <a:solidFill>
                  <a:srgbClr val="328F76"/>
                </a:solidFill>
                <a:latin typeface="Arial"/>
                <a:ea typeface="Arial"/>
                <a:cs typeface="Arial"/>
              </a:rPr>
              <a:t> (</a:t>
            </a:r>
            <a:r>
              <a:rPr lang="en-US" sz="2146" b="1" dirty="0">
                <a:solidFill>
                  <a:srgbClr val="328F76"/>
                </a:solidFill>
                <a:latin typeface="Arial"/>
                <a:ea typeface="Arial"/>
                <a:cs typeface="Arial"/>
              </a:rPr>
              <a:t>E</a:t>
            </a:r>
            <a:r>
              <a:rPr sz="2146" b="1" dirty="0">
                <a:solidFill>
                  <a:srgbClr val="328F76"/>
                </a:solidFill>
                <a:latin typeface="Arial"/>
                <a:ea typeface="Arial"/>
                <a:cs typeface="Arial"/>
              </a:rPr>
              <a:t>vents)</a:t>
            </a:r>
          </a:p>
        </p:txBody>
      </p:sp>
      <p:sp>
        <p:nvSpPr>
          <p:cNvPr id="29" name="a/scope-SPRSound">
            <a:extLst>
              <a:ext uri="{FF2B5EF4-FFF2-40B4-BE49-F238E27FC236}">
                <a16:creationId xmlns:a16="http://schemas.microsoft.com/office/drawing/2014/main" id="{E80F30DC-D0A6-4072-BF0D-2426ECB6A1B8}"/>
              </a:ext>
            </a:extLst>
          </p:cNvPr>
          <p:cNvSpPr>
            <a:spLocks noGrp="1"/>
          </p:cNvSpPr>
          <p:nvPr/>
        </p:nvSpPr>
        <p:spPr>
          <a:xfrm>
            <a:off x="4601666" y="304641"/>
            <a:ext cx="4906328" cy="25654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1818" dirty="0">
                <a:solidFill>
                  <a:srgbClr val="526674"/>
                </a:solidFill>
                <a:latin typeface="Arial"/>
                <a:ea typeface="Arial"/>
                <a:cs typeface="Arial"/>
              </a:rPr>
              <a:t>Train + </a:t>
            </a:r>
            <a:r>
              <a:rPr lang="en-US" sz="1818" dirty="0">
                <a:solidFill>
                  <a:srgbClr val="526674"/>
                </a:solidFill>
                <a:latin typeface="Arial"/>
                <a:ea typeface="Arial"/>
                <a:cs typeface="Arial"/>
              </a:rPr>
              <a:t>T</a:t>
            </a:r>
            <a:r>
              <a:rPr sz="1818" dirty="0">
                <a:solidFill>
                  <a:srgbClr val="526674"/>
                </a:solidFill>
                <a:latin typeface="Arial"/>
                <a:ea typeface="Arial"/>
                <a:cs typeface="Arial"/>
              </a:rPr>
              <a:t>est</a:t>
            </a:r>
          </a:p>
        </p:txBody>
      </p:sp>
      <p:sp>
        <p:nvSpPr>
          <p:cNvPr id="30" name="a/grid-SPRSound-0">
            <a:extLst>
              <a:ext uri="{FF2B5EF4-FFF2-40B4-BE49-F238E27FC236}">
                <a16:creationId xmlns:a16="http://schemas.microsoft.com/office/drawing/2014/main" id="{8C9A497B-B479-4AFC-B9C4-16371205FD03}"/>
              </a:ext>
            </a:extLst>
          </p:cNvPr>
          <p:cNvSpPr>
            <a:spLocks noGrp="1"/>
          </p:cNvSpPr>
          <p:nvPr/>
        </p:nvSpPr>
        <p:spPr>
          <a:xfrm>
            <a:off x="649364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31" name="a/tick-SPRSound-0">
            <a:extLst>
              <a:ext uri="{FF2B5EF4-FFF2-40B4-BE49-F238E27FC236}">
                <a16:creationId xmlns:a16="http://schemas.microsoft.com/office/drawing/2014/main" id="{81C45D16-AF22-4F8F-AEBE-775821379C8D}"/>
              </a:ext>
            </a:extLst>
          </p:cNvPr>
          <p:cNvSpPr>
            <a:spLocks noGrp="1"/>
          </p:cNvSpPr>
          <p:nvPr/>
        </p:nvSpPr>
        <p:spPr>
          <a:xfrm>
            <a:off x="649364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32" name="a/tick-label-SPRSound-0">
            <a:extLst>
              <a:ext uri="{FF2B5EF4-FFF2-40B4-BE49-F238E27FC236}">
                <a16:creationId xmlns:a16="http://schemas.microsoft.com/office/drawing/2014/main" id="{B5DF049B-0612-41EA-92E3-50DA8394B19B}"/>
              </a:ext>
            </a:extLst>
          </p:cNvPr>
          <p:cNvSpPr>
            <a:spLocks noGrp="1"/>
          </p:cNvSpPr>
          <p:nvPr/>
        </p:nvSpPr>
        <p:spPr>
          <a:xfrm>
            <a:off x="620504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0</a:t>
            </a:r>
          </a:p>
        </p:txBody>
      </p:sp>
      <p:sp>
        <p:nvSpPr>
          <p:cNvPr id="33" name="a/grid-SPRSound-3500">
            <a:extLst>
              <a:ext uri="{FF2B5EF4-FFF2-40B4-BE49-F238E27FC236}">
                <a16:creationId xmlns:a16="http://schemas.microsoft.com/office/drawing/2014/main" id="{527F632F-50BF-4E0B-9CA3-837A6369EF09}"/>
              </a:ext>
            </a:extLst>
          </p:cNvPr>
          <p:cNvSpPr>
            <a:spLocks noGrp="1"/>
          </p:cNvSpPr>
          <p:nvPr/>
        </p:nvSpPr>
        <p:spPr>
          <a:xfrm>
            <a:off x="7632046"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34" name="a/tick-SPRSound-3500">
            <a:extLst>
              <a:ext uri="{FF2B5EF4-FFF2-40B4-BE49-F238E27FC236}">
                <a16:creationId xmlns:a16="http://schemas.microsoft.com/office/drawing/2014/main" id="{91A7DE8C-6B28-4897-B19D-9B1CC456B4E4}"/>
              </a:ext>
            </a:extLst>
          </p:cNvPr>
          <p:cNvSpPr>
            <a:spLocks noGrp="1"/>
          </p:cNvSpPr>
          <p:nvPr/>
        </p:nvSpPr>
        <p:spPr>
          <a:xfrm>
            <a:off x="7632046"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35" name="a/tick-label-SPRSound-3500">
            <a:extLst>
              <a:ext uri="{FF2B5EF4-FFF2-40B4-BE49-F238E27FC236}">
                <a16:creationId xmlns:a16="http://schemas.microsoft.com/office/drawing/2014/main" id="{627D4954-28E0-447F-80B2-2F2D55C3D021}"/>
              </a:ext>
            </a:extLst>
          </p:cNvPr>
          <p:cNvSpPr>
            <a:spLocks noGrp="1"/>
          </p:cNvSpPr>
          <p:nvPr/>
        </p:nvSpPr>
        <p:spPr>
          <a:xfrm>
            <a:off x="7343437"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3.5k</a:t>
            </a:r>
          </a:p>
        </p:txBody>
      </p:sp>
      <p:sp>
        <p:nvSpPr>
          <p:cNvPr id="36" name="a/grid-SPRSound-7000">
            <a:extLst>
              <a:ext uri="{FF2B5EF4-FFF2-40B4-BE49-F238E27FC236}">
                <a16:creationId xmlns:a16="http://schemas.microsoft.com/office/drawing/2014/main" id="{E05DB168-74A4-4B18-8166-B59B24672F83}"/>
              </a:ext>
            </a:extLst>
          </p:cNvPr>
          <p:cNvSpPr>
            <a:spLocks noGrp="1"/>
          </p:cNvSpPr>
          <p:nvPr/>
        </p:nvSpPr>
        <p:spPr>
          <a:xfrm>
            <a:off x="8770442"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37" name="a/tick-SPRSound-7000">
            <a:extLst>
              <a:ext uri="{FF2B5EF4-FFF2-40B4-BE49-F238E27FC236}">
                <a16:creationId xmlns:a16="http://schemas.microsoft.com/office/drawing/2014/main" id="{F1C77BC6-4EC7-4E48-A377-8EDBBC0EA06E}"/>
              </a:ext>
            </a:extLst>
          </p:cNvPr>
          <p:cNvSpPr>
            <a:spLocks noGrp="1"/>
          </p:cNvSpPr>
          <p:nvPr/>
        </p:nvSpPr>
        <p:spPr>
          <a:xfrm>
            <a:off x="8770442"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38" name="a/tick-label-SPRSound-7000">
            <a:extLst>
              <a:ext uri="{FF2B5EF4-FFF2-40B4-BE49-F238E27FC236}">
                <a16:creationId xmlns:a16="http://schemas.microsoft.com/office/drawing/2014/main" id="{E425474B-0DFC-4831-9631-9491F225C9C7}"/>
              </a:ext>
            </a:extLst>
          </p:cNvPr>
          <p:cNvSpPr>
            <a:spLocks noGrp="1"/>
          </p:cNvSpPr>
          <p:nvPr/>
        </p:nvSpPr>
        <p:spPr>
          <a:xfrm>
            <a:off x="8481833"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7k</a:t>
            </a:r>
          </a:p>
        </p:txBody>
      </p:sp>
      <p:sp>
        <p:nvSpPr>
          <p:cNvPr id="39" name="a/axis-SPRSound">
            <a:extLst>
              <a:ext uri="{FF2B5EF4-FFF2-40B4-BE49-F238E27FC236}">
                <a16:creationId xmlns:a16="http://schemas.microsoft.com/office/drawing/2014/main" id="{0F4491EB-51E7-4C69-8B8C-F152B62B0B82}"/>
              </a:ext>
            </a:extLst>
          </p:cNvPr>
          <p:cNvSpPr>
            <a:spLocks noGrp="1"/>
          </p:cNvSpPr>
          <p:nvPr/>
        </p:nvSpPr>
        <p:spPr>
          <a:xfrm>
            <a:off x="6493648" y="2308861"/>
            <a:ext cx="2276793" cy="33"/>
          </a:xfrm>
          <a:custGeom>
            <a:avLst/>
            <a:gdLst/>
            <a:ahLst/>
            <a:cxnLst/>
            <a:rect l="0" t="0" r="0" b="0"/>
            <a:pathLst>
              <a:path w="901700" h="13">
                <a:moveTo>
                  <a:pt x="0" y="0"/>
                </a:moveTo>
                <a:lnTo>
                  <a:pt x="901700" y="0"/>
                </a:lnTo>
              </a:path>
            </a:pathLst>
          </a:custGeom>
          <a:noFill/>
          <a:ln w="5715">
            <a:solidFill>
              <a:srgbClr val="8C9AA6"/>
            </a:solidFill>
          </a:ln>
        </p:spPr>
        <p:txBody>
          <a:bodyPr/>
          <a:lstStyle/>
          <a:p>
            <a:endParaRPr lang="en-US" sz="4545"/>
          </a:p>
        </p:txBody>
      </p:sp>
      <p:sp>
        <p:nvSpPr>
          <p:cNvPr id="40" name="a/label-SPRSound-Normal">
            <a:extLst>
              <a:ext uri="{FF2B5EF4-FFF2-40B4-BE49-F238E27FC236}">
                <a16:creationId xmlns:a16="http://schemas.microsoft.com/office/drawing/2014/main" id="{82B3B36B-A805-4694-BD96-295ABF363CBB}"/>
              </a:ext>
            </a:extLst>
          </p:cNvPr>
          <p:cNvSpPr>
            <a:spLocks noGrp="1"/>
          </p:cNvSpPr>
          <p:nvPr/>
        </p:nvSpPr>
        <p:spPr>
          <a:xfrm>
            <a:off x="4601666" y="579048"/>
            <a:ext cx="179578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Normal</a:t>
            </a:r>
          </a:p>
        </p:txBody>
      </p:sp>
      <p:sp>
        <p:nvSpPr>
          <p:cNvPr id="41" name="a/bar-SPRSound-Normal">
            <a:extLst>
              <a:ext uri="{FF2B5EF4-FFF2-40B4-BE49-F238E27FC236}">
                <a16:creationId xmlns:a16="http://schemas.microsoft.com/office/drawing/2014/main" id="{0893252E-5F53-4A18-8169-C997A43D6EBE}"/>
              </a:ext>
            </a:extLst>
          </p:cNvPr>
          <p:cNvSpPr>
            <a:spLocks noGrp="1"/>
          </p:cNvSpPr>
          <p:nvPr/>
        </p:nvSpPr>
        <p:spPr>
          <a:xfrm>
            <a:off x="6493648" y="656010"/>
            <a:ext cx="2016263" cy="89789"/>
          </a:xfrm>
          <a:prstGeom prst="rect">
            <a:avLst/>
          </a:prstGeom>
          <a:solidFill>
            <a:srgbClr val="328F76"/>
          </a:solidFill>
          <a:ln w="0">
            <a:noFill/>
          </a:ln>
        </p:spPr>
        <p:txBody>
          <a:bodyPr/>
          <a:lstStyle/>
          <a:p>
            <a:endParaRPr lang="en-US" sz="4545"/>
          </a:p>
        </p:txBody>
      </p:sp>
      <p:sp>
        <p:nvSpPr>
          <p:cNvPr id="42" name="a/count-SPRSound-Normal">
            <a:extLst>
              <a:ext uri="{FF2B5EF4-FFF2-40B4-BE49-F238E27FC236}">
                <a16:creationId xmlns:a16="http://schemas.microsoft.com/office/drawing/2014/main" id="{5C53F214-434F-4337-BF3E-22217E0A49DB}"/>
              </a:ext>
            </a:extLst>
          </p:cNvPr>
          <p:cNvSpPr>
            <a:spLocks noGrp="1"/>
          </p:cNvSpPr>
          <p:nvPr/>
        </p:nvSpPr>
        <p:spPr>
          <a:xfrm>
            <a:off x="8866643" y="579048"/>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6,199</a:t>
            </a:r>
          </a:p>
        </p:txBody>
      </p:sp>
      <p:sp>
        <p:nvSpPr>
          <p:cNvPr id="43" name="a/label-SPRSound-Fine Crackle">
            <a:extLst>
              <a:ext uri="{FF2B5EF4-FFF2-40B4-BE49-F238E27FC236}">
                <a16:creationId xmlns:a16="http://schemas.microsoft.com/office/drawing/2014/main" id="{5EFE4116-8A75-4014-9184-12BBA71113AD}"/>
              </a:ext>
            </a:extLst>
          </p:cNvPr>
          <p:cNvSpPr>
            <a:spLocks noGrp="1"/>
          </p:cNvSpPr>
          <p:nvPr/>
        </p:nvSpPr>
        <p:spPr>
          <a:xfrm>
            <a:off x="4601666" y="826425"/>
            <a:ext cx="179578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Fine Crackle</a:t>
            </a:r>
          </a:p>
        </p:txBody>
      </p:sp>
      <p:sp>
        <p:nvSpPr>
          <p:cNvPr id="44" name="a/bar-SPRSound-Fine Crackle">
            <a:extLst>
              <a:ext uri="{FF2B5EF4-FFF2-40B4-BE49-F238E27FC236}">
                <a16:creationId xmlns:a16="http://schemas.microsoft.com/office/drawing/2014/main" id="{3CB52C61-04F3-4E00-9646-D7E012994BB0}"/>
              </a:ext>
            </a:extLst>
          </p:cNvPr>
          <p:cNvSpPr>
            <a:spLocks noGrp="1"/>
          </p:cNvSpPr>
          <p:nvPr/>
        </p:nvSpPr>
        <p:spPr>
          <a:xfrm>
            <a:off x="6493648" y="903387"/>
            <a:ext cx="322655" cy="89789"/>
          </a:xfrm>
          <a:prstGeom prst="rect">
            <a:avLst/>
          </a:prstGeom>
          <a:solidFill>
            <a:srgbClr val="328F76"/>
          </a:solidFill>
          <a:ln w="0">
            <a:noFill/>
          </a:ln>
        </p:spPr>
        <p:txBody>
          <a:bodyPr/>
          <a:lstStyle/>
          <a:p>
            <a:endParaRPr lang="en-US" sz="4545"/>
          </a:p>
        </p:txBody>
      </p:sp>
      <p:sp>
        <p:nvSpPr>
          <p:cNvPr id="45" name="a/count-SPRSound-Fine Crackle">
            <a:extLst>
              <a:ext uri="{FF2B5EF4-FFF2-40B4-BE49-F238E27FC236}">
                <a16:creationId xmlns:a16="http://schemas.microsoft.com/office/drawing/2014/main" id="{698A90D6-5099-4ECC-8AF8-2ACC90CC86C3}"/>
              </a:ext>
            </a:extLst>
          </p:cNvPr>
          <p:cNvSpPr>
            <a:spLocks noGrp="1"/>
          </p:cNvSpPr>
          <p:nvPr/>
        </p:nvSpPr>
        <p:spPr>
          <a:xfrm>
            <a:off x="8866643" y="826425"/>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992</a:t>
            </a:r>
          </a:p>
        </p:txBody>
      </p:sp>
      <p:sp>
        <p:nvSpPr>
          <p:cNvPr id="46" name="a/label-SPRSound-Coarse Crackle">
            <a:extLst>
              <a:ext uri="{FF2B5EF4-FFF2-40B4-BE49-F238E27FC236}">
                <a16:creationId xmlns:a16="http://schemas.microsoft.com/office/drawing/2014/main" id="{7CEC6E38-DEDC-40B4-B84C-4C0677C24D65}"/>
              </a:ext>
            </a:extLst>
          </p:cNvPr>
          <p:cNvSpPr>
            <a:spLocks noGrp="1"/>
          </p:cNvSpPr>
          <p:nvPr/>
        </p:nvSpPr>
        <p:spPr>
          <a:xfrm>
            <a:off x="4601666" y="1073804"/>
            <a:ext cx="179578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Coarse Crackle</a:t>
            </a:r>
          </a:p>
        </p:txBody>
      </p:sp>
      <p:sp>
        <p:nvSpPr>
          <p:cNvPr id="47" name="a/bar-SPRSound-Coarse Crackle">
            <a:extLst>
              <a:ext uri="{FF2B5EF4-FFF2-40B4-BE49-F238E27FC236}">
                <a16:creationId xmlns:a16="http://schemas.microsoft.com/office/drawing/2014/main" id="{66F00030-535F-47F0-9AD6-822F8E5229A1}"/>
              </a:ext>
            </a:extLst>
          </p:cNvPr>
          <p:cNvSpPr>
            <a:spLocks noGrp="1"/>
          </p:cNvSpPr>
          <p:nvPr/>
        </p:nvSpPr>
        <p:spPr>
          <a:xfrm>
            <a:off x="6493649" y="1150766"/>
            <a:ext cx="16912" cy="89789"/>
          </a:xfrm>
          <a:prstGeom prst="rect">
            <a:avLst/>
          </a:prstGeom>
          <a:solidFill>
            <a:srgbClr val="328F76"/>
          </a:solidFill>
          <a:ln w="0">
            <a:noFill/>
          </a:ln>
        </p:spPr>
        <p:txBody>
          <a:bodyPr/>
          <a:lstStyle/>
          <a:p>
            <a:endParaRPr lang="en-US" sz="4545"/>
          </a:p>
        </p:txBody>
      </p:sp>
      <p:sp>
        <p:nvSpPr>
          <p:cNvPr id="48" name="a/count-SPRSound-Coarse Crackle">
            <a:extLst>
              <a:ext uri="{FF2B5EF4-FFF2-40B4-BE49-F238E27FC236}">
                <a16:creationId xmlns:a16="http://schemas.microsoft.com/office/drawing/2014/main" id="{40CC1FC9-7C26-487C-B204-74C6B6A68EA8}"/>
              </a:ext>
            </a:extLst>
          </p:cNvPr>
          <p:cNvSpPr>
            <a:spLocks noGrp="1"/>
          </p:cNvSpPr>
          <p:nvPr/>
        </p:nvSpPr>
        <p:spPr>
          <a:xfrm>
            <a:off x="8866643" y="1073804"/>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52</a:t>
            </a:r>
          </a:p>
        </p:txBody>
      </p:sp>
      <p:sp>
        <p:nvSpPr>
          <p:cNvPr id="49" name="a/label-SPRSound-Wheeze">
            <a:extLst>
              <a:ext uri="{FF2B5EF4-FFF2-40B4-BE49-F238E27FC236}">
                <a16:creationId xmlns:a16="http://schemas.microsoft.com/office/drawing/2014/main" id="{DCEF3876-8204-4561-BA68-66090C6BD1A2}"/>
              </a:ext>
            </a:extLst>
          </p:cNvPr>
          <p:cNvSpPr>
            <a:spLocks noGrp="1"/>
          </p:cNvSpPr>
          <p:nvPr/>
        </p:nvSpPr>
        <p:spPr>
          <a:xfrm>
            <a:off x="4601666" y="1321181"/>
            <a:ext cx="179578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Wheeze</a:t>
            </a:r>
          </a:p>
        </p:txBody>
      </p:sp>
      <p:sp>
        <p:nvSpPr>
          <p:cNvPr id="50" name="a/bar-SPRSound-Wheeze">
            <a:extLst>
              <a:ext uri="{FF2B5EF4-FFF2-40B4-BE49-F238E27FC236}">
                <a16:creationId xmlns:a16="http://schemas.microsoft.com/office/drawing/2014/main" id="{7151006D-C9D5-471C-8DB1-30761976D33B}"/>
              </a:ext>
            </a:extLst>
          </p:cNvPr>
          <p:cNvSpPr>
            <a:spLocks noGrp="1"/>
          </p:cNvSpPr>
          <p:nvPr/>
        </p:nvSpPr>
        <p:spPr>
          <a:xfrm>
            <a:off x="6493648" y="1398143"/>
            <a:ext cx="246218" cy="89789"/>
          </a:xfrm>
          <a:prstGeom prst="rect">
            <a:avLst/>
          </a:prstGeom>
          <a:solidFill>
            <a:srgbClr val="328F76"/>
          </a:solidFill>
          <a:ln w="0">
            <a:noFill/>
          </a:ln>
        </p:spPr>
        <p:txBody>
          <a:bodyPr/>
          <a:lstStyle/>
          <a:p>
            <a:endParaRPr lang="en-US" sz="4545"/>
          </a:p>
        </p:txBody>
      </p:sp>
      <p:sp>
        <p:nvSpPr>
          <p:cNvPr id="51" name="a/count-SPRSound-Wheeze">
            <a:extLst>
              <a:ext uri="{FF2B5EF4-FFF2-40B4-BE49-F238E27FC236}">
                <a16:creationId xmlns:a16="http://schemas.microsoft.com/office/drawing/2014/main" id="{FC62354F-90CF-457A-83FA-1626F88871A1}"/>
              </a:ext>
            </a:extLst>
          </p:cNvPr>
          <p:cNvSpPr>
            <a:spLocks noGrp="1"/>
          </p:cNvSpPr>
          <p:nvPr/>
        </p:nvSpPr>
        <p:spPr>
          <a:xfrm>
            <a:off x="8866643" y="1321181"/>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757</a:t>
            </a:r>
          </a:p>
        </p:txBody>
      </p:sp>
      <p:sp>
        <p:nvSpPr>
          <p:cNvPr id="52" name="a/label-SPRSound-Wheeze+Crackle">
            <a:extLst>
              <a:ext uri="{FF2B5EF4-FFF2-40B4-BE49-F238E27FC236}">
                <a16:creationId xmlns:a16="http://schemas.microsoft.com/office/drawing/2014/main" id="{E959213B-6B15-43E1-9414-4D047CAE3630}"/>
              </a:ext>
            </a:extLst>
          </p:cNvPr>
          <p:cNvSpPr>
            <a:spLocks noGrp="1"/>
          </p:cNvSpPr>
          <p:nvPr/>
        </p:nvSpPr>
        <p:spPr>
          <a:xfrm>
            <a:off x="4601666" y="1568558"/>
            <a:ext cx="179578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Wheeze+Crackle</a:t>
            </a:r>
          </a:p>
        </p:txBody>
      </p:sp>
      <p:sp>
        <p:nvSpPr>
          <p:cNvPr id="53" name="a/bar-SPRSound-Wheeze+Crackle">
            <a:extLst>
              <a:ext uri="{FF2B5EF4-FFF2-40B4-BE49-F238E27FC236}">
                <a16:creationId xmlns:a16="http://schemas.microsoft.com/office/drawing/2014/main" id="{193FBD96-8F7F-4C52-84F6-B632B7CE21F9}"/>
              </a:ext>
            </a:extLst>
          </p:cNvPr>
          <p:cNvSpPr>
            <a:spLocks noGrp="1"/>
          </p:cNvSpPr>
          <p:nvPr/>
        </p:nvSpPr>
        <p:spPr>
          <a:xfrm>
            <a:off x="6493650" y="1645520"/>
            <a:ext cx="10082" cy="89789"/>
          </a:xfrm>
          <a:prstGeom prst="rect">
            <a:avLst/>
          </a:prstGeom>
          <a:solidFill>
            <a:srgbClr val="328F76"/>
          </a:solidFill>
          <a:ln w="0">
            <a:noFill/>
          </a:ln>
        </p:spPr>
        <p:txBody>
          <a:bodyPr/>
          <a:lstStyle/>
          <a:p>
            <a:endParaRPr lang="en-US" sz="4545"/>
          </a:p>
        </p:txBody>
      </p:sp>
      <p:sp>
        <p:nvSpPr>
          <p:cNvPr id="54" name="a/count-SPRSound-Wheeze+Crackle">
            <a:extLst>
              <a:ext uri="{FF2B5EF4-FFF2-40B4-BE49-F238E27FC236}">
                <a16:creationId xmlns:a16="http://schemas.microsoft.com/office/drawing/2014/main" id="{035F7DB2-DCC5-4B84-B0F2-CB53A5F68DA7}"/>
              </a:ext>
            </a:extLst>
          </p:cNvPr>
          <p:cNvSpPr>
            <a:spLocks noGrp="1"/>
          </p:cNvSpPr>
          <p:nvPr/>
        </p:nvSpPr>
        <p:spPr>
          <a:xfrm>
            <a:off x="8866643" y="1568558"/>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31</a:t>
            </a:r>
          </a:p>
        </p:txBody>
      </p:sp>
      <p:sp>
        <p:nvSpPr>
          <p:cNvPr id="55" name="a/label-SPRSound-Rhonchi">
            <a:extLst>
              <a:ext uri="{FF2B5EF4-FFF2-40B4-BE49-F238E27FC236}">
                <a16:creationId xmlns:a16="http://schemas.microsoft.com/office/drawing/2014/main" id="{17F910D9-C362-4F58-86B8-9A5A45877DF3}"/>
              </a:ext>
            </a:extLst>
          </p:cNvPr>
          <p:cNvSpPr>
            <a:spLocks noGrp="1"/>
          </p:cNvSpPr>
          <p:nvPr/>
        </p:nvSpPr>
        <p:spPr>
          <a:xfrm>
            <a:off x="4601666" y="1815937"/>
            <a:ext cx="179578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Rhonchi</a:t>
            </a:r>
          </a:p>
        </p:txBody>
      </p:sp>
      <p:sp>
        <p:nvSpPr>
          <p:cNvPr id="56" name="a/bar-SPRSound-Rhonchi">
            <a:extLst>
              <a:ext uri="{FF2B5EF4-FFF2-40B4-BE49-F238E27FC236}">
                <a16:creationId xmlns:a16="http://schemas.microsoft.com/office/drawing/2014/main" id="{7888B6E0-C594-4C71-9E34-6C9FE661B858}"/>
              </a:ext>
            </a:extLst>
          </p:cNvPr>
          <p:cNvSpPr>
            <a:spLocks noGrp="1"/>
          </p:cNvSpPr>
          <p:nvPr/>
        </p:nvSpPr>
        <p:spPr>
          <a:xfrm>
            <a:off x="6493648" y="1892899"/>
            <a:ext cx="12686" cy="89789"/>
          </a:xfrm>
          <a:prstGeom prst="rect">
            <a:avLst/>
          </a:prstGeom>
          <a:solidFill>
            <a:srgbClr val="328F76"/>
          </a:solidFill>
          <a:ln w="0">
            <a:noFill/>
          </a:ln>
        </p:spPr>
        <p:txBody>
          <a:bodyPr/>
          <a:lstStyle/>
          <a:p>
            <a:endParaRPr lang="en-US" sz="4545"/>
          </a:p>
        </p:txBody>
      </p:sp>
      <p:sp>
        <p:nvSpPr>
          <p:cNvPr id="57" name="a/count-SPRSound-Rhonchi">
            <a:extLst>
              <a:ext uri="{FF2B5EF4-FFF2-40B4-BE49-F238E27FC236}">
                <a16:creationId xmlns:a16="http://schemas.microsoft.com/office/drawing/2014/main" id="{93BB9194-FDA4-4B6C-9C06-A4E7F98AF9B3}"/>
              </a:ext>
            </a:extLst>
          </p:cNvPr>
          <p:cNvSpPr>
            <a:spLocks noGrp="1"/>
          </p:cNvSpPr>
          <p:nvPr/>
        </p:nvSpPr>
        <p:spPr>
          <a:xfrm>
            <a:off x="8866643" y="1815937"/>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39</a:t>
            </a:r>
          </a:p>
        </p:txBody>
      </p:sp>
      <p:sp>
        <p:nvSpPr>
          <p:cNvPr id="58" name="a/label-SPRSound-Stridor">
            <a:extLst>
              <a:ext uri="{FF2B5EF4-FFF2-40B4-BE49-F238E27FC236}">
                <a16:creationId xmlns:a16="http://schemas.microsoft.com/office/drawing/2014/main" id="{DF2F437B-58AD-417C-B888-04D0056CCC45}"/>
              </a:ext>
            </a:extLst>
          </p:cNvPr>
          <p:cNvSpPr>
            <a:spLocks noGrp="1"/>
          </p:cNvSpPr>
          <p:nvPr/>
        </p:nvSpPr>
        <p:spPr>
          <a:xfrm>
            <a:off x="4601666" y="2063314"/>
            <a:ext cx="179578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Stridor</a:t>
            </a:r>
          </a:p>
        </p:txBody>
      </p:sp>
      <p:sp>
        <p:nvSpPr>
          <p:cNvPr id="59" name="a/bar-SPRSound-Stridor">
            <a:extLst>
              <a:ext uri="{FF2B5EF4-FFF2-40B4-BE49-F238E27FC236}">
                <a16:creationId xmlns:a16="http://schemas.microsoft.com/office/drawing/2014/main" id="{134A2067-9A52-4DD9-AF47-FB8962A1CEFF}"/>
              </a:ext>
            </a:extLst>
          </p:cNvPr>
          <p:cNvSpPr>
            <a:spLocks noGrp="1"/>
          </p:cNvSpPr>
          <p:nvPr/>
        </p:nvSpPr>
        <p:spPr>
          <a:xfrm>
            <a:off x="6493648" y="2140276"/>
            <a:ext cx="4878" cy="89789"/>
          </a:xfrm>
          <a:prstGeom prst="rect">
            <a:avLst/>
          </a:prstGeom>
          <a:solidFill>
            <a:srgbClr val="328F76"/>
          </a:solidFill>
          <a:ln w="0">
            <a:noFill/>
          </a:ln>
        </p:spPr>
        <p:txBody>
          <a:bodyPr/>
          <a:lstStyle/>
          <a:p>
            <a:endParaRPr lang="en-US" sz="4545"/>
          </a:p>
        </p:txBody>
      </p:sp>
      <p:sp>
        <p:nvSpPr>
          <p:cNvPr id="60" name="a/count-SPRSound-Stridor">
            <a:extLst>
              <a:ext uri="{FF2B5EF4-FFF2-40B4-BE49-F238E27FC236}">
                <a16:creationId xmlns:a16="http://schemas.microsoft.com/office/drawing/2014/main" id="{47D17210-41D2-4D3F-AACB-7D9B5080AFEC}"/>
              </a:ext>
            </a:extLst>
          </p:cNvPr>
          <p:cNvSpPr>
            <a:spLocks noGrp="1"/>
          </p:cNvSpPr>
          <p:nvPr/>
        </p:nvSpPr>
        <p:spPr>
          <a:xfrm>
            <a:off x="8866643" y="2063314"/>
            <a:ext cx="64135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15</a:t>
            </a:r>
          </a:p>
        </p:txBody>
      </p:sp>
      <p:sp>
        <p:nvSpPr>
          <p:cNvPr id="61" name="a/legend-HF_Lung">
            <a:extLst>
              <a:ext uri="{FF2B5EF4-FFF2-40B4-BE49-F238E27FC236}">
                <a16:creationId xmlns:a16="http://schemas.microsoft.com/office/drawing/2014/main" id="{B9BD7432-2A14-4534-86A2-4583AA9FF432}"/>
              </a:ext>
            </a:extLst>
          </p:cNvPr>
          <p:cNvSpPr>
            <a:spLocks noGrp="1"/>
          </p:cNvSpPr>
          <p:nvPr/>
        </p:nvSpPr>
        <p:spPr>
          <a:xfrm>
            <a:off x="10326913" y="112236"/>
            <a:ext cx="89789" cy="89789"/>
          </a:xfrm>
          <a:prstGeom prst="rect">
            <a:avLst/>
          </a:prstGeom>
          <a:solidFill>
            <a:srgbClr val="9365A9">
              <a:alpha val="100000"/>
            </a:srgbClr>
          </a:solidFill>
          <a:ln w="0">
            <a:noFill/>
          </a:ln>
        </p:spPr>
        <p:txBody>
          <a:bodyPr/>
          <a:lstStyle/>
          <a:p>
            <a:endParaRPr lang="en-US" sz="4545"/>
          </a:p>
        </p:txBody>
      </p:sp>
      <p:sp>
        <p:nvSpPr>
          <p:cNvPr id="62" name="a/source-HF_Lung">
            <a:extLst>
              <a:ext uri="{FF2B5EF4-FFF2-40B4-BE49-F238E27FC236}">
                <a16:creationId xmlns:a16="http://schemas.microsoft.com/office/drawing/2014/main" id="{395DA3E8-0305-4264-871A-1C8B4746F002}"/>
              </a:ext>
            </a:extLst>
          </p:cNvPr>
          <p:cNvSpPr>
            <a:spLocks noGrp="1"/>
          </p:cNvSpPr>
          <p:nvPr/>
        </p:nvSpPr>
        <p:spPr>
          <a:xfrm>
            <a:off x="10532144" y="0"/>
            <a:ext cx="2504472" cy="320675"/>
          </a:xfrm>
          <a:prstGeom prst="rect">
            <a:avLst/>
          </a:prstGeom>
          <a:noFill/>
          <a:ln w="0">
            <a:noFill/>
          </a:ln>
        </p:spPr>
        <p:txBody>
          <a:bodyPr wrap="none" lIns="0" tIns="0" rIns="0" bIns="0" anchor="ctr">
            <a:noAutofit/>
          </a:bodyPr>
          <a:lstStyle/>
          <a:p>
            <a:pPr algn="l">
              <a:defRPr sz="850" b="1">
                <a:solidFill>
                  <a:srgbClr val="9365A9"/>
                </a:solidFill>
                <a:latin typeface="Arial"/>
                <a:ea typeface="Arial"/>
                <a:cs typeface="Arial"/>
              </a:defRPr>
            </a:pPr>
            <a:r>
              <a:rPr sz="2146" b="1" dirty="0">
                <a:solidFill>
                  <a:srgbClr val="9365A9"/>
                </a:solidFill>
                <a:latin typeface="Arial"/>
                <a:ea typeface="Arial"/>
                <a:cs typeface="Arial"/>
              </a:rPr>
              <a:t>HF (</a:t>
            </a:r>
            <a:r>
              <a:rPr lang="en-US" sz="2146" b="1" dirty="0">
                <a:solidFill>
                  <a:srgbClr val="9365A9"/>
                </a:solidFill>
                <a:latin typeface="Arial"/>
                <a:ea typeface="Arial"/>
                <a:cs typeface="Arial"/>
              </a:rPr>
              <a:t>I</a:t>
            </a:r>
            <a:r>
              <a:rPr sz="2146" b="1" dirty="0">
                <a:solidFill>
                  <a:srgbClr val="9365A9"/>
                </a:solidFill>
                <a:latin typeface="Arial"/>
                <a:ea typeface="Arial"/>
                <a:cs typeface="Arial"/>
              </a:rPr>
              <a:t>ntervals)</a:t>
            </a:r>
          </a:p>
        </p:txBody>
      </p:sp>
      <p:sp>
        <p:nvSpPr>
          <p:cNvPr id="63" name="a/scope-HF_Lung">
            <a:extLst>
              <a:ext uri="{FF2B5EF4-FFF2-40B4-BE49-F238E27FC236}">
                <a16:creationId xmlns:a16="http://schemas.microsoft.com/office/drawing/2014/main" id="{B98A2B17-F7F9-4C83-8F5D-2D18C5552F10}"/>
              </a:ext>
            </a:extLst>
          </p:cNvPr>
          <p:cNvSpPr>
            <a:spLocks noGrp="1"/>
          </p:cNvSpPr>
          <p:nvPr/>
        </p:nvSpPr>
        <p:spPr>
          <a:xfrm>
            <a:off x="9700398" y="304641"/>
            <a:ext cx="3687763" cy="25654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1818" dirty="0">
                <a:solidFill>
                  <a:srgbClr val="526674"/>
                </a:solidFill>
                <a:latin typeface="Arial"/>
                <a:ea typeface="Arial"/>
                <a:cs typeface="Arial"/>
              </a:rPr>
              <a:t>Train + Test</a:t>
            </a:r>
          </a:p>
        </p:txBody>
      </p:sp>
      <p:sp>
        <p:nvSpPr>
          <p:cNvPr id="64" name="a/grid-HF_Lung-0">
            <a:extLst>
              <a:ext uri="{FF2B5EF4-FFF2-40B4-BE49-F238E27FC236}">
                <a16:creationId xmlns:a16="http://schemas.microsoft.com/office/drawing/2014/main" id="{DDF5C751-23A0-4B4C-BF90-257B9EFFD20C}"/>
              </a:ext>
            </a:extLst>
          </p:cNvPr>
          <p:cNvSpPr>
            <a:spLocks noGrp="1"/>
          </p:cNvSpPr>
          <p:nvPr/>
        </p:nvSpPr>
        <p:spPr>
          <a:xfrm>
            <a:off x="1072655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65" name="a/tick-HF_Lung-0">
            <a:extLst>
              <a:ext uri="{FF2B5EF4-FFF2-40B4-BE49-F238E27FC236}">
                <a16:creationId xmlns:a16="http://schemas.microsoft.com/office/drawing/2014/main" id="{4AE64BB6-5748-4733-94D0-7A8E30660241}"/>
              </a:ext>
            </a:extLst>
          </p:cNvPr>
          <p:cNvSpPr>
            <a:spLocks noGrp="1"/>
          </p:cNvSpPr>
          <p:nvPr/>
        </p:nvSpPr>
        <p:spPr>
          <a:xfrm>
            <a:off x="1072655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66" name="a/tick-label-HF_Lung-0">
            <a:extLst>
              <a:ext uri="{FF2B5EF4-FFF2-40B4-BE49-F238E27FC236}">
                <a16:creationId xmlns:a16="http://schemas.microsoft.com/office/drawing/2014/main" id="{8547B265-5C1F-41BF-9D75-AC50696E6D81}"/>
              </a:ext>
            </a:extLst>
          </p:cNvPr>
          <p:cNvSpPr>
            <a:spLocks noGrp="1"/>
          </p:cNvSpPr>
          <p:nvPr/>
        </p:nvSpPr>
        <p:spPr>
          <a:xfrm>
            <a:off x="1043795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0</a:t>
            </a:r>
          </a:p>
        </p:txBody>
      </p:sp>
      <p:sp>
        <p:nvSpPr>
          <p:cNvPr id="67" name="a/grid-HF_Lung-20000">
            <a:extLst>
              <a:ext uri="{FF2B5EF4-FFF2-40B4-BE49-F238E27FC236}">
                <a16:creationId xmlns:a16="http://schemas.microsoft.com/office/drawing/2014/main" id="{15FB16D7-0BBE-4914-AE62-AD825C4BE4B6}"/>
              </a:ext>
            </a:extLst>
          </p:cNvPr>
          <p:cNvSpPr>
            <a:spLocks noGrp="1"/>
          </p:cNvSpPr>
          <p:nvPr/>
        </p:nvSpPr>
        <p:spPr>
          <a:xfrm>
            <a:off x="1162444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68" name="a/tick-HF_Lung-20000">
            <a:extLst>
              <a:ext uri="{FF2B5EF4-FFF2-40B4-BE49-F238E27FC236}">
                <a16:creationId xmlns:a16="http://schemas.microsoft.com/office/drawing/2014/main" id="{FD29B66D-6F2A-48C3-8413-5D78AFDD3B5B}"/>
              </a:ext>
            </a:extLst>
          </p:cNvPr>
          <p:cNvSpPr>
            <a:spLocks noGrp="1"/>
          </p:cNvSpPr>
          <p:nvPr/>
        </p:nvSpPr>
        <p:spPr>
          <a:xfrm>
            <a:off x="1162444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69" name="a/tick-label-HF_Lung-20000">
            <a:extLst>
              <a:ext uri="{FF2B5EF4-FFF2-40B4-BE49-F238E27FC236}">
                <a16:creationId xmlns:a16="http://schemas.microsoft.com/office/drawing/2014/main" id="{4C402DA3-A536-4A37-8186-F5F7C7D70AA2}"/>
              </a:ext>
            </a:extLst>
          </p:cNvPr>
          <p:cNvSpPr>
            <a:spLocks noGrp="1"/>
          </p:cNvSpPr>
          <p:nvPr/>
        </p:nvSpPr>
        <p:spPr>
          <a:xfrm>
            <a:off x="1133584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20k</a:t>
            </a:r>
          </a:p>
        </p:txBody>
      </p:sp>
      <p:sp>
        <p:nvSpPr>
          <p:cNvPr id="70" name="a/grid-HF_Lung-40000">
            <a:extLst>
              <a:ext uri="{FF2B5EF4-FFF2-40B4-BE49-F238E27FC236}">
                <a16:creationId xmlns:a16="http://schemas.microsoft.com/office/drawing/2014/main" id="{A6FD12A9-0C74-426B-8031-7F67009DBC0F}"/>
              </a:ext>
            </a:extLst>
          </p:cNvPr>
          <p:cNvSpPr>
            <a:spLocks noGrp="1"/>
          </p:cNvSpPr>
          <p:nvPr/>
        </p:nvSpPr>
        <p:spPr>
          <a:xfrm>
            <a:off x="1252233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71" name="a/tick-HF_Lung-40000">
            <a:extLst>
              <a:ext uri="{FF2B5EF4-FFF2-40B4-BE49-F238E27FC236}">
                <a16:creationId xmlns:a16="http://schemas.microsoft.com/office/drawing/2014/main" id="{634CF147-CD17-4A74-8071-C927AAD63078}"/>
              </a:ext>
            </a:extLst>
          </p:cNvPr>
          <p:cNvSpPr>
            <a:spLocks noGrp="1"/>
          </p:cNvSpPr>
          <p:nvPr/>
        </p:nvSpPr>
        <p:spPr>
          <a:xfrm>
            <a:off x="1252233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72" name="a/tick-label-HF_Lung-40000">
            <a:extLst>
              <a:ext uri="{FF2B5EF4-FFF2-40B4-BE49-F238E27FC236}">
                <a16:creationId xmlns:a16="http://schemas.microsoft.com/office/drawing/2014/main" id="{3903B2F7-130D-4B03-A5FD-E20580F9F218}"/>
              </a:ext>
            </a:extLst>
          </p:cNvPr>
          <p:cNvSpPr>
            <a:spLocks noGrp="1"/>
          </p:cNvSpPr>
          <p:nvPr/>
        </p:nvSpPr>
        <p:spPr>
          <a:xfrm>
            <a:off x="1223373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40k</a:t>
            </a:r>
          </a:p>
        </p:txBody>
      </p:sp>
      <p:sp>
        <p:nvSpPr>
          <p:cNvPr id="73" name="a/axis-HF_Lung">
            <a:extLst>
              <a:ext uri="{FF2B5EF4-FFF2-40B4-BE49-F238E27FC236}">
                <a16:creationId xmlns:a16="http://schemas.microsoft.com/office/drawing/2014/main" id="{66BA2F1D-4FE5-47AE-BAA6-6F2F5DD91282}"/>
              </a:ext>
            </a:extLst>
          </p:cNvPr>
          <p:cNvSpPr>
            <a:spLocks noGrp="1"/>
          </p:cNvSpPr>
          <p:nvPr/>
        </p:nvSpPr>
        <p:spPr>
          <a:xfrm>
            <a:off x="10726558" y="2308861"/>
            <a:ext cx="1795780" cy="33"/>
          </a:xfrm>
          <a:custGeom>
            <a:avLst/>
            <a:gdLst/>
            <a:ahLst/>
            <a:cxnLst/>
            <a:rect l="0" t="0" r="0" b="0"/>
            <a:pathLst>
              <a:path w="711200" h="13">
                <a:moveTo>
                  <a:pt x="0" y="0"/>
                </a:moveTo>
                <a:lnTo>
                  <a:pt x="711200" y="0"/>
                </a:lnTo>
              </a:path>
            </a:pathLst>
          </a:custGeom>
          <a:noFill/>
          <a:ln w="5715">
            <a:solidFill>
              <a:srgbClr val="8C9AA6"/>
            </a:solidFill>
          </a:ln>
        </p:spPr>
        <p:txBody>
          <a:bodyPr/>
          <a:lstStyle/>
          <a:p>
            <a:endParaRPr lang="en-US" sz="4545"/>
          </a:p>
        </p:txBody>
      </p:sp>
      <p:sp>
        <p:nvSpPr>
          <p:cNvPr id="74" name="a/label-HF_Lung-I">
            <a:extLst>
              <a:ext uri="{FF2B5EF4-FFF2-40B4-BE49-F238E27FC236}">
                <a16:creationId xmlns:a16="http://schemas.microsoft.com/office/drawing/2014/main" id="{09B3412D-042B-41C7-BA57-590846DCF3D9}"/>
              </a:ext>
            </a:extLst>
          </p:cNvPr>
          <p:cNvSpPr>
            <a:spLocks noGrp="1"/>
          </p:cNvSpPr>
          <p:nvPr/>
        </p:nvSpPr>
        <p:spPr>
          <a:xfrm>
            <a:off x="9700398" y="599662"/>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I</a:t>
            </a:r>
          </a:p>
        </p:txBody>
      </p:sp>
      <p:sp>
        <p:nvSpPr>
          <p:cNvPr id="75" name="a/bar-HF_Lung-I">
            <a:extLst>
              <a:ext uri="{FF2B5EF4-FFF2-40B4-BE49-F238E27FC236}">
                <a16:creationId xmlns:a16="http://schemas.microsoft.com/office/drawing/2014/main" id="{9ACAFFE5-4C8D-4313-ACD7-AF3743C5AD7E}"/>
              </a:ext>
            </a:extLst>
          </p:cNvPr>
          <p:cNvSpPr>
            <a:spLocks noGrp="1"/>
          </p:cNvSpPr>
          <p:nvPr/>
        </p:nvSpPr>
        <p:spPr>
          <a:xfrm>
            <a:off x="10726559" y="676624"/>
            <a:ext cx="1530678" cy="89789"/>
          </a:xfrm>
          <a:prstGeom prst="rect">
            <a:avLst/>
          </a:prstGeom>
          <a:solidFill>
            <a:srgbClr val="9365A9"/>
          </a:solidFill>
          <a:ln w="0">
            <a:noFill/>
          </a:ln>
        </p:spPr>
        <p:txBody>
          <a:bodyPr/>
          <a:lstStyle/>
          <a:p>
            <a:endParaRPr lang="en-US" sz="4545"/>
          </a:p>
        </p:txBody>
      </p:sp>
      <p:sp>
        <p:nvSpPr>
          <p:cNvPr id="76" name="a/count-HF_Lung-I">
            <a:extLst>
              <a:ext uri="{FF2B5EF4-FFF2-40B4-BE49-F238E27FC236}">
                <a16:creationId xmlns:a16="http://schemas.microsoft.com/office/drawing/2014/main" id="{B481BD49-E588-4431-BC1E-0E7BD0803BF1}"/>
              </a:ext>
            </a:extLst>
          </p:cNvPr>
          <p:cNvSpPr>
            <a:spLocks noGrp="1"/>
          </p:cNvSpPr>
          <p:nvPr/>
        </p:nvSpPr>
        <p:spPr>
          <a:xfrm>
            <a:off x="12618541" y="599662"/>
            <a:ext cx="76962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34,095</a:t>
            </a:r>
          </a:p>
        </p:txBody>
      </p:sp>
      <p:sp>
        <p:nvSpPr>
          <p:cNvPr id="77" name="a/label-HF_Lung-E">
            <a:extLst>
              <a:ext uri="{FF2B5EF4-FFF2-40B4-BE49-F238E27FC236}">
                <a16:creationId xmlns:a16="http://schemas.microsoft.com/office/drawing/2014/main" id="{B9E296CE-40AE-4335-A24B-0BBCABC622FA}"/>
              </a:ext>
            </a:extLst>
          </p:cNvPr>
          <p:cNvSpPr>
            <a:spLocks noGrp="1"/>
          </p:cNvSpPr>
          <p:nvPr/>
        </p:nvSpPr>
        <p:spPr>
          <a:xfrm>
            <a:off x="9700398" y="888270"/>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E</a:t>
            </a:r>
          </a:p>
        </p:txBody>
      </p:sp>
      <p:sp>
        <p:nvSpPr>
          <p:cNvPr id="78" name="a/bar-HF_Lung-E">
            <a:extLst>
              <a:ext uri="{FF2B5EF4-FFF2-40B4-BE49-F238E27FC236}">
                <a16:creationId xmlns:a16="http://schemas.microsoft.com/office/drawing/2014/main" id="{C620354F-0F2F-4B01-86EB-F4D8B4BFF881}"/>
              </a:ext>
            </a:extLst>
          </p:cNvPr>
          <p:cNvSpPr>
            <a:spLocks noGrp="1"/>
          </p:cNvSpPr>
          <p:nvPr/>
        </p:nvSpPr>
        <p:spPr>
          <a:xfrm>
            <a:off x="10726559" y="965232"/>
            <a:ext cx="823769" cy="89789"/>
          </a:xfrm>
          <a:prstGeom prst="rect">
            <a:avLst/>
          </a:prstGeom>
          <a:solidFill>
            <a:srgbClr val="9365A9"/>
          </a:solidFill>
          <a:ln w="0">
            <a:noFill/>
          </a:ln>
        </p:spPr>
        <p:txBody>
          <a:bodyPr/>
          <a:lstStyle/>
          <a:p>
            <a:endParaRPr lang="en-US" sz="4545"/>
          </a:p>
        </p:txBody>
      </p:sp>
      <p:sp>
        <p:nvSpPr>
          <p:cNvPr id="79" name="a/count-HF_Lung-E">
            <a:extLst>
              <a:ext uri="{FF2B5EF4-FFF2-40B4-BE49-F238E27FC236}">
                <a16:creationId xmlns:a16="http://schemas.microsoft.com/office/drawing/2014/main" id="{0DDF0FE3-2E89-4FDC-9200-631276E817A4}"/>
              </a:ext>
            </a:extLst>
          </p:cNvPr>
          <p:cNvSpPr>
            <a:spLocks noGrp="1"/>
          </p:cNvSpPr>
          <p:nvPr/>
        </p:nvSpPr>
        <p:spPr>
          <a:xfrm>
            <a:off x="12618541" y="888270"/>
            <a:ext cx="76962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18,349</a:t>
            </a:r>
          </a:p>
        </p:txBody>
      </p:sp>
      <p:sp>
        <p:nvSpPr>
          <p:cNvPr id="80" name="a/label-HF_Lung-D">
            <a:extLst>
              <a:ext uri="{FF2B5EF4-FFF2-40B4-BE49-F238E27FC236}">
                <a16:creationId xmlns:a16="http://schemas.microsoft.com/office/drawing/2014/main" id="{7CF19D59-8F49-4904-B04C-776EA8A211D7}"/>
              </a:ext>
            </a:extLst>
          </p:cNvPr>
          <p:cNvSpPr>
            <a:spLocks noGrp="1"/>
          </p:cNvSpPr>
          <p:nvPr/>
        </p:nvSpPr>
        <p:spPr>
          <a:xfrm>
            <a:off x="9700398" y="1176877"/>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D</a:t>
            </a:r>
          </a:p>
        </p:txBody>
      </p:sp>
      <p:sp>
        <p:nvSpPr>
          <p:cNvPr id="81" name="a/bar-HF_Lung-D">
            <a:extLst>
              <a:ext uri="{FF2B5EF4-FFF2-40B4-BE49-F238E27FC236}">
                <a16:creationId xmlns:a16="http://schemas.microsoft.com/office/drawing/2014/main" id="{8A931964-06E1-4486-BED2-94BA4AD3F616}"/>
              </a:ext>
            </a:extLst>
          </p:cNvPr>
          <p:cNvSpPr>
            <a:spLocks noGrp="1"/>
          </p:cNvSpPr>
          <p:nvPr/>
        </p:nvSpPr>
        <p:spPr>
          <a:xfrm>
            <a:off x="10726560" y="1253839"/>
            <a:ext cx="700624" cy="89789"/>
          </a:xfrm>
          <a:prstGeom prst="rect">
            <a:avLst/>
          </a:prstGeom>
          <a:solidFill>
            <a:srgbClr val="9365A9"/>
          </a:solidFill>
          <a:ln w="0">
            <a:noFill/>
          </a:ln>
        </p:spPr>
        <p:txBody>
          <a:bodyPr/>
          <a:lstStyle/>
          <a:p>
            <a:endParaRPr lang="en-US" sz="4545"/>
          </a:p>
        </p:txBody>
      </p:sp>
      <p:sp>
        <p:nvSpPr>
          <p:cNvPr id="82" name="a/count-HF_Lung-D">
            <a:extLst>
              <a:ext uri="{FF2B5EF4-FFF2-40B4-BE49-F238E27FC236}">
                <a16:creationId xmlns:a16="http://schemas.microsoft.com/office/drawing/2014/main" id="{E8F0822A-227A-40A3-9869-A75763FCFAB4}"/>
              </a:ext>
            </a:extLst>
          </p:cNvPr>
          <p:cNvSpPr>
            <a:spLocks noGrp="1"/>
          </p:cNvSpPr>
          <p:nvPr/>
        </p:nvSpPr>
        <p:spPr>
          <a:xfrm>
            <a:off x="12618541" y="1176877"/>
            <a:ext cx="76962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15,606</a:t>
            </a:r>
          </a:p>
        </p:txBody>
      </p:sp>
      <p:sp>
        <p:nvSpPr>
          <p:cNvPr id="83" name="a/label-HF_Lung-Wheeze">
            <a:extLst>
              <a:ext uri="{FF2B5EF4-FFF2-40B4-BE49-F238E27FC236}">
                <a16:creationId xmlns:a16="http://schemas.microsoft.com/office/drawing/2014/main" id="{18680C58-DBB9-4983-B8BF-83311F64696C}"/>
              </a:ext>
            </a:extLst>
          </p:cNvPr>
          <p:cNvSpPr>
            <a:spLocks noGrp="1"/>
          </p:cNvSpPr>
          <p:nvPr/>
        </p:nvSpPr>
        <p:spPr>
          <a:xfrm>
            <a:off x="9700398" y="1465485"/>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Wheeze</a:t>
            </a:r>
          </a:p>
        </p:txBody>
      </p:sp>
      <p:sp>
        <p:nvSpPr>
          <p:cNvPr id="84" name="a/bar-HF_Lung-Wheeze">
            <a:extLst>
              <a:ext uri="{FF2B5EF4-FFF2-40B4-BE49-F238E27FC236}">
                <a16:creationId xmlns:a16="http://schemas.microsoft.com/office/drawing/2014/main" id="{4BBDBC07-0B19-4809-9500-3E5FA0EE255D}"/>
              </a:ext>
            </a:extLst>
          </p:cNvPr>
          <p:cNvSpPr>
            <a:spLocks noGrp="1"/>
          </p:cNvSpPr>
          <p:nvPr/>
        </p:nvSpPr>
        <p:spPr>
          <a:xfrm>
            <a:off x="10726559" y="1542447"/>
            <a:ext cx="379672" cy="89789"/>
          </a:xfrm>
          <a:prstGeom prst="rect">
            <a:avLst/>
          </a:prstGeom>
          <a:solidFill>
            <a:srgbClr val="9365A9"/>
          </a:solidFill>
          <a:ln w="0">
            <a:noFill/>
          </a:ln>
        </p:spPr>
        <p:txBody>
          <a:bodyPr/>
          <a:lstStyle/>
          <a:p>
            <a:endParaRPr lang="en-US" sz="4545"/>
          </a:p>
        </p:txBody>
      </p:sp>
      <p:sp>
        <p:nvSpPr>
          <p:cNvPr id="85" name="a/count-HF_Lung-Wheeze">
            <a:extLst>
              <a:ext uri="{FF2B5EF4-FFF2-40B4-BE49-F238E27FC236}">
                <a16:creationId xmlns:a16="http://schemas.microsoft.com/office/drawing/2014/main" id="{E8913C17-656D-4958-8A3E-26F8B123B004}"/>
              </a:ext>
            </a:extLst>
          </p:cNvPr>
          <p:cNvSpPr>
            <a:spLocks noGrp="1"/>
          </p:cNvSpPr>
          <p:nvPr/>
        </p:nvSpPr>
        <p:spPr>
          <a:xfrm>
            <a:off x="12618541" y="1465485"/>
            <a:ext cx="76962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8,457</a:t>
            </a:r>
          </a:p>
        </p:txBody>
      </p:sp>
      <p:sp>
        <p:nvSpPr>
          <p:cNvPr id="86" name="a/label-HF_Lung-Rhonchi">
            <a:extLst>
              <a:ext uri="{FF2B5EF4-FFF2-40B4-BE49-F238E27FC236}">
                <a16:creationId xmlns:a16="http://schemas.microsoft.com/office/drawing/2014/main" id="{36082691-BB14-4EF8-91B1-626A8D523A08}"/>
              </a:ext>
            </a:extLst>
          </p:cNvPr>
          <p:cNvSpPr>
            <a:spLocks noGrp="1"/>
          </p:cNvSpPr>
          <p:nvPr/>
        </p:nvSpPr>
        <p:spPr>
          <a:xfrm>
            <a:off x="9700398" y="1754092"/>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Rhonchi</a:t>
            </a:r>
          </a:p>
        </p:txBody>
      </p:sp>
      <p:sp>
        <p:nvSpPr>
          <p:cNvPr id="87" name="a/bar-HF_Lung-Rhonchi">
            <a:extLst>
              <a:ext uri="{FF2B5EF4-FFF2-40B4-BE49-F238E27FC236}">
                <a16:creationId xmlns:a16="http://schemas.microsoft.com/office/drawing/2014/main" id="{298BD926-B57F-4EC6-A292-8C2F96B6EB66}"/>
              </a:ext>
            </a:extLst>
          </p:cNvPr>
          <p:cNvSpPr>
            <a:spLocks noGrp="1"/>
          </p:cNvSpPr>
          <p:nvPr/>
        </p:nvSpPr>
        <p:spPr>
          <a:xfrm>
            <a:off x="10726560" y="1831054"/>
            <a:ext cx="212799" cy="89789"/>
          </a:xfrm>
          <a:prstGeom prst="rect">
            <a:avLst/>
          </a:prstGeom>
          <a:solidFill>
            <a:srgbClr val="9365A9"/>
          </a:solidFill>
          <a:ln w="0">
            <a:noFill/>
          </a:ln>
        </p:spPr>
        <p:txBody>
          <a:bodyPr/>
          <a:lstStyle/>
          <a:p>
            <a:endParaRPr lang="en-US" sz="4545"/>
          </a:p>
        </p:txBody>
      </p:sp>
      <p:sp>
        <p:nvSpPr>
          <p:cNvPr id="88" name="a/count-HF_Lung-Rhonchi">
            <a:extLst>
              <a:ext uri="{FF2B5EF4-FFF2-40B4-BE49-F238E27FC236}">
                <a16:creationId xmlns:a16="http://schemas.microsoft.com/office/drawing/2014/main" id="{5F56EADD-24D9-4F01-B91D-B5E69F78E32D}"/>
              </a:ext>
            </a:extLst>
          </p:cNvPr>
          <p:cNvSpPr>
            <a:spLocks noGrp="1"/>
          </p:cNvSpPr>
          <p:nvPr/>
        </p:nvSpPr>
        <p:spPr>
          <a:xfrm>
            <a:off x="12618541" y="1754092"/>
            <a:ext cx="76962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4,740</a:t>
            </a:r>
          </a:p>
        </p:txBody>
      </p:sp>
      <p:sp>
        <p:nvSpPr>
          <p:cNvPr id="89" name="a/label-HF_Lung-Stridor">
            <a:extLst>
              <a:ext uri="{FF2B5EF4-FFF2-40B4-BE49-F238E27FC236}">
                <a16:creationId xmlns:a16="http://schemas.microsoft.com/office/drawing/2014/main" id="{A124337D-2429-4C54-9254-468E292B5985}"/>
              </a:ext>
            </a:extLst>
          </p:cNvPr>
          <p:cNvSpPr>
            <a:spLocks noGrp="1"/>
          </p:cNvSpPr>
          <p:nvPr/>
        </p:nvSpPr>
        <p:spPr>
          <a:xfrm>
            <a:off x="9700398" y="2042700"/>
            <a:ext cx="929958"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Stridor</a:t>
            </a:r>
          </a:p>
        </p:txBody>
      </p:sp>
      <p:sp>
        <p:nvSpPr>
          <p:cNvPr id="90" name="a/bar-HF_Lung-Stridor">
            <a:extLst>
              <a:ext uri="{FF2B5EF4-FFF2-40B4-BE49-F238E27FC236}">
                <a16:creationId xmlns:a16="http://schemas.microsoft.com/office/drawing/2014/main" id="{D1DC2F4A-FE90-45E7-AAA3-84A10EBE5E6B}"/>
              </a:ext>
            </a:extLst>
          </p:cNvPr>
          <p:cNvSpPr>
            <a:spLocks noGrp="1"/>
          </p:cNvSpPr>
          <p:nvPr/>
        </p:nvSpPr>
        <p:spPr>
          <a:xfrm>
            <a:off x="10726560" y="2119662"/>
            <a:ext cx="30797" cy="89789"/>
          </a:xfrm>
          <a:prstGeom prst="rect">
            <a:avLst/>
          </a:prstGeom>
          <a:solidFill>
            <a:srgbClr val="9365A9"/>
          </a:solidFill>
          <a:ln w="0">
            <a:noFill/>
          </a:ln>
        </p:spPr>
        <p:txBody>
          <a:bodyPr/>
          <a:lstStyle/>
          <a:p>
            <a:endParaRPr lang="en-US" sz="4545"/>
          </a:p>
        </p:txBody>
      </p:sp>
      <p:sp>
        <p:nvSpPr>
          <p:cNvPr id="91" name="a/count-HF_Lung-Stridor">
            <a:extLst>
              <a:ext uri="{FF2B5EF4-FFF2-40B4-BE49-F238E27FC236}">
                <a16:creationId xmlns:a16="http://schemas.microsoft.com/office/drawing/2014/main" id="{3BE04520-4D06-4412-B026-A2E538A12068}"/>
              </a:ext>
            </a:extLst>
          </p:cNvPr>
          <p:cNvSpPr>
            <a:spLocks noGrp="1"/>
          </p:cNvSpPr>
          <p:nvPr/>
        </p:nvSpPr>
        <p:spPr>
          <a:xfrm>
            <a:off x="12618541" y="2042700"/>
            <a:ext cx="769620"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686</a:t>
            </a:r>
          </a:p>
        </p:txBody>
      </p:sp>
      <p:sp>
        <p:nvSpPr>
          <p:cNvPr id="92" name="a/legend-KAUH">
            <a:extLst>
              <a:ext uri="{FF2B5EF4-FFF2-40B4-BE49-F238E27FC236}">
                <a16:creationId xmlns:a16="http://schemas.microsoft.com/office/drawing/2014/main" id="{2AF1F859-D4B6-45F2-B52C-E0B0C4734D00}"/>
              </a:ext>
            </a:extLst>
          </p:cNvPr>
          <p:cNvSpPr>
            <a:spLocks noGrp="1"/>
          </p:cNvSpPr>
          <p:nvPr/>
        </p:nvSpPr>
        <p:spPr>
          <a:xfrm>
            <a:off x="13852454" y="93641"/>
            <a:ext cx="126980" cy="126980"/>
          </a:xfrm>
          <a:custGeom>
            <a:avLst/>
            <a:gdLst/>
            <a:ahLst/>
            <a:cxnLst/>
            <a:rect l="0" t="0" r="0" b="0"/>
            <a:pathLst>
              <a:path w="50289" h="50289">
                <a:moveTo>
                  <a:pt x="25145" y="0"/>
                </a:moveTo>
                <a:lnTo>
                  <a:pt x="50289" y="25145"/>
                </a:lnTo>
                <a:lnTo>
                  <a:pt x="25145" y="50289"/>
                </a:lnTo>
                <a:lnTo>
                  <a:pt x="0" y="25145"/>
                </a:lnTo>
                <a:close/>
              </a:path>
            </a:pathLst>
          </a:custGeom>
          <a:solidFill>
            <a:srgbClr val="AF864B">
              <a:alpha val="100000"/>
            </a:srgbClr>
          </a:solidFill>
          <a:ln w="0">
            <a:noFill/>
          </a:ln>
        </p:spPr>
        <p:txBody>
          <a:bodyPr/>
          <a:lstStyle/>
          <a:p>
            <a:endParaRPr lang="en-US" sz="4545"/>
          </a:p>
        </p:txBody>
      </p:sp>
      <p:sp>
        <p:nvSpPr>
          <p:cNvPr id="93" name="a/source-KAUH">
            <a:extLst>
              <a:ext uri="{FF2B5EF4-FFF2-40B4-BE49-F238E27FC236}">
                <a16:creationId xmlns:a16="http://schemas.microsoft.com/office/drawing/2014/main" id="{545E821D-8C07-492F-B467-7971F56D922B}"/>
              </a:ext>
            </a:extLst>
          </p:cNvPr>
          <p:cNvSpPr>
            <a:spLocks noGrp="1"/>
          </p:cNvSpPr>
          <p:nvPr/>
        </p:nvSpPr>
        <p:spPr>
          <a:xfrm>
            <a:off x="14076282" y="0"/>
            <a:ext cx="2474008" cy="320675"/>
          </a:xfrm>
          <a:prstGeom prst="rect">
            <a:avLst/>
          </a:prstGeom>
          <a:noFill/>
          <a:ln w="0">
            <a:noFill/>
          </a:ln>
        </p:spPr>
        <p:txBody>
          <a:bodyPr wrap="none" lIns="0" tIns="0" rIns="0" bIns="0" anchor="ctr">
            <a:noAutofit/>
          </a:bodyPr>
          <a:lstStyle/>
          <a:p>
            <a:pPr algn="l">
              <a:defRPr sz="850" b="1">
                <a:solidFill>
                  <a:srgbClr val="AF864B"/>
                </a:solidFill>
                <a:latin typeface="Arial"/>
                <a:ea typeface="Arial"/>
                <a:cs typeface="Arial"/>
              </a:defRPr>
            </a:pPr>
            <a:r>
              <a:rPr sz="2146" b="1" dirty="0">
                <a:solidFill>
                  <a:srgbClr val="AF864B"/>
                </a:solidFill>
                <a:latin typeface="Arial"/>
                <a:ea typeface="Arial"/>
                <a:cs typeface="Arial"/>
              </a:rPr>
              <a:t>KAUH (</a:t>
            </a:r>
            <a:r>
              <a:rPr lang="en-US" sz="2146" b="1" dirty="0">
                <a:solidFill>
                  <a:srgbClr val="AF864B"/>
                </a:solidFill>
                <a:latin typeface="Arial"/>
                <a:ea typeface="Arial"/>
                <a:cs typeface="Arial"/>
              </a:rPr>
              <a:t>R</a:t>
            </a:r>
            <a:r>
              <a:rPr sz="2146" b="1" dirty="0">
                <a:solidFill>
                  <a:srgbClr val="AF864B"/>
                </a:solidFill>
                <a:latin typeface="Arial"/>
                <a:ea typeface="Arial"/>
                <a:cs typeface="Arial"/>
              </a:rPr>
              <a:t>ecordings)</a:t>
            </a:r>
          </a:p>
        </p:txBody>
      </p:sp>
      <p:sp>
        <p:nvSpPr>
          <p:cNvPr id="94" name="a/scope-KAUH">
            <a:extLst>
              <a:ext uri="{FF2B5EF4-FFF2-40B4-BE49-F238E27FC236}">
                <a16:creationId xmlns:a16="http://schemas.microsoft.com/office/drawing/2014/main" id="{7A6745EF-A427-47E2-911F-DEA36380CC5A}"/>
              </a:ext>
            </a:extLst>
          </p:cNvPr>
          <p:cNvSpPr>
            <a:spLocks noGrp="1"/>
          </p:cNvSpPr>
          <p:nvPr/>
        </p:nvSpPr>
        <p:spPr>
          <a:xfrm>
            <a:off x="13580566" y="304641"/>
            <a:ext cx="3321133" cy="25654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lang="en-US" sz="1818" dirty="0">
                <a:solidFill>
                  <a:srgbClr val="526674"/>
                </a:solidFill>
                <a:latin typeface="Arial"/>
                <a:ea typeface="Arial"/>
                <a:cs typeface="Arial"/>
              </a:rPr>
              <a:t>Test</a:t>
            </a:r>
            <a:endParaRPr sz="1818" dirty="0">
              <a:solidFill>
                <a:srgbClr val="526674"/>
              </a:solidFill>
              <a:latin typeface="Arial"/>
              <a:ea typeface="Arial"/>
              <a:cs typeface="Arial"/>
            </a:endParaRPr>
          </a:p>
        </p:txBody>
      </p:sp>
      <p:sp>
        <p:nvSpPr>
          <p:cNvPr id="95" name="a/grid-KAUH-0">
            <a:extLst>
              <a:ext uri="{FF2B5EF4-FFF2-40B4-BE49-F238E27FC236}">
                <a16:creationId xmlns:a16="http://schemas.microsoft.com/office/drawing/2014/main" id="{7A9185D0-7643-47B6-B0DA-071A8A8542AD}"/>
              </a:ext>
            </a:extLst>
          </p:cNvPr>
          <p:cNvSpPr>
            <a:spLocks noGrp="1"/>
          </p:cNvSpPr>
          <p:nvPr/>
        </p:nvSpPr>
        <p:spPr>
          <a:xfrm>
            <a:off x="1470292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96" name="a/tick-KAUH-0">
            <a:extLst>
              <a:ext uri="{FF2B5EF4-FFF2-40B4-BE49-F238E27FC236}">
                <a16:creationId xmlns:a16="http://schemas.microsoft.com/office/drawing/2014/main" id="{2A1F5EE9-8ED5-49B1-9BAE-499C5630C973}"/>
              </a:ext>
            </a:extLst>
          </p:cNvPr>
          <p:cNvSpPr>
            <a:spLocks noGrp="1"/>
          </p:cNvSpPr>
          <p:nvPr/>
        </p:nvSpPr>
        <p:spPr>
          <a:xfrm>
            <a:off x="1470292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97" name="a/tick-label-KAUH-0">
            <a:extLst>
              <a:ext uri="{FF2B5EF4-FFF2-40B4-BE49-F238E27FC236}">
                <a16:creationId xmlns:a16="http://schemas.microsoft.com/office/drawing/2014/main" id="{9542392E-4322-4BAF-A328-DEA80199E3E1}"/>
              </a:ext>
            </a:extLst>
          </p:cNvPr>
          <p:cNvSpPr>
            <a:spLocks noGrp="1"/>
          </p:cNvSpPr>
          <p:nvPr/>
        </p:nvSpPr>
        <p:spPr>
          <a:xfrm>
            <a:off x="1441432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0</a:t>
            </a:r>
          </a:p>
        </p:txBody>
      </p:sp>
      <p:sp>
        <p:nvSpPr>
          <p:cNvPr id="98" name="a/grid-KAUH-60">
            <a:extLst>
              <a:ext uri="{FF2B5EF4-FFF2-40B4-BE49-F238E27FC236}">
                <a16:creationId xmlns:a16="http://schemas.microsoft.com/office/drawing/2014/main" id="{EBD3B47F-7806-441A-BCB0-D1399B41C1EA}"/>
              </a:ext>
            </a:extLst>
          </p:cNvPr>
          <p:cNvSpPr>
            <a:spLocks noGrp="1"/>
          </p:cNvSpPr>
          <p:nvPr/>
        </p:nvSpPr>
        <p:spPr>
          <a:xfrm>
            <a:off x="15545774"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99" name="a/tick-KAUH-60">
            <a:extLst>
              <a:ext uri="{FF2B5EF4-FFF2-40B4-BE49-F238E27FC236}">
                <a16:creationId xmlns:a16="http://schemas.microsoft.com/office/drawing/2014/main" id="{B585C24E-A214-4E40-9AE0-7DD5CDADFAC6}"/>
              </a:ext>
            </a:extLst>
          </p:cNvPr>
          <p:cNvSpPr>
            <a:spLocks noGrp="1"/>
          </p:cNvSpPr>
          <p:nvPr/>
        </p:nvSpPr>
        <p:spPr>
          <a:xfrm>
            <a:off x="15545774"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00" name="a/tick-label-KAUH-60">
            <a:extLst>
              <a:ext uri="{FF2B5EF4-FFF2-40B4-BE49-F238E27FC236}">
                <a16:creationId xmlns:a16="http://schemas.microsoft.com/office/drawing/2014/main" id="{CC649EFA-8942-4CD9-8F10-0B7C15A912E1}"/>
              </a:ext>
            </a:extLst>
          </p:cNvPr>
          <p:cNvSpPr>
            <a:spLocks noGrp="1"/>
          </p:cNvSpPr>
          <p:nvPr/>
        </p:nvSpPr>
        <p:spPr>
          <a:xfrm>
            <a:off x="15257166"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60</a:t>
            </a:r>
          </a:p>
        </p:txBody>
      </p:sp>
      <p:sp>
        <p:nvSpPr>
          <p:cNvPr id="101" name="a/grid-KAUH-120">
            <a:extLst>
              <a:ext uri="{FF2B5EF4-FFF2-40B4-BE49-F238E27FC236}">
                <a16:creationId xmlns:a16="http://schemas.microsoft.com/office/drawing/2014/main" id="{CCBFA194-F7BE-44E5-8D76-E585188B8389}"/>
              </a:ext>
            </a:extLst>
          </p:cNvPr>
          <p:cNvSpPr>
            <a:spLocks noGrp="1"/>
          </p:cNvSpPr>
          <p:nvPr/>
        </p:nvSpPr>
        <p:spPr>
          <a:xfrm>
            <a:off x="16388619" y="577215"/>
            <a:ext cx="33" cy="1731645"/>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sz="4545"/>
          </a:p>
        </p:txBody>
      </p:sp>
      <p:sp>
        <p:nvSpPr>
          <p:cNvPr id="102" name="a/tick-KAUH-120">
            <a:extLst>
              <a:ext uri="{FF2B5EF4-FFF2-40B4-BE49-F238E27FC236}">
                <a16:creationId xmlns:a16="http://schemas.microsoft.com/office/drawing/2014/main" id="{F4D22956-408A-4FF6-871B-C0887922EA06}"/>
              </a:ext>
            </a:extLst>
          </p:cNvPr>
          <p:cNvSpPr>
            <a:spLocks noGrp="1"/>
          </p:cNvSpPr>
          <p:nvPr/>
        </p:nvSpPr>
        <p:spPr>
          <a:xfrm>
            <a:off x="16388619" y="230886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03" name="a/tick-label-KAUH-120">
            <a:extLst>
              <a:ext uri="{FF2B5EF4-FFF2-40B4-BE49-F238E27FC236}">
                <a16:creationId xmlns:a16="http://schemas.microsoft.com/office/drawing/2014/main" id="{9379CD0D-F04D-4B6E-8C6B-40131E60BF56}"/>
              </a:ext>
            </a:extLst>
          </p:cNvPr>
          <p:cNvSpPr>
            <a:spLocks noGrp="1"/>
          </p:cNvSpPr>
          <p:nvPr/>
        </p:nvSpPr>
        <p:spPr>
          <a:xfrm>
            <a:off x="16100011" y="2340928"/>
            <a:ext cx="577215" cy="240506"/>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1768">
                <a:solidFill>
                  <a:srgbClr val="526674"/>
                </a:solidFill>
                <a:latin typeface="Arial"/>
                <a:ea typeface="Arial"/>
                <a:cs typeface="Arial"/>
              </a:rPr>
              <a:t>120</a:t>
            </a:r>
          </a:p>
        </p:txBody>
      </p:sp>
      <p:sp>
        <p:nvSpPr>
          <p:cNvPr id="104" name="a/axis-KAUH">
            <a:extLst>
              <a:ext uri="{FF2B5EF4-FFF2-40B4-BE49-F238E27FC236}">
                <a16:creationId xmlns:a16="http://schemas.microsoft.com/office/drawing/2014/main" id="{53D86162-49A6-41E0-A462-667099A3E526}"/>
              </a:ext>
            </a:extLst>
          </p:cNvPr>
          <p:cNvSpPr>
            <a:spLocks noGrp="1"/>
          </p:cNvSpPr>
          <p:nvPr/>
        </p:nvSpPr>
        <p:spPr>
          <a:xfrm>
            <a:off x="14702928" y="2308861"/>
            <a:ext cx="1685690" cy="33"/>
          </a:xfrm>
          <a:custGeom>
            <a:avLst/>
            <a:gdLst/>
            <a:ahLst/>
            <a:cxnLst/>
            <a:rect l="0" t="0" r="0" b="0"/>
            <a:pathLst>
              <a:path w="667600" h="13">
                <a:moveTo>
                  <a:pt x="0" y="0"/>
                </a:moveTo>
                <a:lnTo>
                  <a:pt x="667600" y="0"/>
                </a:lnTo>
              </a:path>
            </a:pathLst>
          </a:custGeom>
          <a:noFill/>
          <a:ln w="5715">
            <a:solidFill>
              <a:srgbClr val="8C9AA6"/>
            </a:solidFill>
          </a:ln>
        </p:spPr>
        <p:txBody>
          <a:bodyPr/>
          <a:lstStyle/>
          <a:p>
            <a:endParaRPr lang="en-US" sz="4545"/>
          </a:p>
        </p:txBody>
      </p:sp>
      <p:sp>
        <p:nvSpPr>
          <p:cNvPr id="105" name="a/label-KAUH-N">
            <a:extLst>
              <a:ext uri="{FF2B5EF4-FFF2-40B4-BE49-F238E27FC236}">
                <a16:creationId xmlns:a16="http://schemas.microsoft.com/office/drawing/2014/main" id="{F5AFE05C-474D-4236-B91C-83DC2DC65B9D}"/>
              </a:ext>
            </a:extLst>
          </p:cNvPr>
          <p:cNvSpPr>
            <a:spLocks noGrp="1"/>
          </p:cNvSpPr>
          <p:nvPr/>
        </p:nvSpPr>
        <p:spPr>
          <a:xfrm>
            <a:off x="13580566" y="551561"/>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N</a:t>
            </a:r>
          </a:p>
        </p:txBody>
      </p:sp>
      <p:sp>
        <p:nvSpPr>
          <p:cNvPr id="106" name="a/bar-KAUH-N">
            <a:extLst>
              <a:ext uri="{FF2B5EF4-FFF2-40B4-BE49-F238E27FC236}">
                <a16:creationId xmlns:a16="http://schemas.microsoft.com/office/drawing/2014/main" id="{95223276-E7BF-4DDE-9371-4E36EEE2A8AF}"/>
              </a:ext>
            </a:extLst>
          </p:cNvPr>
          <p:cNvSpPr>
            <a:spLocks noGrp="1"/>
          </p:cNvSpPr>
          <p:nvPr/>
        </p:nvSpPr>
        <p:spPr>
          <a:xfrm>
            <a:off x="14702928" y="628523"/>
            <a:ext cx="1474979" cy="89789"/>
          </a:xfrm>
          <a:prstGeom prst="rect">
            <a:avLst/>
          </a:prstGeom>
          <a:solidFill>
            <a:srgbClr val="AF864B"/>
          </a:solidFill>
          <a:ln w="0">
            <a:noFill/>
          </a:ln>
        </p:spPr>
        <p:txBody>
          <a:bodyPr/>
          <a:lstStyle/>
          <a:p>
            <a:endParaRPr lang="en-US" sz="4545"/>
          </a:p>
        </p:txBody>
      </p:sp>
      <p:sp>
        <p:nvSpPr>
          <p:cNvPr id="107" name="a/count-KAUH-N">
            <a:extLst>
              <a:ext uri="{FF2B5EF4-FFF2-40B4-BE49-F238E27FC236}">
                <a16:creationId xmlns:a16="http://schemas.microsoft.com/office/drawing/2014/main" id="{65C54633-7D22-4397-9876-DC4C452EC93F}"/>
              </a:ext>
            </a:extLst>
          </p:cNvPr>
          <p:cNvSpPr>
            <a:spLocks noGrp="1"/>
          </p:cNvSpPr>
          <p:nvPr/>
        </p:nvSpPr>
        <p:spPr>
          <a:xfrm>
            <a:off x="16484821" y="551561"/>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105</a:t>
            </a:r>
          </a:p>
        </p:txBody>
      </p:sp>
      <p:sp>
        <p:nvSpPr>
          <p:cNvPr id="108" name="a/label-KAUH-C">
            <a:extLst>
              <a:ext uri="{FF2B5EF4-FFF2-40B4-BE49-F238E27FC236}">
                <a16:creationId xmlns:a16="http://schemas.microsoft.com/office/drawing/2014/main" id="{BF083447-490E-424E-95CD-AC2B0CD8A79D}"/>
              </a:ext>
            </a:extLst>
          </p:cNvPr>
          <p:cNvSpPr>
            <a:spLocks noGrp="1"/>
          </p:cNvSpPr>
          <p:nvPr/>
        </p:nvSpPr>
        <p:spPr>
          <a:xfrm>
            <a:off x="13580566" y="743966"/>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C</a:t>
            </a:r>
          </a:p>
        </p:txBody>
      </p:sp>
      <p:sp>
        <p:nvSpPr>
          <p:cNvPr id="109" name="a/bar-KAUH-C">
            <a:extLst>
              <a:ext uri="{FF2B5EF4-FFF2-40B4-BE49-F238E27FC236}">
                <a16:creationId xmlns:a16="http://schemas.microsoft.com/office/drawing/2014/main" id="{53104A5B-9A5E-4862-ABDA-5503E0652256}"/>
              </a:ext>
            </a:extLst>
          </p:cNvPr>
          <p:cNvSpPr>
            <a:spLocks noGrp="1"/>
          </p:cNvSpPr>
          <p:nvPr/>
        </p:nvSpPr>
        <p:spPr>
          <a:xfrm>
            <a:off x="14702928" y="820928"/>
            <a:ext cx="294996" cy="89789"/>
          </a:xfrm>
          <a:prstGeom prst="rect">
            <a:avLst/>
          </a:prstGeom>
          <a:solidFill>
            <a:srgbClr val="AF864B"/>
          </a:solidFill>
          <a:ln w="0">
            <a:noFill/>
          </a:ln>
        </p:spPr>
        <p:txBody>
          <a:bodyPr/>
          <a:lstStyle/>
          <a:p>
            <a:endParaRPr lang="en-US" sz="4545"/>
          </a:p>
        </p:txBody>
      </p:sp>
      <p:sp>
        <p:nvSpPr>
          <p:cNvPr id="110" name="a/count-KAUH-C">
            <a:extLst>
              <a:ext uri="{FF2B5EF4-FFF2-40B4-BE49-F238E27FC236}">
                <a16:creationId xmlns:a16="http://schemas.microsoft.com/office/drawing/2014/main" id="{485D17C2-D937-497A-AED6-124926777DDB}"/>
              </a:ext>
            </a:extLst>
          </p:cNvPr>
          <p:cNvSpPr>
            <a:spLocks noGrp="1"/>
          </p:cNvSpPr>
          <p:nvPr/>
        </p:nvSpPr>
        <p:spPr>
          <a:xfrm>
            <a:off x="16484821" y="743966"/>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21</a:t>
            </a:r>
          </a:p>
        </p:txBody>
      </p:sp>
      <p:sp>
        <p:nvSpPr>
          <p:cNvPr id="111" name="a/label-KAUH-IC">
            <a:extLst>
              <a:ext uri="{FF2B5EF4-FFF2-40B4-BE49-F238E27FC236}">
                <a16:creationId xmlns:a16="http://schemas.microsoft.com/office/drawing/2014/main" id="{060478E4-78FF-4395-B156-85156EDE57B9}"/>
              </a:ext>
            </a:extLst>
          </p:cNvPr>
          <p:cNvSpPr>
            <a:spLocks noGrp="1"/>
          </p:cNvSpPr>
          <p:nvPr/>
        </p:nvSpPr>
        <p:spPr>
          <a:xfrm>
            <a:off x="13580566" y="936371"/>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dirty="0">
                <a:solidFill>
                  <a:srgbClr val="263D50"/>
                </a:solidFill>
                <a:latin typeface="Arial"/>
                <a:ea typeface="Arial"/>
                <a:cs typeface="Arial"/>
              </a:rPr>
              <a:t>IC</a:t>
            </a:r>
          </a:p>
        </p:txBody>
      </p:sp>
      <p:sp>
        <p:nvSpPr>
          <p:cNvPr id="112" name="a/bar-KAUH-IC">
            <a:extLst>
              <a:ext uri="{FF2B5EF4-FFF2-40B4-BE49-F238E27FC236}">
                <a16:creationId xmlns:a16="http://schemas.microsoft.com/office/drawing/2014/main" id="{21C11CD7-B858-4B67-B738-EF71466BBFE3}"/>
              </a:ext>
            </a:extLst>
          </p:cNvPr>
          <p:cNvSpPr>
            <a:spLocks noGrp="1"/>
          </p:cNvSpPr>
          <p:nvPr/>
        </p:nvSpPr>
        <p:spPr>
          <a:xfrm>
            <a:off x="14702928" y="1013333"/>
            <a:ext cx="42142" cy="89789"/>
          </a:xfrm>
          <a:prstGeom prst="rect">
            <a:avLst/>
          </a:prstGeom>
          <a:solidFill>
            <a:srgbClr val="AF864B"/>
          </a:solidFill>
          <a:ln w="0">
            <a:noFill/>
          </a:ln>
        </p:spPr>
        <p:txBody>
          <a:bodyPr/>
          <a:lstStyle/>
          <a:p>
            <a:endParaRPr lang="en-US" sz="4545"/>
          </a:p>
        </p:txBody>
      </p:sp>
      <p:sp>
        <p:nvSpPr>
          <p:cNvPr id="113" name="a/count-KAUH-IC">
            <a:extLst>
              <a:ext uri="{FF2B5EF4-FFF2-40B4-BE49-F238E27FC236}">
                <a16:creationId xmlns:a16="http://schemas.microsoft.com/office/drawing/2014/main" id="{EDAE3A3D-4A4E-4AD1-8849-41951B2EA978}"/>
              </a:ext>
            </a:extLst>
          </p:cNvPr>
          <p:cNvSpPr>
            <a:spLocks noGrp="1"/>
          </p:cNvSpPr>
          <p:nvPr/>
        </p:nvSpPr>
        <p:spPr>
          <a:xfrm>
            <a:off x="16484821" y="936371"/>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3</a:t>
            </a:r>
          </a:p>
        </p:txBody>
      </p:sp>
      <p:sp>
        <p:nvSpPr>
          <p:cNvPr id="114" name="a/label-KAUH-EW">
            <a:extLst>
              <a:ext uri="{FF2B5EF4-FFF2-40B4-BE49-F238E27FC236}">
                <a16:creationId xmlns:a16="http://schemas.microsoft.com/office/drawing/2014/main" id="{2D62C4F7-488C-47B4-B9BC-E5BA18CDD681}"/>
              </a:ext>
            </a:extLst>
          </p:cNvPr>
          <p:cNvSpPr>
            <a:spLocks noGrp="1"/>
          </p:cNvSpPr>
          <p:nvPr/>
        </p:nvSpPr>
        <p:spPr>
          <a:xfrm>
            <a:off x="13580566" y="1128776"/>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dirty="0">
                <a:solidFill>
                  <a:srgbClr val="263D50"/>
                </a:solidFill>
                <a:latin typeface="Arial"/>
                <a:ea typeface="Arial"/>
                <a:cs typeface="Arial"/>
              </a:rPr>
              <a:t>EW</a:t>
            </a:r>
          </a:p>
        </p:txBody>
      </p:sp>
      <p:sp>
        <p:nvSpPr>
          <p:cNvPr id="115" name="a/bar-KAUH-EW">
            <a:extLst>
              <a:ext uri="{FF2B5EF4-FFF2-40B4-BE49-F238E27FC236}">
                <a16:creationId xmlns:a16="http://schemas.microsoft.com/office/drawing/2014/main" id="{55E4BA57-C7C7-4FBC-A9FF-686AFE1ACF3A}"/>
              </a:ext>
            </a:extLst>
          </p:cNvPr>
          <p:cNvSpPr>
            <a:spLocks noGrp="1"/>
          </p:cNvSpPr>
          <p:nvPr/>
        </p:nvSpPr>
        <p:spPr>
          <a:xfrm>
            <a:off x="14702928" y="1205738"/>
            <a:ext cx="1643548" cy="89789"/>
          </a:xfrm>
          <a:prstGeom prst="rect">
            <a:avLst/>
          </a:prstGeom>
          <a:solidFill>
            <a:srgbClr val="AF864B"/>
          </a:solidFill>
          <a:ln w="0">
            <a:noFill/>
          </a:ln>
        </p:spPr>
        <p:txBody>
          <a:bodyPr/>
          <a:lstStyle/>
          <a:p>
            <a:endParaRPr lang="en-US" sz="4545"/>
          </a:p>
        </p:txBody>
      </p:sp>
      <p:sp>
        <p:nvSpPr>
          <p:cNvPr id="116" name="a/count-KAUH-EW">
            <a:extLst>
              <a:ext uri="{FF2B5EF4-FFF2-40B4-BE49-F238E27FC236}">
                <a16:creationId xmlns:a16="http://schemas.microsoft.com/office/drawing/2014/main" id="{6F0F8F38-0F07-4F49-BD93-D4F07FEC172C}"/>
              </a:ext>
            </a:extLst>
          </p:cNvPr>
          <p:cNvSpPr>
            <a:spLocks noGrp="1"/>
          </p:cNvSpPr>
          <p:nvPr/>
        </p:nvSpPr>
        <p:spPr>
          <a:xfrm>
            <a:off x="16484821" y="1128776"/>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117</a:t>
            </a:r>
          </a:p>
        </p:txBody>
      </p:sp>
      <p:sp>
        <p:nvSpPr>
          <p:cNvPr id="117" name="a/label-KAUH-IEW">
            <a:extLst>
              <a:ext uri="{FF2B5EF4-FFF2-40B4-BE49-F238E27FC236}">
                <a16:creationId xmlns:a16="http://schemas.microsoft.com/office/drawing/2014/main" id="{E2820706-8762-4AFD-80C5-12DE48E88A9F}"/>
              </a:ext>
            </a:extLst>
          </p:cNvPr>
          <p:cNvSpPr>
            <a:spLocks noGrp="1"/>
          </p:cNvSpPr>
          <p:nvPr/>
        </p:nvSpPr>
        <p:spPr>
          <a:xfrm>
            <a:off x="13580566" y="1321181"/>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dirty="0">
                <a:solidFill>
                  <a:srgbClr val="263D50"/>
                </a:solidFill>
                <a:latin typeface="Arial"/>
                <a:ea typeface="Arial"/>
                <a:cs typeface="Arial"/>
              </a:rPr>
              <a:t>IEW</a:t>
            </a:r>
          </a:p>
        </p:txBody>
      </p:sp>
      <p:sp>
        <p:nvSpPr>
          <p:cNvPr id="118" name="a/bar-KAUH-IEW">
            <a:extLst>
              <a:ext uri="{FF2B5EF4-FFF2-40B4-BE49-F238E27FC236}">
                <a16:creationId xmlns:a16="http://schemas.microsoft.com/office/drawing/2014/main" id="{09E5D01D-E714-4484-A29D-B70F8C67BC18}"/>
              </a:ext>
            </a:extLst>
          </p:cNvPr>
          <p:cNvSpPr>
            <a:spLocks noGrp="1"/>
          </p:cNvSpPr>
          <p:nvPr/>
        </p:nvSpPr>
        <p:spPr>
          <a:xfrm>
            <a:off x="14702928" y="1398143"/>
            <a:ext cx="84285" cy="89789"/>
          </a:xfrm>
          <a:prstGeom prst="rect">
            <a:avLst/>
          </a:prstGeom>
          <a:solidFill>
            <a:srgbClr val="AF864B"/>
          </a:solidFill>
          <a:ln w="0">
            <a:noFill/>
          </a:ln>
        </p:spPr>
        <p:txBody>
          <a:bodyPr/>
          <a:lstStyle/>
          <a:p>
            <a:endParaRPr lang="en-US" sz="4545"/>
          </a:p>
        </p:txBody>
      </p:sp>
      <p:sp>
        <p:nvSpPr>
          <p:cNvPr id="119" name="a/count-KAUH-IEW">
            <a:extLst>
              <a:ext uri="{FF2B5EF4-FFF2-40B4-BE49-F238E27FC236}">
                <a16:creationId xmlns:a16="http://schemas.microsoft.com/office/drawing/2014/main" id="{F2AE1210-BB3B-4F69-B4F7-CCB2B35238E1}"/>
              </a:ext>
            </a:extLst>
          </p:cNvPr>
          <p:cNvSpPr>
            <a:spLocks noGrp="1"/>
          </p:cNvSpPr>
          <p:nvPr/>
        </p:nvSpPr>
        <p:spPr>
          <a:xfrm>
            <a:off x="16484821" y="1321181"/>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6</a:t>
            </a:r>
          </a:p>
        </p:txBody>
      </p:sp>
      <p:sp>
        <p:nvSpPr>
          <p:cNvPr id="120" name="a/label-KAUH-ICEW">
            <a:extLst>
              <a:ext uri="{FF2B5EF4-FFF2-40B4-BE49-F238E27FC236}">
                <a16:creationId xmlns:a16="http://schemas.microsoft.com/office/drawing/2014/main" id="{61C46FA8-5172-42A5-B65D-E20421C95F7D}"/>
              </a:ext>
            </a:extLst>
          </p:cNvPr>
          <p:cNvSpPr>
            <a:spLocks noGrp="1"/>
          </p:cNvSpPr>
          <p:nvPr/>
        </p:nvSpPr>
        <p:spPr>
          <a:xfrm>
            <a:off x="13580566" y="1513586"/>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dirty="0">
                <a:solidFill>
                  <a:srgbClr val="263D50"/>
                </a:solidFill>
                <a:latin typeface="Arial"/>
                <a:ea typeface="Arial"/>
                <a:cs typeface="Arial"/>
              </a:rPr>
              <a:t>ICEW</a:t>
            </a:r>
          </a:p>
        </p:txBody>
      </p:sp>
      <p:sp>
        <p:nvSpPr>
          <p:cNvPr id="121" name="a/bar-KAUH-ICEW">
            <a:extLst>
              <a:ext uri="{FF2B5EF4-FFF2-40B4-BE49-F238E27FC236}">
                <a16:creationId xmlns:a16="http://schemas.microsoft.com/office/drawing/2014/main" id="{56DED2E2-927F-4969-867A-A055543F3DF7}"/>
              </a:ext>
            </a:extLst>
          </p:cNvPr>
          <p:cNvSpPr>
            <a:spLocks noGrp="1"/>
          </p:cNvSpPr>
          <p:nvPr/>
        </p:nvSpPr>
        <p:spPr>
          <a:xfrm>
            <a:off x="14702928" y="1590548"/>
            <a:ext cx="84285" cy="89789"/>
          </a:xfrm>
          <a:prstGeom prst="rect">
            <a:avLst/>
          </a:prstGeom>
          <a:solidFill>
            <a:srgbClr val="AF864B"/>
          </a:solidFill>
          <a:ln w="0">
            <a:noFill/>
          </a:ln>
        </p:spPr>
        <p:txBody>
          <a:bodyPr/>
          <a:lstStyle/>
          <a:p>
            <a:endParaRPr lang="en-US" sz="4545"/>
          </a:p>
        </p:txBody>
      </p:sp>
      <p:sp>
        <p:nvSpPr>
          <p:cNvPr id="122" name="a/count-KAUH-ICEW">
            <a:extLst>
              <a:ext uri="{FF2B5EF4-FFF2-40B4-BE49-F238E27FC236}">
                <a16:creationId xmlns:a16="http://schemas.microsoft.com/office/drawing/2014/main" id="{C6B861BA-8C97-4276-B8A5-500CB69E74FF}"/>
              </a:ext>
            </a:extLst>
          </p:cNvPr>
          <p:cNvSpPr>
            <a:spLocks noGrp="1"/>
          </p:cNvSpPr>
          <p:nvPr/>
        </p:nvSpPr>
        <p:spPr>
          <a:xfrm>
            <a:off x="16484821" y="1513586"/>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6</a:t>
            </a:r>
          </a:p>
        </p:txBody>
      </p:sp>
      <p:sp>
        <p:nvSpPr>
          <p:cNvPr id="123" name="a/label-KAUH-Crep">
            <a:extLst>
              <a:ext uri="{FF2B5EF4-FFF2-40B4-BE49-F238E27FC236}">
                <a16:creationId xmlns:a16="http://schemas.microsoft.com/office/drawing/2014/main" id="{F1FFB351-949F-4102-8B35-6BFC19636684}"/>
              </a:ext>
            </a:extLst>
          </p:cNvPr>
          <p:cNvSpPr>
            <a:spLocks noGrp="1"/>
          </p:cNvSpPr>
          <p:nvPr/>
        </p:nvSpPr>
        <p:spPr>
          <a:xfrm>
            <a:off x="13580566" y="1705991"/>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Crep</a:t>
            </a:r>
          </a:p>
        </p:txBody>
      </p:sp>
      <p:sp>
        <p:nvSpPr>
          <p:cNvPr id="124" name="a/bar-KAUH-Crep">
            <a:extLst>
              <a:ext uri="{FF2B5EF4-FFF2-40B4-BE49-F238E27FC236}">
                <a16:creationId xmlns:a16="http://schemas.microsoft.com/office/drawing/2014/main" id="{981B8378-0F37-442C-8647-CA53266D8E81}"/>
              </a:ext>
            </a:extLst>
          </p:cNvPr>
          <p:cNvSpPr>
            <a:spLocks noGrp="1"/>
          </p:cNvSpPr>
          <p:nvPr/>
        </p:nvSpPr>
        <p:spPr>
          <a:xfrm>
            <a:off x="14702928" y="1782953"/>
            <a:ext cx="969272" cy="89789"/>
          </a:xfrm>
          <a:prstGeom prst="rect">
            <a:avLst/>
          </a:prstGeom>
          <a:solidFill>
            <a:srgbClr val="AF864B"/>
          </a:solidFill>
          <a:ln w="0">
            <a:noFill/>
          </a:ln>
        </p:spPr>
        <p:txBody>
          <a:bodyPr/>
          <a:lstStyle/>
          <a:p>
            <a:endParaRPr lang="en-US" sz="4545"/>
          </a:p>
        </p:txBody>
      </p:sp>
      <p:sp>
        <p:nvSpPr>
          <p:cNvPr id="125" name="a/count-KAUH-Crep">
            <a:extLst>
              <a:ext uri="{FF2B5EF4-FFF2-40B4-BE49-F238E27FC236}">
                <a16:creationId xmlns:a16="http://schemas.microsoft.com/office/drawing/2014/main" id="{A8894BCA-7FF8-47C8-8EAC-CA1498237D59}"/>
              </a:ext>
            </a:extLst>
          </p:cNvPr>
          <p:cNvSpPr>
            <a:spLocks noGrp="1"/>
          </p:cNvSpPr>
          <p:nvPr/>
        </p:nvSpPr>
        <p:spPr>
          <a:xfrm>
            <a:off x="16484821" y="1705991"/>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dirty="0">
                <a:solidFill>
                  <a:srgbClr val="263D50"/>
                </a:solidFill>
                <a:latin typeface="Arial"/>
                <a:ea typeface="Arial"/>
                <a:cs typeface="Arial"/>
              </a:rPr>
              <a:t>69</a:t>
            </a:r>
          </a:p>
        </p:txBody>
      </p:sp>
      <p:sp>
        <p:nvSpPr>
          <p:cNvPr id="126" name="a/label-KAUH-Bronchial">
            <a:extLst>
              <a:ext uri="{FF2B5EF4-FFF2-40B4-BE49-F238E27FC236}">
                <a16:creationId xmlns:a16="http://schemas.microsoft.com/office/drawing/2014/main" id="{FF846EED-A87A-45AE-92DB-03FA35DA4601}"/>
              </a:ext>
            </a:extLst>
          </p:cNvPr>
          <p:cNvSpPr>
            <a:spLocks noGrp="1"/>
          </p:cNvSpPr>
          <p:nvPr/>
        </p:nvSpPr>
        <p:spPr>
          <a:xfrm>
            <a:off x="13580566" y="1898396"/>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a:solidFill>
                  <a:srgbClr val="263D50"/>
                </a:solidFill>
                <a:latin typeface="Arial"/>
                <a:ea typeface="Arial"/>
                <a:cs typeface="Arial"/>
              </a:rPr>
              <a:t>Bronchial</a:t>
            </a:r>
          </a:p>
        </p:txBody>
      </p:sp>
      <p:sp>
        <p:nvSpPr>
          <p:cNvPr id="127" name="a/bar-KAUH-Bronchial">
            <a:extLst>
              <a:ext uri="{FF2B5EF4-FFF2-40B4-BE49-F238E27FC236}">
                <a16:creationId xmlns:a16="http://schemas.microsoft.com/office/drawing/2014/main" id="{B6542CE1-354E-4F5B-8B38-9BC6A306E0BA}"/>
              </a:ext>
            </a:extLst>
          </p:cNvPr>
          <p:cNvSpPr>
            <a:spLocks noGrp="1"/>
          </p:cNvSpPr>
          <p:nvPr/>
        </p:nvSpPr>
        <p:spPr>
          <a:xfrm>
            <a:off x="14702928" y="1975358"/>
            <a:ext cx="42142" cy="89789"/>
          </a:xfrm>
          <a:prstGeom prst="rect">
            <a:avLst/>
          </a:prstGeom>
          <a:solidFill>
            <a:srgbClr val="AF864B"/>
          </a:solidFill>
          <a:ln w="0">
            <a:noFill/>
          </a:ln>
        </p:spPr>
        <p:txBody>
          <a:bodyPr/>
          <a:lstStyle/>
          <a:p>
            <a:endParaRPr lang="en-US" sz="4545"/>
          </a:p>
        </p:txBody>
      </p:sp>
      <p:sp>
        <p:nvSpPr>
          <p:cNvPr id="128" name="a/count-KAUH-Bronchial">
            <a:extLst>
              <a:ext uri="{FF2B5EF4-FFF2-40B4-BE49-F238E27FC236}">
                <a16:creationId xmlns:a16="http://schemas.microsoft.com/office/drawing/2014/main" id="{E229551E-808F-4A03-A161-ECEC1F7EA26E}"/>
              </a:ext>
            </a:extLst>
          </p:cNvPr>
          <p:cNvSpPr>
            <a:spLocks noGrp="1"/>
          </p:cNvSpPr>
          <p:nvPr/>
        </p:nvSpPr>
        <p:spPr>
          <a:xfrm>
            <a:off x="16484821" y="1898396"/>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3</a:t>
            </a:r>
          </a:p>
        </p:txBody>
      </p:sp>
      <p:sp>
        <p:nvSpPr>
          <p:cNvPr id="129" name="a/label-KAUH-ICB">
            <a:extLst>
              <a:ext uri="{FF2B5EF4-FFF2-40B4-BE49-F238E27FC236}">
                <a16:creationId xmlns:a16="http://schemas.microsoft.com/office/drawing/2014/main" id="{6E81A7AD-5A0B-4022-BB59-4B7EB726F23A}"/>
              </a:ext>
            </a:extLst>
          </p:cNvPr>
          <p:cNvSpPr>
            <a:spLocks noGrp="1"/>
          </p:cNvSpPr>
          <p:nvPr/>
        </p:nvSpPr>
        <p:spPr>
          <a:xfrm>
            <a:off x="13580566" y="2090801"/>
            <a:ext cx="1026160" cy="243713"/>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1818" dirty="0">
                <a:solidFill>
                  <a:srgbClr val="263D50"/>
                </a:solidFill>
                <a:latin typeface="Arial"/>
                <a:ea typeface="Arial"/>
                <a:cs typeface="Arial"/>
              </a:rPr>
              <a:t>ICB</a:t>
            </a:r>
          </a:p>
        </p:txBody>
      </p:sp>
      <p:sp>
        <p:nvSpPr>
          <p:cNvPr id="130" name="a/bar-KAUH-ICB">
            <a:extLst>
              <a:ext uri="{FF2B5EF4-FFF2-40B4-BE49-F238E27FC236}">
                <a16:creationId xmlns:a16="http://schemas.microsoft.com/office/drawing/2014/main" id="{2362271C-83CA-478D-941B-12C84FCF7CEC}"/>
              </a:ext>
            </a:extLst>
          </p:cNvPr>
          <p:cNvSpPr>
            <a:spLocks noGrp="1"/>
          </p:cNvSpPr>
          <p:nvPr/>
        </p:nvSpPr>
        <p:spPr>
          <a:xfrm>
            <a:off x="14702928" y="2167763"/>
            <a:ext cx="84285" cy="89789"/>
          </a:xfrm>
          <a:prstGeom prst="rect">
            <a:avLst/>
          </a:prstGeom>
          <a:solidFill>
            <a:srgbClr val="AF864B"/>
          </a:solidFill>
          <a:ln w="0">
            <a:noFill/>
          </a:ln>
        </p:spPr>
        <p:txBody>
          <a:bodyPr/>
          <a:lstStyle/>
          <a:p>
            <a:endParaRPr lang="en-US" sz="4545"/>
          </a:p>
        </p:txBody>
      </p:sp>
      <p:sp>
        <p:nvSpPr>
          <p:cNvPr id="131" name="a/count-KAUH-ICB">
            <a:extLst>
              <a:ext uri="{FF2B5EF4-FFF2-40B4-BE49-F238E27FC236}">
                <a16:creationId xmlns:a16="http://schemas.microsoft.com/office/drawing/2014/main" id="{182DC7A0-3D3F-4E36-B44F-E91E3F2A0C27}"/>
              </a:ext>
            </a:extLst>
          </p:cNvPr>
          <p:cNvSpPr>
            <a:spLocks noGrp="1"/>
          </p:cNvSpPr>
          <p:nvPr/>
        </p:nvSpPr>
        <p:spPr>
          <a:xfrm>
            <a:off x="16484821" y="2090801"/>
            <a:ext cx="416878" cy="243713"/>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1818">
                <a:solidFill>
                  <a:srgbClr val="263D50"/>
                </a:solidFill>
                <a:latin typeface="Arial"/>
                <a:ea typeface="Arial"/>
                <a:cs typeface="Arial"/>
              </a:rPr>
              <a:t>6</a:t>
            </a:r>
          </a:p>
        </p:txBody>
      </p:sp>
      <p:sp>
        <p:nvSpPr>
          <p:cNvPr id="132" name="panel-separator">
            <a:extLst>
              <a:ext uri="{FF2B5EF4-FFF2-40B4-BE49-F238E27FC236}">
                <a16:creationId xmlns:a16="http://schemas.microsoft.com/office/drawing/2014/main" id="{E76A2E6F-9C6F-4B2E-A2DA-7089344CF904}"/>
              </a:ext>
            </a:extLst>
          </p:cNvPr>
          <p:cNvSpPr>
            <a:spLocks noGrp="1"/>
          </p:cNvSpPr>
          <p:nvPr/>
        </p:nvSpPr>
        <p:spPr>
          <a:xfrm>
            <a:off x="978038" y="2597469"/>
            <a:ext cx="15923660" cy="33"/>
          </a:xfrm>
          <a:custGeom>
            <a:avLst/>
            <a:gdLst/>
            <a:ahLst/>
            <a:cxnLst/>
            <a:rect l="0" t="0" r="0" b="0"/>
            <a:pathLst>
              <a:path w="6306400" h="13">
                <a:moveTo>
                  <a:pt x="0" y="0"/>
                </a:moveTo>
                <a:lnTo>
                  <a:pt x="6306400" y="0"/>
                </a:lnTo>
              </a:path>
            </a:pathLst>
          </a:custGeom>
          <a:noFill/>
          <a:ln w="5715">
            <a:solidFill>
              <a:srgbClr val="DCE4E9"/>
            </a:solidFill>
          </a:ln>
        </p:spPr>
        <p:txBody>
          <a:bodyPr/>
          <a:lstStyle/>
          <a:p>
            <a:endParaRPr lang="en-US" sz="4545"/>
          </a:p>
        </p:txBody>
      </p:sp>
      <p:sp>
        <p:nvSpPr>
          <p:cNvPr id="133" name="c/panel-c">
            <a:extLst>
              <a:ext uri="{FF2B5EF4-FFF2-40B4-BE49-F238E27FC236}">
                <a16:creationId xmlns:a16="http://schemas.microsoft.com/office/drawing/2014/main" id="{AA89C70B-79DF-40A8-9F73-B4CE9347CC27}"/>
              </a:ext>
            </a:extLst>
          </p:cNvPr>
          <p:cNvSpPr>
            <a:spLocks noGrp="1"/>
          </p:cNvSpPr>
          <p:nvPr/>
        </p:nvSpPr>
        <p:spPr>
          <a:xfrm>
            <a:off x="14189848" y="2693670"/>
            <a:ext cx="513080" cy="320675"/>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2146" b="1" dirty="0">
                <a:solidFill>
                  <a:srgbClr val="263D50"/>
                </a:solidFill>
                <a:latin typeface="Arial"/>
                <a:ea typeface="Arial"/>
                <a:cs typeface="Arial"/>
              </a:rPr>
              <a:t>(c)</a:t>
            </a:r>
          </a:p>
        </p:txBody>
      </p:sp>
      <p:sp>
        <p:nvSpPr>
          <p:cNvPr id="134" name="c/pca-zero-horizontal">
            <a:extLst>
              <a:ext uri="{FF2B5EF4-FFF2-40B4-BE49-F238E27FC236}">
                <a16:creationId xmlns:a16="http://schemas.microsoft.com/office/drawing/2014/main" id="{F0A61C4B-2C59-4484-92F0-2CC9E894E5A2}"/>
              </a:ext>
            </a:extLst>
          </p:cNvPr>
          <p:cNvSpPr>
            <a:spLocks noGrp="1"/>
          </p:cNvSpPr>
          <p:nvPr/>
        </p:nvSpPr>
        <p:spPr>
          <a:xfrm>
            <a:off x="14863266" y="4160110"/>
            <a:ext cx="2080055" cy="33"/>
          </a:xfrm>
          <a:custGeom>
            <a:avLst/>
            <a:gdLst/>
            <a:ahLst/>
            <a:cxnLst/>
            <a:rect l="0" t="0" r="0" b="0"/>
            <a:pathLst>
              <a:path w="823784" h="13">
                <a:moveTo>
                  <a:pt x="0" y="0"/>
                </a:moveTo>
                <a:lnTo>
                  <a:pt x="823784" y="0"/>
                </a:lnTo>
              </a:path>
            </a:pathLst>
          </a:custGeom>
          <a:noFill/>
          <a:ln w="4445">
            <a:solidFill>
              <a:srgbClr val="DCE4E9"/>
            </a:solidFill>
          </a:ln>
        </p:spPr>
        <p:txBody>
          <a:bodyPr/>
          <a:lstStyle/>
          <a:p>
            <a:endParaRPr lang="en-US" sz="4545"/>
          </a:p>
        </p:txBody>
      </p:sp>
      <p:sp>
        <p:nvSpPr>
          <p:cNvPr id="135" name="c/pca-zero-vertical">
            <a:extLst>
              <a:ext uri="{FF2B5EF4-FFF2-40B4-BE49-F238E27FC236}">
                <a16:creationId xmlns:a16="http://schemas.microsoft.com/office/drawing/2014/main" id="{A29CFDCB-1EDB-491A-B256-04BE4A75EC6D}"/>
              </a:ext>
            </a:extLst>
          </p:cNvPr>
          <p:cNvSpPr>
            <a:spLocks noGrp="1"/>
          </p:cNvSpPr>
          <p:nvPr/>
        </p:nvSpPr>
        <p:spPr>
          <a:xfrm>
            <a:off x="15612086" y="3078480"/>
            <a:ext cx="33" cy="1539240"/>
          </a:xfrm>
          <a:custGeom>
            <a:avLst/>
            <a:gdLst/>
            <a:ahLst/>
            <a:cxnLst/>
            <a:rect l="0" t="0" r="0" b="0"/>
            <a:pathLst>
              <a:path w="13" h="609600">
                <a:moveTo>
                  <a:pt x="0" y="0"/>
                </a:moveTo>
                <a:lnTo>
                  <a:pt x="0" y="609600"/>
                </a:lnTo>
              </a:path>
            </a:pathLst>
          </a:custGeom>
          <a:noFill/>
          <a:ln w="4445">
            <a:solidFill>
              <a:srgbClr val="DCE4E9"/>
            </a:solidFill>
          </a:ln>
        </p:spPr>
        <p:txBody>
          <a:bodyPr/>
          <a:lstStyle/>
          <a:p>
            <a:endParaRPr lang="en-US" sz="4545"/>
          </a:p>
        </p:txBody>
      </p:sp>
      <p:sp>
        <p:nvSpPr>
          <p:cNvPr id="136" name="c/pca-left-axis">
            <a:extLst>
              <a:ext uri="{FF2B5EF4-FFF2-40B4-BE49-F238E27FC236}">
                <a16:creationId xmlns:a16="http://schemas.microsoft.com/office/drawing/2014/main" id="{BD080A2E-A22A-48F0-9498-5E0E868412D3}"/>
              </a:ext>
            </a:extLst>
          </p:cNvPr>
          <p:cNvSpPr>
            <a:spLocks noGrp="1"/>
          </p:cNvSpPr>
          <p:nvPr/>
        </p:nvSpPr>
        <p:spPr>
          <a:xfrm>
            <a:off x="14863267" y="3078480"/>
            <a:ext cx="33" cy="1539240"/>
          </a:xfrm>
          <a:custGeom>
            <a:avLst/>
            <a:gdLst/>
            <a:ahLst/>
            <a:cxnLst/>
            <a:rect l="0" t="0" r="0" b="0"/>
            <a:pathLst>
              <a:path w="13" h="609600">
                <a:moveTo>
                  <a:pt x="0" y="0"/>
                </a:moveTo>
                <a:lnTo>
                  <a:pt x="0" y="609600"/>
                </a:lnTo>
              </a:path>
            </a:pathLst>
          </a:custGeom>
          <a:noFill/>
          <a:ln w="5715">
            <a:solidFill>
              <a:srgbClr val="8C9AA6"/>
            </a:solidFill>
          </a:ln>
        </p:spPr>
        <p:txBody>
          <a:bodyPr/>
          <a:lstStyle/>
          <a:p>
            <a:endParaRPr lang="en-US" sz="4545"/>
          </a:p>
        </p:txBody>
      </p:sp>
      <p:sp>
        <p:nvSpPr>
          <p:cNvPr id="137" name="c/pca-bottom-axis">
            <a:extLst>
              <a:ext uri="{FF2B5EF4-FFF2-40B4-BE49-F238E27FC236}">
                <a16:creationId xmlns:a16="http://schemas.microsoft.com/office/drawing/2014/main" id="{5BDE04E4-5023-4F95-87C5-B24451ED5728}"/>
              </a:ext>
            </a:extLst>
          </p:cNvPr>
          <p:cNvSpPr>
            <a:spLocks noGrp="1"/>
          </p:cNvSpPr>
          <p:nvPr/>
        </p:nvSpPr>
        <p:spPr>
          <a:xfrm>
            <a:off x="14863266" y="4617721"/>
            <a:ext cx="2080055" cy="33"/>
          </a:xfrm>
          <a:custGeom>
            <a:avLst/>
            <a:gdLst/>
            <a:ahLst/>
            <a:cxnLst/>
            <a:rect l="0" t="0" r="0" b="0"/>
            <a:pathLst>
              <a:path w="823784" h="13">
                <a:moveTo>
                  <a:pt x="0" y="0"/>
                </a:moveTo>
                <a:lnTo>
                  <a:pt x="823784" y="0"/>
                </a:lnTo>
              </a:path>
            </a:pathLst>
          </a:custGeom>
          <a:noFill/>
          <a:ln w="5715">
            <a:solidFill>
              <a:srgbClr val="8C9AA6"/>
            </a:solidFill>
          </a:ln>
        </p:spPr>
        <p:txBody>
          <a:bodyPr/>
          <a:lstStyle/>
          <a:p>
            <a:endParaRPr lang="en-US" sz="4545"/>
          </a:p>
        </p:txBody>
      </p:sp>
      <p:sp>
        <p:nvSpPr>
          <p:cNvPr id="138" name="c/x-tick--4">
            <a:extLst>
              <a:ext uri="{FF2B5EF4-FFF2-40B4-BE49-F238E27FC236}">
                <a16:creationId xmlns:a16="http://schemas.microsoft.com/office/drawing/2014/main" id="{5DA3986F-023A-488A-B212-0A84DC4F9121}"/>
              </a:ext>
            </a:extLst>
          </p:cNvPr>
          <p:cNvSpPr>
            <a:spLocks noGrp="1"/>
          </p:cNvSpPr>
          <p:nvPr/>
        </p:nvSpPr>
        <p:spPr>
          <a:xfrm>
            <a:off x="14946468" y="461772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39" name="c/x-label--4">
            <a:extLst>
              <a:ext uri="{FF2B5EF4-FFF2-40B4-BE49-F238E27FC236}">
                <a16:creationId xmlns:a16="http://schemas.microsoft.com/office/drawing/2014/main" id="{CEDB401D-E093-4ABE-8F06-4D5891411A47}"/>
              </a:ext>
            </a:extLst>
          </p:cNvPr>
          <p:cNvSpPr>
            <a:spLocks noGrp="1"/>
          </p:cNvSpPr>
          <p:nvPr/>
        </p:nvSpPr>
        <p:spPr>
          <a:xfrm>
            <a:off x="14689927" y="4681855"/>
            <a:ext cx="513080" cy="234093"/>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a:solidFill>
                  <a:srgbClr val="263D50"/>
                </a:solidFill>
                <a:latin typeface="Arial"/>
                <a:ea typeface="Arial"/>
                <a:cs typeface="Arial"/>
              </a:rPr>
              <a:t>-4</a:t>
            </a:r>
          </a:p>
        </p:txBody>
      </p:sp>
      <p:sp>
        <p:nvSpPr>
          <p:cNvPr id="140" name="c/x-tick-0">
            <a:extLst>
              <a:ext uri="{FF2B5EF4-FFF2-40B4-BE49-F238E27FC236}">
                <a16:creationId xmlns:a16="http://schemas.microsoft.com/office/drawing/2014/main" id="{1DFF38D1-F3DC-419A-A638-AD6E873102E1}"/>
              </a:ext>
            </a:extLst>
          </p:cNvPr>
          <p:cNvSpPr>
            <a:spLocks noGrp="1"/>
          </p:cNvSpPr>
          <p:nvPr/>
        </p:nvSpPr>
        <p:spPr>
          <a:xfrm>
            <a:off x="15612086" y="461772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41" name="c/x-label-0">
            <a:extLst>
              <a:ext uri="{FF2B5EF4-FFF2-40B4-BE49-F238E27FC236}">
                <a16:creationId xmlns:a16="http://schemas.microsoft.com/office/drawing/2014/main" id="{85090B30-1AB9-455E-942C-D85AB3AD2E84}"/>
              </a:ext>
            </a:extLst>
          </p:cNvPr>
          <p:cNvSpPr>
            <a:spLocks noGrp="1"/>
          </p:cNvSpPr>
          <p:nvPr/>
        </p:nvSpPr>
        <p:spPr>
          <a:xfrm>
            <a:off x="15355545" y="4681855"/>
            <a:ext cx="513080" cy="234093"/>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a:solidFill>
                  <a:srgbClr val="263D50"/>
                </a:solidFill>
                <a:latin typeface="Arial"/>
                <a:ea typeface="Arial"/>
                <a:cs typeface="Arial"/>
              </a:rPr>
              <a:t>0</a:t>
            </a:r>
          </a:p>
        </p:txBody>
      </p:sp>
      <p:sp>
        <p:nvSpPr>
          <p:cNvPr id="142" name="c/x-tick-4">
            <a:extLst>
              <a:ext uri="{FF2B5EF4-FFF2-40B4-BE49-F238E27FC236}">
                <a16:creationId xmlns:a16="http://schemas.microsoft.com/office/drawing/2014/main" id="{7D1B220A-B7A6-4DF8-AE8B-1E8DCA9AE05D}"/>
              </a:ext>
            </a:extLst>
          </p:cNvPr>
          <p:cNvSpPr>
            <a:spLocks noGrp="1"/>
          </p:cNvSpPr>
          <p:nvPr/>
        </p:nvSpPr>
        <p:spPr>
          <a:xfrm>
            <a:off x="16277704" y="461772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43" name="c/x-label-4">
            <a:extLst>
              <a:ext uri="{FF2B5EF4-FFF2-40B4-BE49-F238E27FC236}">
                <a16:creationId xmlns:a16="http://schemas.microsoft.com/office/drawing/2014/main" id="{326C5CDB-4D05-4BB5-8A56-9760EB22FC57}"/>
              </a:ext>
            </a:extLst>
          </p:cNvPr>
          <p:cNvSpPr>
            <a:spLocks noGrp="1"/>
          </p:cNvSpPr>
          <p:nvPr/>
        </p:nvSpPr>
        <p:spPr>
          <a:xfrm>
            <a:off x="16021163" y="4681855"/>
            <a:ext cx="513080" cy="234093"/>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a:solidFill>
                  <a:srgbClr val="263D50"/>
                </a:solidFill>
                <a:latin typeface="Arial"/>
                <a:ea typeface="Arial"/>
                <a:cs typeface="Arial"/>
              </a:rPr>
              <a:t>4</a:t>
            </a:r>
          </a:p>
        </p:txBody>
      </p:sp>
      <p:sp>
        <p:nvSpPr>
          <p:cNvPr id="144" name="c/x-tick-8">
            <a:extLst>
              <a:ext uri="{FF2B5EF4-FFF2-40B4-BE49-F238E27FC236}">
                <a16:creationId xmlns:a16="http://schemas.microsoft.com/office/drawing/2014/main" id="{F9AD8BE1-6D6E-4130-B6E1-A991713339F4}"/>
              </a:ext>
            </a:extLst>
          </p:cNvPr>
          <p:cNvSpPr>
            <a:spLocks noGrp="1"/>
          </p:cNvSpPr>
          <p:nvPr/>
        </p:nvSpPr>
        <p:spPr>
          <a:xfrm>
            <a:off x="16943322" y="4617720"/>
            <a:ext cx="33" cy="48101"/>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sz="4545"/>
          </a:p>
        </p:txBody>
      </p:sp>
      <p:sp>
        <p:nvSpPr>
          <p:cNvPr id="145" name="c/x-label-8">
            <a:extLst>
              <a:ext uri="{FF2B5EF4-FFF2-40B4-BE49-F238E27FC236}">
                <a16:creationId xmlns:a16="http://schemas.microsoft.com/office/drawing/2014/main" id="{0A4E22F0-7034-4352-B42E-FCF721CB8F53}"/>
              </a:ext>
            </a:extLst>
          </p:cNvPr>
          <p:cNvSpPr>
            <a:spLocks noGrp="1"/>
          </p:cNvSpPr>
          <p:nvPr/>
        </p:nvSpPr>
        <p:spPr>
          <a:xfrm>
            <a:off x="16686780" y="4681855"/>
            <a:ext cx="513080" cy="234093"/>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a:solidFill>
                  <a:srgbClr val="263D50"/>
                </a:solidFill>
                <a:latin typeface="Arial"/>
                <a:ea typeface="Arial"/>
                <a:cs typeface="Arial"/>
              </a:rPr>
              <a:t>8</a:t>
            </a:r>
          </a:p>
        </p:txBody>
      </p:sp>
      <p:sp>
        <p:nvSpPr>
          <p:cNvPr id="146" name="c/y-tick--2">
            <a:extLst>
              <a:ext uri="{FF2B5EF4-FFF2-40B4-BE49-F238E27FC236}">
                <a16:creationId xmlns:a16="http://schemas.microsoft.com/office/drawing/2014/main" id="{55895462-B016-4D95-BC84-35212490595F}"/>
              </a:ext>
            </a:extLst>
          </p:cNvPr>
          <p:cNvSpPr>
            <a:spLocks noGrp="1"/>
          </p:cNvSpPr>
          <p:nvPr/>
        </p:nvSpPr>
        <p:spPr>
          <a:xfrm>
            <a:off x="14815165" y="4492918"/>
            <a:ext cx="48101" cy="3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sz="4545"/>
          </a:p>
        </p:txBody>
      </p:sp>
      <p:sp>
        <p:nvSpPr>
          <p:cNvPr id="147" name="c/y-label--2">
            <a:extLst>
              <a:ext uri="{FF2B5EF4-FFF2-40B4-BE49-F238E27FC236}">
                <a16:creationId xmlns:a16="http://schemas.microsoft.com/office/drawing/2014/main" id="{C162879E-F314-4B2E-A7BA-9FDAA9E21812}"/>
              </a:ext>
            </a:extLst>
          </p:cNvPr>
          <p:cNvSpPr>
            <a:spLocks noGrp="1"/>
          </p:cNvSpPr>
          <p:nvPr/>
        </p:nvSpPr>
        <p:spPr>
          <a:xfrm>
            <a:off x="14478456" y="4377474"/>
            <a:ext cx="256540" cy="230886"/>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1768">
                <a:solidFill>
                  <a:srgbClr val="263D50"/>
                </a:solidFill>
                <a:latin typeface="Arial"/>
                <a:ea typeface="Arial"/>
                <a:cs typeface="Arial"/>
              </a:rPr>
              <a:t>-2</a:t>
            </a:r>
          </a:p>
        </p:txBody>
      </p:sp>
      <p:sp>
        <p:nvSpPr>
          <p:cNvPr id="148" name="c/y-tick-2">
            <a:extLst>
              <a:ext uri="{FF2B5EF4-FFF2-40B4-BE49-F238E27FC236}">
                <a16:creationId xmlns:a16="http://schemas.microsoft.com/office/drawing/2014/main" id="{1B7810D5-8A2E-405D-89C2-47FB904D3A96}"/>
              </a:ext>
            </a:extLst>
          </p:cNvPr>
          <p:cNvSpPr>
            <a:spLocks noGrp="1"/>
          </p:cNvSpPr>
          <p:nvPr/>
        </p:nvSpPr>
        <p:spPr>
          <a:xfrm>
            <a:off x="14815165" y="3827300"/>
            <a:ext cx="48101" cy="3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sz="4545"/>
          </a:p>
        </p:txBody>
      </p:sp>
      <p:sp>
        <p:nvSpPr>
          <p:cNvPr id="149" name="c/y-label-2">
            <a:extLst>
              <a:ext uri="{FF2B5EF4-FFF2-40B4-BE49-F238E27FC236}">
                <a16:creationId xmlns:a16="http://schemas.microsoft.com/office/drawing/2014/main" id="{5199004D-0A82-4EDE-8980-7697EF138E84}"/>
              </a:ext>
            </a:extLst>
          </p:cNvPr>
          <p:cNvSpPr>
            <a:spLocks noGrp="1"/>
          </p:cNvSpPr>
          <p:nvPr/>
        </p:nvSpPr>
        <p:spPr>
          <a:xfrm>
            <a:off x="14478456" y="3711856"/>
            <a:ext cx="256540" cy="230886"/>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1768">
                <a:solidFill>
                  <a:srgbClr val="263D50"/>
                </a:solidFill>
                <a:latin typeface="Arial"/>
                <a:ea typeface="Arial"/>
                <a:cs typeface="Arial"/>
              </a:rPr>
              <a:t>2</a:t>
            </a:r>
          </a:p>
        </p:txBody>
      </p:sp>
      <p:sp>
        <p:nvSpPr>
          <p:cNvPr id="150" name="c/y-tick-6">
            <a:extLst>
              <a:ext uri="{FF2B5EF4-FFF2-40B4-BE49-F238E27FC236}">
                <a16:creationId xmlns:a16="http://schemas.microsoft.com/office/drawing/2014/main" id="{200BDAB5-62B0-4C65-A62B-400F3CAD9A16}"/>
              </a:ext>
            </a:extLst>
          </p:cNvPr>
          <p:cNvSpPr>
            <a:spLocks noGrp="1"/>
          </p:cNvSpPr>
          <p:nvPr/>
        </p:nvSpPr>
        <p:spPr>
          <a:xfrm>
            <a:off x="14815165" y="3161682"/>
            <a:ext cx="48101" cy="3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sz="4545"/>
          </a:p>
        </p:txBody>
      </p:sp>
      <p:sp>
        <p:nvSpPr>
          <p:cNvPr id="151" name="c/y-label-6">
            <a:extLst>
              <a:ext uri="{FF2B5EF4-FFF2-40B4-BE49-F238E27FC236}">
                <a16:creationId xmlns:a16="http://schemas.microsoft.com/office/drawing/2014/main" id="{22E808BA-63E1-48DA-90B3-6CE97B41D935}"/>
              </a:ext>
            </a:extLst>
          </p:cNvPr>
          <p:cNvSpPr>
            <a:spLocks noGrp="1"/>
          </p:cNvSpPr>
          <p:nvPr/>
        </p:nvSpPr>
        <p:spPr>
          <a:xfrm>
            <a:off x="14478456" y="3046238"/>
            <a:ext cx="256540" cy="230886"/>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1768">
                <a:solidFill>
                  <a:srgbClr val="263D50"/>
                </a:solidFill>
                <a:latin typeface="Arial"/>
                <a:ea typeface="Arial"/>
                <a:cs typeface="Arial"/>
              </a:rPr>
              <a:t>6</a:t>
            </a:r>
          </a:p>
        </p:txBody>
      </p:sp>
      <p:sp>
        <p:nvSpPr>
          <p:cNvPr id="152" name="c/pc1-title">
            <a:extLst>
              <a:ext uri="{FF2B5EF4-FFF2-40B4-BE49-F238E27FC236}">
                <a16:creationId xmlns:a16="http://schemas.microsoft.com/office/drawing/2014/main" id="{08DF583C-F4ED-4848-8DA7-1E381DA6D7F6}"/>
              </a:ext>
            </a:extLst>
          </p:cNvPr>
          <p:cNvSpPr>
            <a:spLocks noGrp="1"/>
          </p:cNvSpPr>
          <p:nvPr/>
        </p:nvSpPr>
        <p:spPr>
          <a:xfrm>
            <a:off x="14863266" y="4899914"/>
            <a:ext cx="2080055" cy="230886"/>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a:solidFill>
                  <a:srgbClr val="263D50"/>
                </a:solidFill>
                <a:latin typeface="Arial"/>
                <a:ea typeface="Arial"/>
                <a:cs typeface="Arial"/>
              </a:rPr>
              <a:t>PC1 (63.15%)</a:t>
            </a:r>
          </a:p>
        </p:txBody>
      </p:sp>
      <p:sp>
        <p:nvSpPr>
          <p:cNvPr id="153" name="c/pc2-title">
            <a:extLst>
              <a:ext uri="{FF2B5EF4-FFF2-40B4-BE49-F238E27FC236}">
                <a16:creationId xmlns:a16="http://schemas.microsoft.com/office/drawing/2014/main" id="{2B60AB1F-99A5-45EB-926E-396479AC003A}"/>
              </a:ext>
            </a:extLst>
          </p:cNvPr>
          <p:cNvSpPr>
            <a:spLocks noGrp="1"/>
          </p:cNvSpPr>
          <p:nvPr/>
        </p:nvSpPr>
        <p:spPr>
          <a:xfrm rot="16200000">
            <a:off x="13404195" y="3732657"/>
            <a:ext cx="1795780" cy="230886"/>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a:solidFill>
                  <a:srgbClr val="263D50"/>
                </a:solidFill>
                <a:latin typeface="Arial"/>
                <a:ea typeface="Arial"/>
                <a:cs typeface="Arial"/>
              </a:rPr>
              <a:t>PC2 (33.25%)</a:t>
            </a:r>
          </a:p>
        </p:txBody>
      </p:sp>
      <p:sp>
        <p:nvSpPr>
          <p:cNvPr id="154" name="c/pca-KAUH-165">
            <a:extLst>
              <a:ext uri="{FF2B5EF4-FFF2-40B4-BE49-F238E27FC236}">
                <a16:creationId xmlns:a16="http://schemas.microsoft.com/office/drawing/2014/main" id="{884A6E68-2411-44BA-AFDB-8BDFD2AAA553}"/>
              </a:ext>
            </a:extLst>
          </p:cNvPr>
          <p:cNvSpPr>
            <a:spLocks noGrp="1"/>
          </p:cNvSpPr>
          <p:nvPr/>
        </p:nvSpPr>
        <p:spPr>
          <a:xfrm>
            <a:off x="15428338" y="421418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55" name="c/pca-KAUH-166">
            <a:extLst>
              <a:ext uri="{FF2B5EF4-FFF2-40B4-BE49-F238E27FC236}">
                <a16:creationId xmlns:a16="http://schemas.microsoft.com/office/drawing/2014/main" id="{B019073B-8410-4073-9A02-C93BED5D1E07}"/>
              </a:ext>
            </a:extLst>
          </p:cNvPr>
          <p:cNvSpPr>
            <a:spLocks noGrp="1"/>
          </p:cNvSpPr>
          <p:nvPr/>
        </p:nvSpPr>
        <p:spPr>
          <a:xfrm>
            <a:off x="15544596" y="427646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56" name="c/pca-KAUH-167">
            <a:extLst>
              <a:ext uri="{FF2B5EF4-FFF2-40B4-BE49-F238E27FC236}">
                <a16:creationId xmlns:a16="http://schemas.microsoft.com/office/drawing/2014/main" id="{F46BA487-FD75-45BD-953C-F65FC4A8D0A8}"/>
              </a:ext>
            </a:extLst>
          </p:cNvPr>
          <p:cNvSpPr>
            <a:spLocks noGrp="1"/>
          </p:cNvSpPr>
          <p:nvPr/>
        </p:nvSpPr>
        <p:spPr>
          <a:xfrm>
            <a:off x="15468162" y="418537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57" name="c/pca-KAUH-168">
            <a:extLst>
              <a:ext uri="{FF2B5EF4-FFF2-40B4-BE49-F238E27FC236}">
                <a16:creationId xmlns:a16="http://schemas.microsoft.com/office/drawing/2014/main" id="{80366B6C-B422-4C94-AA4C-28390CE75B53}"/>
              </a:ext>
            </a:extLst>
          </p:cNvPr>
          <p:cNvSpPr>
            <a:spLocks noGrp="1"/>
          </p:cNvSpPr>
          <p:nvPr/>
        </p:nvSpPr>
        <p:spPr>
          <a:xfrm>
            <a:off x="15337728" y="418504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58" name="c/pca-KAUH-169">
            <a:extLst>
              <a:ext uri="{FF2B5EF4-FFF2-40B4-BE49-F238E27FC236}">
                <a16:creationId xmlns:a16="http://schemas.microsoft.com/office/drawing/2014/main" id="{6925CC6C-9057-4CF0-9132-BDF1D3509BD7}"/>
              </a:ext>
            </a:extLst>
          </p:cNvPr>
          <p:cNvSpPr>
            <a:spLocks noGrp="1"/>
          </p:cNvSpPr>
          <p:nvPr/>
        </p:nvSpPr>
        <p:spPr>
          <a:xfrm>
            <a:off x="15307613" y="424768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59" name="c/pca-KAUH-170">
            <a:extLst>
              <a:ext uri="{FF2B5EF4-FFF2-40B4-BE49-F238E27FC236}">
                <a16:creationId xmlns:a16="http://schemas.microsoft.com/office/drawing/2014/main" id="{1FF300CF-52F2-454E-A4A5-B2F356B6EBA5}"/>
              </a:ext>
            </a:extLst>
          </p:cNvPr>
          <p:cNvSpPr>
            <a:spLocks noGrp="1"/>
          </p:cNvSpPr>
          <p:nvPr/>
        </p:nvSpPr>
        <p:spPr>
          <a:xfrm>
            <a:off x="15492960" y="432428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0" name="c/pca-KAUH-171">
            <a:extLst>
              <a:ext uri="{FF2B5EF4-FFF2-40B4-BE49-F238E27FC236}">
                <a16:creationId xmlns:a16="http://schemas.microsoft.com/office/drawing/2014/main" id="{3A353335-9AD2-4744-B99A-C745EAA8F8A7}"/>
              </a:ext>
            </a:extLst>
          </p:cNvPr>
          <p:cNvSpPr>
            <a:spLocks noGrp="1"/>
          </p:cNvSpPr>
          <p:nvPr/>
        </p:nvSpPr>
        <p:spPr>
          <a:xfrm>
            <a:off x="15220821" y="4191995"/>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1" name="c/pca-KAUH-172">
            <a:extLst>
              <a:ext uri="{FF2B5EF4-FFF2-40B4-BE49-F238E27FC236}">
                <a16:creationId xmlns:a16="http://schemas.microsoft.com/office/drawing/2014/main" id="{C76DBA1D-BD6F-4CF0-B933-AFCD2D87A1F0}"/>
              </a:ext>
            </a:extLst>
          </p:cNvPr>
          <p:cNvSpPr>
            <a:spLocks noGrp="1"/>
          </p:cNvSpPr>
          <p:nvPr/>
        </p:nvSpPr>
        <p:spPr>
          <a:xfrm>
            <a:off x="15438188" y="422970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2" name="c/pca-KAUH-173">
            <a:extLst>
              <a:ext uri="{FF2B5EF4-FFF2-40B4-BE49-F238E27FC236}">
                <a16:creationId xmlns:a16="http://schemas.microsoft.com/office/drawing/2014/main" id="{042F7D54-F561-48B2-82B5-36560CEAC1F0}"/>
              </a:ext>
            </a:extLst>
          </p:cNvPr>
          <p:cNvSpPr>
            <a:spLocks noGrp="1"/>
          </p:cNvSpPr>
          <p:nvPr/>
        </p:nvSpPr>
        <p:spPr>
          <a:xfrm>
            <a:off x="15589746" y="399746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3" name="c/pca-KAUH-174">
            <a:extLst>
              <a:ext uri="{FF2B5EF4-FFF2-40B4-BE49-F238E27FC236}">
                <a16:creationId xmlns:a16="http://schemas.microsoft.com/office/drawing/2014/main" id="{8EABEFDA-1164-4764-B378-3072EBE0B3AA}"/>
              </a:ext>
            </a:extLst>
          </p:cNvPr>
          <p:cNvSpPr>
            <a:spLocks noGrp="1"/>
          </p:cNvSpPr>
          <p:nvPr/>
        </p:nvSpPr>
        <p:spPr>
          <a:xfrm>
            <a:off x="15276191" y="419169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4" name="c/pca-KAUH-175">
            <a:extLst>
              <a:ext uri="{FF2B5EF4-FFF2-40B4-BE49-F238E27FC236}">
                <a16:creationId xmlns:a16="http://schemas.microsoft.com/office/drawing/2014/main" id="{08642C48-D38D-4ADB-8120-C0576F2699F4}"/>
              </a:ext>
            </a:extLst>
          </p:cNvPr>
          <p:cNvSpPr>
            <a:spLocks noGrp="1"/>
          </p:cNvSpPr>
          <p:nvPr/>
        </p:nvSpPr>
        <p:spPr>
          <a:xfrm>
            <a:off x="15571225" y="432387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5" name="c/pca-KAUH-176">
            <a:extLst>
              <a:ext uri="{FF2B5EF4-FFF2-40B4-BE49-F238E27FC236}">
                <a16:creationId xmlns:a16="http://schemas.microsoft.com/office/drawing/2014/main" id="{6FE27AA6-7F5D-4F9C-B1CC-BAA035969D87}"/>
              </a:ext>
            </a:extLst>
          </p:cNvPr>
          <p:cNvSpPr>
            <a:spLocks noGrp="1"/>
          </p:cNvSpPr>
          <p:nvPr/>
        </p:nvSpPr>
        <p:spPr>
          <a:xfrm>
            <a:off x="15306171" y="421319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6" name="c/pca-KAUH-177">
            <a:extLst>
              <a:ext uri="{FF2B5EF4-FFF2-40B4-BE49-F238E27FC236}">
                <a16:creationId xmlns:a16="http://schemas.microsoft.com/office/drawing/2014/main" id="{CB206122-EDC8-4864-B4CC-0B0D85012A58}"/>
              </a:ext>
            </a:extLst>
          </p:cNvPr>
          <p:cNvSpPr>
            <a:spLocks noGrp="1"/>
          </p:cNvSpPr>
          <p:nvPr/>
        </p:nvSpPr>
        <p:spPr>
          <a:xfrm>
            <a:off x="15560716" y="425036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7" name="c/pca-KAUH-178">
            <a:extLst>
              <a:ext uri="{FF2B5EF4-FFF2-40B4-BE49-F238E27FC236}">
                <a16:creationId xmlns:a16="http://schemas.microsoft.com/office/drawing/2014/main" id="{ADB38762-4388-46FD-B3E9-986638B01694}"/>
              </a:ext>
            </a:extLst>
          </p:cNvPr>
          <p:cNvSpPr>
            <a:spLocks noGrp="1"/>
          </p:cNvSpPr>
          <p:nvPr/>
        </p:nvSpPr>
        <p:spPr>
          <a:xfrm>
            <a:off x="15385847" y="416634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8" name="c/pca-KAUH-179">
            <a:extLst>
              <a:ext uri="{FF2B5EF4-FFF2-40B4-BE49-F238E27FC236}">
                <a16:creationId xmlns:a16="http://schemas.microsoft.com/office/drawing/2014/main" id="{168E6A68-728D-4A0C-8578-26F5022EE4AA}"/>
              </a:ext>
            </a:extLst>
          </p:cNvPr>
          <p:cNvSpPr>
            <a:spLocks noGrp="1"/>
          </p:cNvSpPr>
          <p:nvPr/>
        </p:nvSpPr>
        <p:spPr>
          <a:xfrm>
            <a:off x="15626268" y="427420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69" name="c/pca-KAUH-180">
            <a:extLst>
              <a:ext uri="{FF2B5EF4-FFF2-40B4-BE49-F238E27FC236}">
                <a16:creationId xmlns:a16="http://schemas.microsoft.com/office/drawing/2014/main" id="{473CEBA8-4476-4F25-BF67-9607FDDC50AD}"/>
              </a:ext>
            </a:extLst>
          </p:cNvPr>
          <p:cNvSpPr>
            <a:spLocks noGrp="1"/>
          </p:cNvSpPr>
          <p:nvPr/>
        </p:nvSpPr>
        <p:spPr>
          <a:xfrm>
            <a:off x="15249810" y="421639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0" name="c/pca-KAUH-181">
            <a:extLst>
              <a:ext uri="{FF2B5EF4-FFF2-40B4-BE49-F238E27FC236}">
                <a16:creationId xmlns:a16="http://schemas.microsoft.com/office/drawing/2014/main" id="{B860758F-CD40-4A81-B9D7-9499464DFDF9}"/>
              </a:ext>
            </a:extLst>
          </p:cNvPr>
          <p:cNvSpPr>
            <a:spLocks noGrp="1"/>
          </p:cNvSpPr>
          <p:nvPr/>
        </p:nvSpPr>
        <p:spPr>
          <a:xfrm>
            <a:off x="15546995" y="4278895"/>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1" name="c/pca-KAUH-182">
            <a:extLst>
              <a:ext uri="{FF2B5EF4-FFF2-40B4-BE49-F238E27FC236}">
                <a16:creationId xmlns:a16="http://schemas.microsoft.com/office/drawing/2014/main" id="{56FA5477-57C3-4ACD-AA53-211626354FD2}"/>
              </a:ext>
            </a:extLst>
          </p:cNvPr>
          <p:cNvSpPr>
            <a:spLocks noGrp="1"/>
          </p:cNvSpPr>
          <p:nvPr/>
        </p:nvSpPr>
        <p:spPr>
          <a:xfrm>
            <a:off x="15240382" y="419384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2" name="c/pca-KAUH-183">
            <a:extLst>
              <a:ext uri="{FF2B5EF4-FFF2-40B4-BE49-F238E27FC236}">
                <a16:creationId xmlns:a16="http://schemas.microsoft.com/office/drawing/2014/main" id="{629E97EF-A828-4E5F-B88B-CA0B3BB4C367}"/>
              </a:ext>
            </a:extLst>
          </p:cNvPr>
          <p:cNvSpPr>
            <a:spLocks noGrp="1"/>
          </p:cNvSpPr>
          <p:nvPr/>
        </p:nvSpPr>
        <p:spPr>
          <a:xfrm>
            <a:off x="15526750" y="431461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3" name="c/pca-KAUH-184">
            <a:extLst>
              <a:ext uri="{FF2B5EF4-FFF2-40B4-BE49-F238E27FC236}">
                <a16:creationId xmlns:a16="http://schemas.microsoft.com/office/drawing/2014/main" id="{82DCE981-E490-447B-892D-C9279B8744C6}"/>
              </a:ext>
            </a:extLst>
          </p:cNvPr>
          <p:cNvSpPr>
            <a:spLocks noGrp="1"/>
          </p:cNvSpPr>
          <p:nvPr/>
        </p:nvSpPr>
        <p:spPr>
          <a:xfrm>
            <a:off x="15763792" y="427233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4" name="c/pca-KAUH-185">
            <a:extLst>
              <a:ext uri="{FF2B5EF4-FFF2-40B4-BE49-F238E27FC236}">
                <a16:creationId xmlns:a16="http://schemas.microsoft.com/office/drawing/2014/main" id="{33061837-927B-42C3-B252-93CB67D0BFB1}"/>
              </a:ext>
            </a:extLst>
          </p:cNvPr>
          <p:cNvSpPr>
            <a:spLocks noGrp="1"/>
          </p:cNvSpPr>
          <p:nvPr/>
        </p:nvSpPr>
        <p:spPr>
          <a:xfrm>
            <a:off x="15328126" y="421627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5" name="c/pca-KAUH-186">
            <a:extLst>
              <a:ext uri="{FF2B5EF4-FFF2-40B4-BE49-F238E27FC236}">
                <a16:creationId xmlns:a16="http://schemas.microsoft.com/office/drawing/2014/main" id="{65125477-D6AC-4F5E-A8A3-30A33C5C98B6}"/>
              </a:ext>
            </a:extLst>
          </p:cNvPr>
          <p:cNvSpPr>
            <a:spLocks noGrp="1"/>
          </p:cNvSpPr>
          <p:nvPr/>
        </p:nvSpPr>
        <p:spPr>
          <a:xfrm>
            <a:off x="15417051" y="426278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6" name="c/pca-KAUH-187">
            <a:extLst>
              <a:ext uri="{FF2B5EF4-FFF2-40B4-BE49-F238E27FC236}">
                <a16:creationId xmlns:a16="http://schemas.microsoft.com/office/drawing/2014/main" id="{08465DF1-85AC-4165-8849-62F24563E777}"/>
              </a:ext>
            </a:extLst>
          </p:cNvPr>
          <p:cNvSpPr>
            <a:spLocks noGrp="1"/>
          </p:cNvSpPr>
          <p:nvPr/>
        </p:nvSpPr>
        <p:spPr>
          <a:xfrm>
            <a:off x="15389412" y="422224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7" name="c/pca-KAUH-188">
            <a:extLst>
              <a:ext uri="{FF2B5EF4-FFF2-40B4-BE49-F238E27FC236}">
                <a16:creationId xmlns:a16="http://schemas.microsoft.com/office/drawing/2014/main" id="{6F6EC54C-75D4-425B-9384-DD9ED8579045}"/>
              </a:ext>
            </a:extLst>
          </p:cNvPr>
          <p:cNvSpPr>
            <a:spLocks noGrp="1"/>
          </p:cNvSpPr>
          <p:nvPr/>
        </p:nvSpPr>
        <p:spPr>
          <a:xfrm>
            <a:off x="15446965" y="428160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8" name="c/pca-KAUH-189">
            <a:extLst>
              <a:ext uri="{FF2B5EF4-FFF2-40B4-BE49-F238E27FC236}">
                <a16:creationId xmlns:a16="http://schemas.microsoft.com/office/drawing/2014/main" id="{D47DE309-A8B2-4CDD-A1DF-DFC2BEF4777A}"/>
              </a:ext>
            </a:extLst>
          </p:cNvPr>
          <p:cNvSpPr>
            <a:spLocks noGrp="1"/>
          </p:cNvSpPr>
          <p:nvPr/>
        </p:nvSpPr>
        <p:spPr>
          <a:xfrm>
            <a:off x="15805043" y="434895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79" name="c/pca-KAUH-190">
            <a:extLst>
              <a:ext uri="{FF2B5EF4-FFF2-40B4-BE49-F238E27FC236}">
                <a16:creationId xmlns:a16="http://schemas.microsoft.com/office/drawing/2014/main" id="{A2BCC7A5-F0E0-489C-8721-AF3FAA39CA48}"/>
              </a:ext>
            </a:extLst>
          </p:cNvPr>
          <p:cNvSpPr>
            <a:spLocks noGrp="1"/>
          </p:cNvSpPr>
          <p:nvPr/>
        </p:nvSpPr>
        <p:spPr>
          <a:xfrm>
            <a:off x="15370376" y="421462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0" name="c/pca-KAUH-191">
            <a:extLst>
              <a:ext uri="{FF2B5EF4-FFF2-40B4-BE49-F238E27FC236}">
                <a16:creationId xmlns:a16="http://schemas.microsoft.com/office/drawing/2014/main" id="{17C7F668-D69C-4530-9290-837895DC2A91}"/>
              </a:ext>
            </a:extLst>
          </p:cNvPr>
          <p:cNvSpPr>
            <a:spLocks noGrp="1"/>
          </p:cNvSpPr>
          <p:nvPr/>
        </p:nvSpPr>
        <p:spPr>
          <a:xfrm>
            <a:off x="15373119" y="419855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1" name="c/pca-KAUH-192">
            <a:extLst>
              <a:ext uri="{FF2B5EF4-FFF2-40B4-BE49-F238E27FC236}">
                <a16:creationId xmlns:a16="http://schemas.microsoft.com/office/drawing/2014/main" id="{E9722B0D-4915-4B11-9BC1-F59E4A050E3C}"/>
              </a:ext>
            </a:extLst>
          </p:cNvPr>
          <p:cNvSpPr>
            <a:spLocks noGrp="1"/>
          </p:cNvSpPr>
          <p:nvPr/>
        </p:nvSpPr>
        <p:spPr>
          <a:xfrm>
            <a:off x="15702411" y="431007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2" name="c/pca-KAUH-193">
            <a:extLst>
              <a:ext uri="{FF2B5EF4-FFF2-40B4-BE49-F238E27FC236}">
                <a16:creationId xmlns:a16="http://schemas.microsoft.com/office/drawing/2014/main" id="{36FAE49F-18FE-4E8C-A32F-B697FAAB1961}"/>
              </a:ext>
            </a:extLst>
          </p:cNvPr>
          <p:cNvSpPr>
            <a:spLocks noGrp="1"/>
          </p:cNvSpPr>
          <p:nvPr/>
        </p:nvSpPr>
        <p:spPr>
          <a:xfrm>
            <a:off x="15692130" y="432776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3" name="c/pca-KAUH-194">
            <a:extLst>
              <a:ext uri="{FF2B5EF4-FFF2-40B4-BE49-F238E27FC236}">
                <a16:creationId xmlns:a16="http://schemas.microsoft.com/office/drawing/2014/main" id="{922F30AA-7A25-455B-80A3-93EFC92C7801}"/>
              </a:ext>
            </a:extLst>
          </p:cNvPr>
          <p:cNvSpPr>
            <a:spLocks noGrp="1"/>
          </p:cNvSpPr>
          <p:nvPr/>
        </p:nvSpPr>
        <p:spPr>
          <a:xfrm>
            <a:off x="15664716" y="423934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4" name="c/pca-KAUH-195">
            <a:extLst>
              <a:ext uri="{FF2B5EF4-FFF2-40B4-BE49-F238E27FC236}">
                <a16:creationId xmlns:a16="http://schemas.microsoft.com/office/drawing/2014/main" id="{03BF2831-A63C-4BBB-A213-9A698DA789D4}"/>
              </a:ext>
            </a:extLst>
          </p:cNvPr>
          <p:cNvSpPr>
            <a:spLocks noGrp="1"/>
          </p:cNvSpPr>
          <p:nvPr/>
        </p:nvSpPr>
        <p:spPr>
          <a:xfrm>
            <a:off x="15480007" y="425377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5" name="c/pca-KAUH-196">
            <a:extLst>
              <a:ext uri="{FF2B5EF4-FFF2-40B4-BE49-F238E27FC236}">
                <a16:creationId xmlns:a16="http://schemas.microsoft.com/office/drawing/2014/main" id="{E45FA35E-A2F0-41A1-A51E-A28AAA97AA96}"/>
              </a:ext>
            </a:extLst>
          </p:cNvPr>
          <p:cNvSpPr>
            <a:spLocks noGrp="1"/>
          </p:cNvSpPr>
          <p:nvPr/>
        </p:nvSpPr>
        <p:spPr>
          <a:xfrm>
            <a:off x="15677750" y="4300605"/>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6" name="c/pca-KAUH-197">
            <a:extLst>
              <a:ext uri="{FF2B5EF4-FFF2-40B4-BE49-F238E27FC236}">
                <a16:creationId xmlns:a16="http://schemas.microsoft.com/office/drawing/2014/main" id="{EC2230F9-6008-408D-864E-2B2B6386E6DD}"/>
              </a:ext>
            </a:extLst>
          </p:cNvPr>
          <p:cNvSpPr>
            <a:spLocks noGrp="1"/>
          </p:cNvSpPr>
          <p:nvPr/>
        </p:nvSpPr>
        <p:spPr>
          <a:xfrm>
            <a:off x="15423030" y="424186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7" name="c/pca-KAUH-198">
            <a:extLst>
              <a:ext uri="{FF2B5EF4-FFF2-40B4-BE49-F238E27FC236}">
                <a16:creationId xmlns:a16="http://schemas.microsoft.com/office/drawing/2014/main" id="{93DFFB81-5403-4A48-9736-B47E63FAA4EA}"/>
              </a:ext>
            </a:extLst>
          </p:cNvPr>
          <p:cNvSpPr>
            <a:spLocks noGrp="1"/>
          </p:cNvSpPr>
          <p:nvPr/>
        </p:nvSpPr>
        <p:spPr>
          <a:xfrm>
            <a:off x="15437559" y="423888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8" name="c/pca-KAUH-199">
            <a:extLst>
              <a:ext uri="{FF2B5EF4-FFF2-40B4-BE49-F238E27FC236}">
                <a16:creationId xmlns:a16="http://schemas.microsoft.com/office/drawing/2014/main" id="{F2CF0A8D-799E-4F5E-B6AD-766F33F73573}"/>
              </a:ext>
            </a:extLst>
          </p:cNvPr>
          <p:cNvSpPr>
            <a:spLocks noGrp="1"/>
          </p:cNvSpPr>
          <p:nvPr/>
        </p:nvSpPr>
        <p:spPr>
          <a:xfrm>
            <a:off x="15282370" y="420067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89" name="c/pca-KAUH-200">
            <a:extLst>
              <a:ext uri="{FF2B5EF4-FFF2-40B4-BE49-F238E27FC236}">
                <a16:creationId xmlns:a16="http://schemas.microsoft.com/office/drawing/2014/main" id="{695034C3-226B-4188-9058-8CC912464EEA}"/>
              </a:ext>
            </a:extLst>
          </p:cNvPr>
          <p:cNvSpPr>
            <a:spLocks noGrp="1"/>
          </p:cNvSpPr>
          <p:nvPr/>
        </p:nvSpPr>
        <p:spPr>
          <a:xfrm>
            <a:off x="15265362" y="3839045"/>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0" name="c/pca-KAUH-201">
            <a:extLst>
              <a:ext uri="{FF2B5EF4-FFF2-40B4-BE49-F238E27FC236}">
                <a16:creationId xmlns:a16="http://schemas.microsoft.com/office/drawing/2014/main" id="{A2DEBE31-BEC0-48B2-9BCD-3AAA5D3A9F7F}"/>
              </a:ext>
            </a:extLst>
          </p:cNvPr>
          <p:cNvSpPr>
            <a:spLocks noGrp="1"/>
          </p:cNvSpPr>
          <p:nvPr/>
        </p:nvSpPr>
        <p:spPr>
          <a:xfrm>
            <a:off x="15220780" y="418812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1" name="c/pca-KAUH-202">
            <a:extLst>
              <a:ext uri="{FF2B5EF4-FFF2-40B4-BE49-F238E27FC236}">
                <a16:creationId xmlns:a16="http://schemas.microsoft.com/office/drawing/2014/main" id="{90B59E2F-CDAC-4A44-8F6F-7202459DF634}"/>
              </a:ext>
            </a:extLst>
          </p:cNvPr>
          <p:cNvSpPr>
            <a:spLocks noGrp="1"/>
          </p:cNvSpPr>
          <p:nvPr/>
        </p:nvSpPr>
        <p:spPr>
          <a:xfrm>
            <a:off x="15520190" y="427791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2" name="c/pca-KAUH-203">
            <a:extLst>
              <a:ext uri="{FF2B5EF4-FFF2-40B4-BE49-F238E27FC236}">
                <a16:creationId xmlns:a16="http://schemas.microsoft.com/office/drawing/2014/main" id="{E740ACF1-FC59-40C7-B49E-CA557341A2F2}"/>
              </a:ext>
            </a:extLst>
          </p:cNvPr>
          <p:cNvSpPr>
            <a:spLocks noGrp="1"/>
          </p:cNvSpPr>
          <p:nvPr/>
        </p:nvSpPr>
        <p:spPr>
          <a:xfrm>
            <a:off x="15571394" y="432206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3" name="c/pca-KAUH-204">
            <a:extLst>
              <a:ext uri="{FF2B5EF4-FFF2-40B4-BE49-F238E27FC236}">
                <a16:creationId xmlns:a16="http://schemas.microsoft.com/office/drawing/2014/main" id="{708F043C-9735-4461-93C1-8A75D554C3A2}"/>
              </a:ext>
            </a:extLst>
          </p:cNvPr>
          <p:cNvSpPr>
            <a:spLocks noGrp="1"/>
          </p:cNvSpPr>
          <p:nvPr/>
        </p:nvSpPr>
        <p:spPr>
          <a:xfrm>
            <a:off x="15552497" y="366331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4" name="c/pca-KAUH-205">
            <a:extLst>
              <a:ext uri="{FF2B5EF4-FFF2-40B4-BE49-F238E27FC236}">
                <a16:creationId xmlns:a16="http://schemas.microsoft.com/office/drawing/2014/main" id="{B98F6C8C-152B-4C0C-B73F-5C9BB3D1C015}"/>
              </a:ext>
            </a:extLst>
          </p:cNvPr>
          <p:cNvSpPr>
            <a:spLocks noGrp="1"/>
          </p:cNvSpPr>
          <p:nvPr/>
        </p:nvSpPr>
        <p:spPr>
          <a:xfrm>
            <a:off x="15852727" y="433525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5" name="c/pca-KAUH-206">
            <a:extLst>
              <a:ext uri="{FF2B5EF4-FFF2-40B4-BE49-F238E27FC236}">
                <a16:creationId xmlns:a16="http://schemas.microsoft.com/office/drawing/2014/main" id="{A54D4DF3-11E6-4E6C-9946-20E13C8A6A3E}"/>
              </a:ext>
            </a:extLst>
          </p:cNvPr>
          <p:cNvSpPr>
            <a:spLocks noGrp="1"/>
          </p:cNvSpPr>
          <p:nvPr/>
        </p:nvSpPr>
        <p:spPr>
          <a:xfrm>
            <a:off x="15549674" y="431729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6" name="c/pca-KAUH-207">
            <a:extLst>
              <a:ext uri="{FF2B5EF4-FFF2-40B4-BE49-F238E27FC236}">
                <a16:creationId xmlns:a16="http://schemas.microsoft.com/office/drawing/2014/main" id="{8FB6A7FB-D957-437C-8D82-0444094254C5}"/>
              </a:ext>
            </a:extLst>
          </p:cNvPr>
          <p:cNvSpPr>
            <a:spLocks noGrp="1"/>
          </p:cNvSpPr>
          <p:nvPr/>
        </p:nvSpPr>
        <p:spPr>
          <a:xfrm>
            <a:off x="15314991" y="422365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7" name="c/pca-KAUH-208">
            <a:extLst>
              <a:ext uri="{FF2B5EF4-FFF2-40B4-BE49-F238E27FC236}">
                <a16:creationId xmlns:a16="http://schemas.microsoft.com/office/drawing/2014/main" id="{958EC56D-8D41-4ADC-92C1-97525387BADB}"/>
              </a:ext>
            </a:extLst>
          </p:cNvPr>
          <p:cNvSpPr>
            <a:spLocks noGrp="1"/>
          </p:cNvSpPr>
          <p:nvPr/>
        </p:nvSpPr>
        <p:spPr>
          <a:xfrm>
            <a:off x="15370960" y="407912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8" name="c/pca-KAUH-209">
            <a:extLst>
              <a:ext uri="{FF2B5EF4-FFF2-40B4-BE49-F238E27FC236}">
                <a16:creationId xmlns:a16="http://schemas.microsoft.com/office/drawing/2014/main" id="{44983517-D139-4101-BA27-5B30D4404C85}"/>
              </a:ext>
            </a:extLst>
          </p:cNvPr>
          <p:cNvSpPr>
            <a:spLocks noGrp="1"/>
          </p:cNvSpPr>
          <p:nvPr/>
        </p:nvSpPr>
        <p:spPr>
          <a:xfrm>
            <a:off x="15475467" y="422693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199" name="c/pca-KAUH-210">
            <a:extLst>
              <a:ext uri="{FF2B5EF4-FFF2-40B4-BE49-F238E27FC236}">
                <a16:creationId xmlns:a16="http://schemas.microsoft.com/office/drawing/2014/main" id="{876AB2C0-3C59-4417-971F-29FF0FB7C0B2}"/>
              </a:ext>
            </a:extLst>
          </p:cNvPr>
          <p:cNvSpPr>
            <a:spLocks noGrp="1"/>
          </p:cNvSpPr>
          <p:nvPr/>
        </p:nvSpPr>
        <p:spPr>
          <a:xfrm>
            <a:off x="15454979" y="430808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0" name="c/pca-KAUH-211">
            <a:extLst>
              <a:ext uri="{FF2B5EF4-FFF2-40B4-BE49-F238E27FC236}">
                <a16:creationId xmlns:a16="http://schemas.microsoft.com/office/drawing/2014/main" id="{163D37AF-30A7-4992-9974-1CD088792CAB}"/>
              </a:ext>
            </a:extLst>
          </p:cNvPr>
          <p:cNvSpPr>
            <a:spLocks noGrp="1"/>
          </p:cNvSpPr>
          <p:nvPr/>
        </p:nvSpPr>
        <p:spPr>
          <a:xfrm>
            <a:off x="15629575" y="430690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1" name="c/pca-KAUH-212">
            <a:extLst>
              <a:ext uri="{FF2B5EF4-FFF2-40B4-BE49-F238E27FC236}">
                <a16:creationId xmlns:a16="http://schemas.microsoft.com/office/drawing/2014/main" id="{C7AE3208-AE07-4C6A-8EFB-1CCA075319BC}"/>
              </a:ext>
            </a:extLst>
          </p:cNvPr>
          <p:cNvSpPr>
            <a:spLocks noGrp="1"/>
          </p:cNvSpPr>
          <p:nvPr/>
        </p:nvSpPr>
        <p:spPr>
          <a:xfrm>
            <a:off x="15359067" y="424769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2" name="c/pca-KAUH-213">
            <a:extLst>
              <a:ext uri="{FF2B5EF4-FFF2-40B4-BE49-F238E27FC236}">
                <a16:creationId xmlns:a16="http://schemas.microsoft.com/office/drawing/2014/main" id="{D357CAC9-3880-4224-8818-2F484F53E593}"/>
              </a:ext>
            </a:extLst>
          </p:cNvPr>
          <p:cNvSpPr>
            <a:spLocks noGrp="1"/>
          </p:cNvSpPr>
          <p:nvPr/>
        </p:nvSpPr>
        <p:spPr>
          <a:xfrm>
            <a:off x="15095091" y="408363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3" name="c/pca-KAUH-214">
            <a:extLst>
              <a:ext uri="{FF2B5EF4-FFF2-40B4-BE49-F238E27FC236}">
                <a16:creationId xmlns:a16="http://schemas.microsoft.com/office/drawing/2014/main" id="{F4592DCF-0A61-4EB0-908C-77BA0499A2ED}"/>
              </a:ext>
            </a:extLst>
          </p:cNvPr>
          <p:cNvSpPr>
            <a:spLocks noGrp="1"/>
          </p:cNvSpPr>
          <p:nvPr/>
        </p:nvSpPr>
        <p:spPr>
          <a:xfrm>
            <a:off x="15765850" y="411304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4" name="c/pca-KAUH-215">
            <a:extLst>
              <a:ext uri="{FF2B5EF4-FFF2-40B4-BE49-F238E27FC236}">
                <a16:creationId xmlns:a16="http://schemas.microsoft.com/office/drawing/2014/main" id="{F307F0A6-6573-4013-8B67-9F26E13839C6}"/>
              </a:ext>
            </a:extLst>
          </p:cNvPr>
          <p:cNvSpPr>
            <a:spLocks noGrp="1"/>
          </p:cNvSpPr>
          <p:nvPr/>
        </p:nvSpPr>
        <p:spPr>
          <a:xfrm>
            <a:off x="15381772" y="418828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5" name="c/pca-KAUH-216">
            <a:extLst>
              <a:ext uri="{FF2B5EF4-FFF2-40B4-BE49-F238E27FC236}">
                <a16:creationId xmlns:a16="http://schemas.microsoft.com/office/drawing/2014/main" id="{A4DF5638-57DF-4830-B97F-A28397EC164A}"/>
              </a:ext>
            </a:extLst>
          </p:cNvPr>
          <p:cNvSpPr>
            <a:spLocks noGrp="1"/>
          </p:cNvSpPr>
          <p:nvPr/>
        </p:nvSpPr>
        <p:spPr>
          <a:xfrm>
            <a:off x="15419455" y="422730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6" name="c/pca-KAUH-217">
            <a:extLst>
              <a:ext uri="{FF2B5EF4-FFF2-40B4-BE49-F238E27FC236}">
                <a16:creationId xmlns:a16="http://schemas.microsoft.com/office/drawing/2014/main" id="{0CB51AD3-964D-4AB3-8A47-BF7B9BBE2128}"/>
              </a:ext>
            </a:extLst>
          </p:cNvPr>
          <p:cNvSpPr>
            <a:spLocks noGrp="1"/>
          </p:cNvSpPr>
          <p:nvPr/>
        </p:nvSpPr>
        <p:spPr>
          <a:xfrm>
            <a:off x="15660350" y="422244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7" name="c/pca-KAUH-218">
            <a:extLst>
              <a:ext uri="{FF2B5EF4-FFF2-40B4-BE49-F238E27FC236}">
                <a16:creationId xmlns:a16="http://schemas.microsoft.com/office/drawing/2014/main" id="{0C69BDC4-7FDA-4D5B-AD60-81310A6CA4A4}"/>
              </a:ext>
            </a:extLst>
          </p:cNvPr>
          <p:cNvSpPr>
            <a:spLocks noGrp="1"/>
          </p:cNvSpPr>
          <p:nvPr/>
        </p:nvSpPr>
        <p:spPr>
          <a:xfrm>
            <a:off x="15440806" y="424571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8" name="c/pca-KAUH-219">
            <a:extLst>
              <a:ext uri="{FF2B5EF4-FFF2-40B4-BE49-F238E27FC236}">
                <a16:creationId xmlns:a16="http://schemas.microsoft.com/office/drawing/2014/main" id="{CE61ADA9-3617-47BB-98B3-E85D21FD1F62}"/>
              </a:ext>
            </a:extLst>
          </p:cNvPr>
          <p:cNvSpPr>
            <a:spLocks noGrp="1"/>
          </p:cNvSpPr>
          <p:nvPr/>
        </p:nvSpPr>
        <p:spPr>
          <a:xfrm>
            <a:off x="15362231" y="426565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09" name="c/pca-KAUH-220">
            <a:extLst>
              <a:ext uri="{FF2B5EF4-FFF2-40B4-BE49-F238E27FC236}">
                <a16:creationId xmlns:a16="http://schemas.microsoft.com/office/drawing/2014/main" id="{D1FF3673-627C-46AD-B462-EDB2C64D27A0}"/>
              </a:ext>
            </a:extLst>
          </p:cNvPr>
          <p:cNvSpPr>
            <a:spLocks noGrp="1"/>
          </p:cNvSpPr>
          <p:nvPr/>
        </p:nvSpPr>
        <p:spPr>
          <a:xfrm>
            <a:off x="15511168" y="427381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0" name="c/pca-KAUH-221">
            <a:extLst>
              <a:ext uri="{FF2B5EF4-FFF2-40B4-BE49-F238E27FC236}">
                <a16:creationId xmlns:a16="http://schemas.microsoft.com/office/drawing/2014/main" id="{1D2A3A0F-5C28-4100-B036-E98D62A8F5B4}"/>
              </a:ext>
            </a:extLst>
          </p:cNvPr>
          <p:cNvSpPr>
            <a:spLocks noGrp="1"/>
          </p:cNvSpPr>
          <p:nvPr/>
        </p:nvSpPr>
        <p:spPr>
          <a:xfrm>
            <a:off x="15692200" y="435850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1" name="c/pca-KAUH-222">
            <a:extLst>
              <a:ext uri="{FF2B5EF4-FFF2-40B4-BE49-F238E27FC236}">
                <a16:creationId xmlns:a16="http://schemas.microsoft.com/office/drawing/2014/main" id="{16E4D2D0-5F82-4F49-A18E-A9F6329325EA}"/>
              </a:ext>
            </a:extLst>
          </p:cNvPr>
          <p:cNvSpPr>
            <a:spLocks noGrp="1"/>
          </p:cNvSpPr>
          <p:nvPr/>
        </p:nvSpPr>
        <p:spPr>
          <a:xfrm>
            <a:off x="15503679" y="426333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2" name="c/pca-KAUH-223">
            <a:extLst>
              <a:ext uri="{FF2B5EF4-FFF2-40B4-BE49-F238E27FC236}">
                <a16:creationId xmlns:a16="http://schemas.microsoft.com/office/drawing/2014/main" id="{CB4A9314-2EAA-47E3-8E31-28D468832F95}"/>
              </a:ext>
            </a:extLst>
          </p:cNvPr>
          <p:cNvSpPr>
            <a:spLocks noGrp="1"/>
          </p:cNvSpPr>
          <p:nvPr/>
        </p:nvSpPr>
        <p:spPr>
          <a:xfrm>
            <a:off x="15639423" y="4279855"/>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3" name="c/pca-KAUH-224">
            <a:extLst>
              <a:ext uri="{FF2B5EF4-FFF2-40B4-BE49-F238E27FC236}">
                <a16:creationId xmlns:a16="http://schemas.microsoft.com/office/drawing/2014/main" id="{F40937D7-D3CA-494D-B6EB-7158215D0271}"/>
              </a:ext>
            </a:extLst>
          </p:cNvPr>
          <p:cNvSpPr>
            <a:spLocks noGrp="1"/>
          </p:cNvSpPr>
          <p:nvPr/>
        </p:nvSpPr>
        <p:spPr>
          <a:xfrm>
            <a:off x="15310319" y="418972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4" name="c/pca-KAUH-225">
            <a:extLst>
              <a:ext uri="{FF2B5EF4-FFF2-40B4-BE49-F238E27FC236}">
                <a16:creationId xmlns:a16="http://schemas.microsoft.com/office/drawing/2014/main" id="{42AA5239-3D86-43F2-A31E-9F3A0C14328B}"/>
              </a:ext>
            </a:extLst>
          </p:cNvPr>
          <p:cNvSpPr>
            <a:spLocks noGrp="1"/>
          </p:cNvSpPr>
          <p:nvPr/>
        </p:nvSpPr>
        <p:spPr>
          <a:xfrm>
            <a:off x="15405441" y="426552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5" name="c/pca-KAUH-226">
            <a:extLst>
              <a:ext uri="{FF2B5EF4-FFF2-40B4-BE49-F238E27FC236}">
                <a16:creationId xmlns:a16="http://schemas.microsoft.com/office/drawing/2014/main" id="{FD7C4ADE-FD47-404E-B4C9-18951395D4B6}"/>
              </a:ext>
            </a:extLst>
          </p:cNvPr>
          <p:cNvSpPr>
            <a:spLocks noGrp="1"/>
          </p:cNvSpPr>
          <p:nvPr/>
        </p:nvSpPr>
        <p:spPr>
          <a:xfrm>
            <a:off x="15483007" y="430087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6" name="c/pca-KAUH-227">
            <a:extLst>
              <a:ext uri="{FF2B5EF4-FFF2-40B4-BE49-F238E27FC236}">
                <a16:creationId xmlns:a16="http://schemas.microsoft.com/office/drawing/2014/main" id="{B386DD0A-9186-4361-B917-66D3A4D35E83}"/>
              </a:ext>
            </a:extLst>
          </p:cNvPr>
          <p:cNvSpPr>
            <a:spLocks noGrp="1"/>
          </p:cNvSpPr>
          <p:nvPr/>
        </p:nvSpPr>
        <p:spPr>
          <a:xfrm>
            <a:off x="15482519" y="427943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7" name="c/pca-KAUH-228">
            <a:extLst>
              <a:ext uri="{FF2B5EF4-FFF2-40B4-BE49-F238E27FC236}">
                <a16:creationId xmlns:a16="http://schemas.microsoft.com/office/drawing/2014/main" id="{32881488-EB06-4C76-BDC1-6E72C38E135A}"/>
              </a:ext>
            </a:extLst>
          </p:cNvPr>
          <p:cNvSpPr>
            <a:spLocks noGrp="1"/>
          </p:cNvSpPr>
          <p:nvPr/>
        </p:nvSpPr>
        <p:spPr>
          <a:xfrm>
            <a:off x="15330959" y="422280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8" name="c/pca-KAUH-229">
            <a:extLst>
              <a:ext uri="{FF2B5EF4-FFF2-40B4-BE49-F238E27FC236}">
                <a16:creationId xmlns:a16="http://schemas.microsoft.com/office/drawing/2014/main" id="{8227162D-7E97-4CD9-BDBD-BFFECF50F156}"/>
              </a:ext>
            </a:extLst>
          </p:cNvPr>
          <p:cNvSpPr>
            <a:spLocks noGrp="1"/>
          </p:cNvSpPr>
          <p:nvPr/>
        </p:nvSpPr>
        <p:spPr>
          <a:xfrm>
            <a:off x="15271144" y="420829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19" name="c/pca-KAUH-230">
            <a:extLst>
              <a:ext uri="{FF2B5EF4-FFF2-40B4-BE49-F238E27FC236}">
                <a16:creationId xmlns:a16="http://schemas.microsoft.com/office/drawing/2014/main" id="{B0A680C7-F675-40F7-B80C-1BCBFBFA9C64}"/>
              </a:ext>
            </a:extLst>
          </p:cNvPr>
          <p:cNvSpPr>
            <a:spLocks noGrp="1"/>
          </p:cNvSpPr>
          <p:nvPr/>
        </p:nvSpPr>
        <p:spPr>
          <a:xfrm>
            <a:off x="15240412" y="419908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0" name="c/pca-KAUH-231">
            <a:extLst>
              <a:ext uri="{FF2B5EF4-FFF2-40B4-BE49-F238E27FC236}">
                <a16:creationId xmlns:a16="http://schemas.microsoft.com/office/drawing/2014/main" id="{8D64DC18-5AF2-42F1-B4A5-6AE3C25838E8}"/>
              </a:ext>
            </a:extLst>
          </p:cNvPr>
          <p:cNvSpPr>
            <a:spLocks noGrp="1"/>
          </p:cNvSpPr>
          <p:nvPr/>
        </p:nvSpPr>
        <p:spPr>
          <a:xfrm>
            <a:off x="15695339" y="423688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1" name="c/pca-KAUH-232">
            <a:extLst>
              <a:ext uri="{FF2B5EF4-FFF2-40B4-BE49-F238E27FC236}">
                <a16:creationId xmlns:a16="http://schemas.microsoft.com/office/drawing/2014/main" id="{9FD84775-8984-49DE-A675-C00701716596}"/>
              </a:ext>
            </a:extLst>
          </p:cNvPr>
          <p:cNvSpPr>
            <a:spLocks noGrp="1"/>
          </p:cNvSpPr>
          <p:nvPr/>
        </p:nvSpPr>
        <p:spPr>
          <a:xfrm>
            <a:off x="15493129" y="430185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2" name="c/pca-KAUH-233">
            <a:extLst>
              <a:ext uri="{FF2B5EF4-FFF2-40B4-BE49-F238E27FC236}">
                <a16:creationId xmlns:a16="http://schemas.microsoft.com/office/drawing/2014/main" id="{8D2857F6-DD34-4487-B89A-11C850023807}"/>
              </a:ext>
            </a:extLst>
          </p:cNvPr>
          <p:cNvSpPr>
            <a:spLocks noGrp="1"/>
          </p:cNvSpPr>
          <p:nvPr/>
        </p:nvSpPr>
        <p:spPr>
          <a:xfrm>
            <a:off x="15250734" y="422560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3" name="c/pca-KAUH-234">
            <a:extLst>
              <a:ext uri="{FF2B5EF4-FFF2-40B4-BE49-F238E27FC236}">
                <a16:creationId xmlns:a16="http://schemas.microsoft.com/office/drawing/2014/main" id="{5FAAC994-F607-4075-AAE7-39FF09E85338}"/>
              </a:ext>
            </a:extLst>
          </p:cNvPr>
          <p:cNvSpPr>
            <a:spLocks noGrp="1"/>
          </p:cNvSpPr>
          <p:nvPr/>
        </p:nvSpPr>
        <p:spPr>
          <a:xfrm>
            <a:off x="15851742" y="434816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4" name="c/pca-KAUH-235">
            <a:extLst>
              <a:ext uri="{FF2B5EF4-FFF2-40B4-BE49-F238E27FC236}">
                <a16:creationId xmlns:a16="http://schemas.microsoft.com/office/drawing/2014/main" id="{D574B005-9F90-49B0-A5C8-10A58236232E}"/>
              </a:ext>
            </a:extLst>
          </p:cNvPr>
          <p:cNvSpPr>
            <a:spLocks noGrp="1"/>
          </p:cNvSpPr>
          <p:nvPr/>
        </p:nvSpPr>
        <p:spPr>
          <a:xfrm>
            <a:off x="15549303" y="429687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5" name="c/pca-KAUH-236">
            <a:extLst>
              <a:ext uri="{FF2B5EF4-FFF2-40B4-BE49-F238E27FC236}">
                <a16:creationId xmlns:a16="http://schemas.microsoft.com/office/drawing/2014/main" id="{E10D7D82-5FBF-4865-9693-66A8D693E27A}"/>
              </a:ext>
            </a:extLst>
          </p:cNvPr>
          <p:cNvSpPr>
            <a:spLocks noGrp="1"/>
          </p:cNvSpPr>
          <p:nvPr/>
        </p:nvSpPr>
        <p:spPr>
          <a:xfrm>
            <a:off x="15326770" y="419489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6" name="c/pca-KAUH-237">
            <a:extLst>
              <a:ext uri="{FF2B5EF4-FFF2-40B4-BE49-F238E27FC236}">
                <a16:creationId xmlns:a16="http://schemas.microsoft.com/office/drawing/2014/main" id="{AD1BBA6D-1ECE-4A4A-A77F-20BD4E61DD80}"/>
              </a:ext>
            </a:extLst>
          </p:cNvPr>
          <p:cNvSpPr>
            <a:spLocks noGrp="1"/>
          </p:cNvSpPr>
          <p:nvPr/>
        </p:nvSpPr>
        <p:spPr>
          <a:xfrm>
            <a:off x="15287635" y="422975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7" name="c/pca-KAUH-238">
            <a:extLst>
              <a:ext uri="{FF2B5EF4-FFF2-40B4-BE49-F238E27FC236}">
                <a16:creationId xmlns:a16="http://schemas.microsoft.com/office/drawing/2014/main" id="{7F2591B8-7354-41F1-8F48-FFF087DE6856}"/>
              </a:ext>
            </a:extLst>
          </p:cNvPr>
          <p:cNvSpPr>
            <a:spLocks noGrp="1"/>
          </p:cNvSpPr>
          <p:nvPr/>
        </p:nvSpPr>
        <p:spPr>
          <a:xfrm>
            <a:off x="15258249" y="405410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8" name="c/pca-KAUH-239">
            <a:extLst>
              <a:ext uri="{FF2B5EF4-FFF2-40B4-BE49-F238E27FC236}">
                <a16:creationId xmlns:a16="http://schemas.microsoft.com/office/drawing/2014/main" id="{07AD83B5-199C-4DD9-BD16-F503A1710906}"/>
              </a:ext>
            </a:extLst>
          </p:cNvPr>
          <p:cNvSpPr>
            <a:spLocks noGrp="1"/>
          </p:cNvSpPr>
          <p:nvPr/>
        </p:nvSpPr>
        <p:spPr>
          <a:xfrm>
            <a:off x="15618372" y="431843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29" name="c/pca-KAUH-240">
            <a:extLst>
              <a:ext uri="{FF2B5EF4-FFF2-40B4-BE49-F238E27FC236}">
                <a16:creationId xmlns:a16="http://schemas.microsoft.com/office/drawing/2014/main" id="{17353543-457C-46EB-9FAB-843DAC559BE0}"/>
              </a:ext>
            </a:extLst>
          </p:cNvPr>
          <p:cNvSpPr>
            <a:spLocks noGrp="1"/>
          </p:cNvSpPr>
          <p:nvPr/>
        </p:nvSpPr>
        <p:spPr>
          <a:xfrm>
            <a:off x="15549934" y="431368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0" name="c/pca-KAUH-241">
            <a:extLst>
              <a:ext uri="{FF2B5EF4-FFF2-40B4-BE49-F238E27FC236}">
                <a16:creationId xmlns:a16="http://schemas.microsoft.com/office/drawing/2014/main" id="{71A7BDFF-D7A1-4101-AC4E-F17AF74EFDD0}"/>
              </a:ext>
            </a:extLst>
          </p:cNvPr>
          <p:cNvSpPr>
            <a:spLocks noGrp="1"/>
          </p:cNvSpPr>
          <p:nvPr/>
        </p:nvSpPr>
        <p:spPr>
          <a:xfrm>
            <a:off x="15123434" y="413411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1" name="c/pca-KAUH-242">
            <a:extLst>
              <a:ext uri="{FF2B5EF4-FFF2-40B4-BE49-F238E27FC236}">
                <a16:creationId xmlns:a16="http://schemas.microsoft.com/office/drawing/2014/main" id="{B0B3FA68-9F9C-48A3-BB67-8040CE154AD5}"/>
              </a:ext>
            </a:extLst>
          </p:cNvPr>
          <p:cNvSpPr>
            <a:spLocks noGrp="1"/>
          </p:cNvSpPr>
          <p:nvPr/>
        </p:nvSpPr>
        <p:spPr>
          <a:xfrm>
            <a:off x="15528383" y="429040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2" name="c/pca-KAUH-243">
            <a:extLst>
              <a:ext uri="{FF2B5EF4-FFF2-40B4-BE49-F238E27FC236}">
                <a16:creationId xmlns:a16="http://schemas.microsoft.com/office/drawing/2014/main" id="{6FC5AD41-F9DC-4991-A0C9-A95E2CED49AF}"/>
              </a:ext>
            </a:extLst>
          </p:cNvPr>
          <p:cNvSpPr>
            <a:spLocks noGrp="1"/>
          </p:cNvSpPr>
          <p:nvPr/>
        </p:nvSpPr>
        <p:spPr>
          <a:xfrm>
            <a:off x="15695124" y="430828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3" name="c/pca-KAUH-244">
            <a:extLst>
              <a:ext uri="{FF2B5EF4-FFF2-40B4-BE49-F238E27FC236}">
                <a16:creationId xmlns:a16="http://schemas.microsoft.com/office/drawing/2014/main" id="{16DE66DD-D6B9-47AB-BEF7-14BFDBD17716}"/>
              </a:ext>
            </a:extLst>
          </p:cNvPr>
          <p:cNvSpPr>
            <a:spLocks noGrp="1"/>
          </p:cNvSpPr>
          <p:nvPr/>
        </p:nvSpPr>
        <p:spPr>
          <a:xfrm>
            <a:off x="15251747" y="407985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4" name="c/pca-KAUH-245">
            <a:extLst>
              <a:ext uri="{FF2B5EF4-FFF2-40B4-BE49-F238E27FC236}">
                <a16:creationId xmlns:a16="http://schemas.microsoft.com/office/drawing/2014/main" id="{4E7467AA-0A2A-4BAE-8220-088B77DDDD01}"/>
              </a:ext>
            </a:extLst>
          </p:cNvPr>
          <p:cNvSpPr>
            <a:spLocks noGrp="1"/>
          </p:cNvSpPr>
          <p:nvPr/>
        </p:nvSpPr>
        <p:spPr>
          <a:xfrm>
            <a:off x="15442347" y="430350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5" name="c/pca-KAUH-246">
            <a:extLst>
              <a:ext uri="{FF2B5EF4-FFF2-40B4-BE49-F238E27FC236}">
                <a16:creationId xmlns:a16="http://schemas.microsoft.com/office/drawing/2014/main" id="{C0240721-70E3-4259-934E-30813EFC0D2F}"/>
              </a:ext>
            </a:extLst>
          </p:cNvPr>
          <p:cNvSpPr>
            <a:spLocks noGrp="1"/>
          </p:cNvSpPr>
          <p:nvPr/>
        </p:nvSpPr>
        <p:spPr>
          <a:xfrm>
            <a:off x="15340385" y="426100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6" name="c/pca-KAUH-247">
            <a:extLst>
              <a:ext uri="{FF2B5EF4-FFF2-40B4-BE49-F238E27FC236}">
                <a16:creationId xmlns:a16="http://schemas.microsoft.com/office/drawing/2014/main" id="{BDBDA6BC-87D9-4B86-A2A8-DAD51A81DE26}"/>
              </a:ext>
            </a:extLst>
          </p:cNvPr>
          <p:cNvSpPr>
            <a:spLocks noGrp="1"/>
          </p:cNvSpPr>
          <p:nvPr/>
        </p:nvSpPr>
        <p:spPr>
          <a:xfrm>
            <a:off x="15620452" y="430386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7" name="c/pca-KAUH-248">
            <a:extLst>
              <a:ext uri="{FF2B5EF4-FFF2-40B4-BE49-F238E27FC236}">
                <a16:creationId xmlns:a16="http://schemas.microsoft.com/office/drawing/2014/main" id="{C030B8CB-3AC2-4F8D-BADE-09F93B3B4DCB}"/>
              </a:ext>
            </a:extLst>
          </p:cNvPr>
          <p:cNvSpPr>
            <a:spLocks noGrp="1"/>
          </p:cNvSpPr>
          <p:nvPr/>
        </p:nvSpPr>
        <p:spPr>
          <a:xfrm>
            <a:off x="15615938" y="433549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8" name="c/pca-KAUH-249">
            <a:extLst>
              <a:ext uri="{FF2B5EF4-FFF2-40B4-BE49-F238E27FC236}">
                <a16:creationId xmlns:a16="http://schemas.microsoft.com/office/drawing/2014/main" id="{127A7633-D3E2-4218-8D1F-D9E18866AD88}"/>
              </a:ext>
            </a:extLst>
          </p:cNvPr>
          <p:cNvSpPr>
            <a:spLocks noGrp="1"/>
          </p:cNvSpPr>
          <p:nvPr/>
        </p:nvSpPr>
        <p:spPr>
          <a:xfrm>
            <a:off x="15134951" y="411229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39" name="c/pca-KAUH-250">
            <a:extLst>
              <a:ext uri="{FF2B5EF4-FFF2-40B4-BE49-F238E27FC236}">
                <a16:creationId xmlns:a16="http://schemas.microsoft.com/office/drawing/2014/main" id="{94325883-A74F-4D20-B1D7-C6EA9F5BDCEE}"/>
              </a:ext>
            </a:extLst>
          </p:cNvPr>
          <p:cNvSpPr>
            <a:spLocks noGrp="1"/>
          </p:cNvSpPr>
          <p:nvPr/>
        </p:nvSpPr>
        <p:spPr>
          <a:xfrm>
            <a:off x="15265511" y="421068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0" name="c/pca-KAUH-251">
            <a:extLst>
              <a:ext uri="{FF2B5EF4-FFF2-40B4-BE49-F238E27FC236}">
                <a16:creationId xmlns:a16="http://schemas.microsoft.com/office/drawing/2014/main" id="{A754F0FA-15A6-42AF-A4A4-6D48EEC918BB}"/>
              </a:ext>
            </a:extLst>
          </p:cNvPr>
          <p:cNvSpPr>
            <a:spLocks noGrp="1"/>
          </p:cNvSpPr>
          <p:nvPr/>
        </p:nvSpPr>
        <p:spPr>
          <a:xfrm>
            <a:off x="15593637" y="4288965"/>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1" name="c/pca-KAUH-252">
            <a:extLst>
              <a:ext uri="{FF2B5EF4-FFF2-40B4-BE49-F238E27FC236}">
                <a16:creationId xmlns:a16="http://schemas.microsoft.com/office/drawing/2014/main" id="{65C6543E-387B-4524-85DE-43E64E48A351}"/>
              </a:ext>
            </a:extLst>
          </p:cNvPr>
          <p:cNvSpPr>
            <a:spLocks noGrp="1"/>
          </p:cNvSpPr>
          <p:nvPr/>
        </p:nvSpPr>
        <p:spPr>
          <a:xfrm>
            <a:off x="15617306" y="409849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2" name="c/pca-KAUH-253">
            <a:extLst>
              <a:ext uri="{FF2B5EF4-FFF2-40B4-BE49-F238E27FC236}">
                <a16:creationId xmlns:a16="http://schemas.microsoft.com/office/drawing/2014/main" id="{D7B7EB62-AB1F-4E62-B73D-EAD333C9BD5F}"/>
              </a:ext>
            </a:extLst>
          </p:cNvPr>
          <p:cNvSpPr>
            <a:spLocks noGrp="1"/>
          </p:cNvSpPr>
          <p:nvPr/>
        </p:nvSpPr>
        <p:spPr>
          <a:xfrm>
            <a:off x="15380007" y="422462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3" name="c/pca-KAUH-254">
            <a:extLst>
              <a:ext uri="{FF2B5EF4-FFF2-40B4-BE49-F238E27FC236}">
                <a16:creationId xmlns:a16="http://schemas.microsoft.com/office/drawing/2014/main" id="{E7DCAE47-2C9B-455D-8B2D-40B2EBD91793}"/>
              </a:ext>
            </a:extLst>
          </p:cNvPr>
          <p:cNvSpPr>
            <a:spLocks noGrp="1"/>
          </p:cNvSpPr>
          <p:nvPr/>
        </p:nvSpPr>
        <p:spPr>
          <a:xfrm>
            <a:off x="15511746" y="422224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4" name="c/pca-KAUH-255">
            <a:extLst>
              <a:ext uri="{FF2B5EF4-FFF2-40B4-BE49-F238E27FC236}">
                <a16:creationId xmlns:a16="http://schemas.microsoft.com/office/drawing/2014/main" id="{A4FBFE1B-8D4B-4556-ABCF-19BAC8E02A5A}"/>
              </a:ext>
            </a:extLst>
          </p:cNvPr>
          <p:cNvSpPr>
            <a:spLocks noGrp="1"/>
          </p:cNvSpPr>
          <p:nvPr/>
        </p:nvSpPr>
        <p:spPr>
          <a:xfrm>
            <a:off x="15448747" y="424817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5" name="c/pca-KAUH-256">
            <a:extLst>
              <a:ext uri="{FF2B5EF4-FFF2-40B4-BE49-F238E27FC236}">
                <a16:creationId xmlns:a16="http://schemas.microsoft.com/office/drawing/2014/main" id="{A922BB9F-D9CC-429A-A386-A4546507A6BA}"/>
              </a:ext>
            </a:extLst>
          </p:cNvPr>
          <p:cNvSpPr>
            <a:spLocks noGrp="1"/>
          </p:cNvSpPr>
          <p:nvPr/>
        </p:nvSpPr>
        <p:spPr>
          <a:xfrm>
            <a:off x="15628717" y="426710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6" name="c/pca-KAUH-257">
            <a:extLst>
              <a:ext uri="{FF2B5EF4-FFF2-40B4-BE49-F238E27FC236}">
                <a16:creationId xmlns:a16="http://schemas.microsoft.com/office/drawing/2014/main" id="{3FD45440-6071-40F9-9DCE-BA74C16EE6A8}"/>
              </a:ext>
            </a:extLst>
          </p:cNvPr>
          <p:cNvSpPr>
            <a:spLocks noGrp="1"/>
          </p:cNvSpPr>
          <p:nvPr/>
        </p:nvSpPr>
        <p:spPr>
          <a:xfrm>
            <a:off x="15389087" y="419743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7" name="c/pca-KAUH-258">
            <a:extLst>
              <a:ext uri="{FF2B5EF4-FFF2-40B4-BE49-F238E27FC236}">
                <a16:creationId xmlns:a16="http://schemas.microsoft.com/office/drawing/2014/main" id="{A2FE06D5-15CA-47AF-84BC-89D7D18DBA17}"/>
              </a:ext>
            </a:extLst>
          </p:cNvPr>
          <p:cNvSpPr>
            <a:spLocks noGrp="1"/>
          </p:cNvSpPr>
          <p:nvPr/>
        </p:nvSpPr>
        <p:spPr>
          <a:xfrm>
            <a:off x="15746238" y="434836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8" name="c/pca-KAUH-259">
            <a:extLst>
              <a:ext uri="{FF2B5EF4-FFF2-40B4-BE49-F238E27FC236}">
                <a16:creationId xmlns:a16="http://schemas.microsoft.com/office/drawing/2014/main" id="{AC64665C-2080-4268-8677-8FD3F0F9A4D0}"/>
              </a:ext>
            </a:extLst>
          </p:cNvPr>
          <p:cNvSpPr>
            <a:spLocks noGrp="1"/>
          </p:cNvSpPr>
          <p:nvPr/>
        </p:nvSpPr>
        <p:spPr>
          <a:xfrm>
            <a:off x="15483693" y="424767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49" name="c/pca-KAUH-260">
            <a:extLst>
              <a:ext uri="{FF2B5EF4-FFF2-40B4-BE49-F238E27FC236}">
                <a16:creationId xmlns:a16="http://schemas.microsoft.com/office/drawing/2014/main" id="{21B15322-1362-46E1-877E-C13BD17F633E}"/>
              </a:ext>
            </a:extLst>
          </p:cNvPr>
          <p:cNvSpPr>
            <a:spLocks noGrp="1"/>
          </p:cNvSpPr>
          <p:nvPr/>
        </p:nvSpPr>
        <p:spPr>
          <a:xfrm>
            <a:off x="15545745" y="4247583"/>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0" name="c/pca-KAUH-261">
            <a:extLst>
              <a:ext uri="{FF2B5EF4-FFF2-40B4-BE49-F238E27FC236}">
                <a16:creationId xmlns:a16="http://schemas.microsoft.com/office/drawing/2014/main" id="{F9F09C13-19BF-4C83-9A48-EC3327E05B87}"/>
              </a:ext>
            </a:extLst>
          </p:cNvPr>
          <p:cNvSpPr>
            <a:spLocks noGrp="1"/>
          </p:cNvSpPr>
          <p:nvPr/>
        </p:nvSpPr>
        <p:spPr>
          <a:xfrm>
            <a:off x="15791456" y="433603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1" name="c/pca-KAUH-262">
            <a:extLst>
              <a:ext uri="{FF2B5EF4-FFF2-40B4-BE49-F238E27FC236}">
                <a16:creationId xmlns:a16="http://schemas.microsoft.com/office/drawing/2014/main" id="{0F76F791-E713-4260-8AAF-9CB81560F634}"/>
              </a:ext>
            </a:extLst>
          </p:cNvPr>
          <p:cNvSpPr>
            <a:spLocks noGrp="1"/>
          </p:cNvSpPr>
          <p:nvPr/>
        </p:nvSpPr>
        <p:spPr>
          <a:xfrm>
            <a:off x="15312024" y="417565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2" name="c/pca-KAUH-263">
            <a:extLst>
              <a:ext uri="{FF2B5EF4-FFF2-40B4-BE49-F238E27FC236}">
                <a16:creationId xmlns:a16="http://schemas.microsoft.com/office/drawing/2014/main" id="{5610DBDF-6ED0-4185-9359-0BF3D19AF44B}"/>
              </a:ext>
            </a:extLst>
          </p:cNvPr>
          <p:cNvSpPr>
            <a:spLocks noGrp="1"/>
          </p:cNvSpPr>
          <p:nvPr/>
        </p:nvSpPr>
        <p:spPr>
          <a:xfrm>
            <a:off x="15712766" y="415283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3" name="c/pca-KAUH-264">
            <a:extLst>
              <a:ext uri="{FF2B5EF4-FFF2-40B4-BE49-F238E27FC236}">
                <a16:creationId xmlns:a16="http://schemas.microsoft.com/office/drawing/2014/main" id="{2CA1A6FD-BED3-4D7B-A8A8-5CD815C92FD2}"/>
              </a:ext>
            </a:extLst>
          </p:cNvPr>
          <p:cNvSpPr>
            <a:spLocks noGrp="1"/>
          </p:cNvSpPr>
          <p:nvPr/>
        </p:nvSpPr>
        <p:spPr>
          <a:xfrm>
            <a:off x="15673965" y="435704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4" name="c/pca-KAUH-265">
            <a:extLst>
              <a:ext uri="{FF2B5EF4-FFF2-40B4-BE49-F238E27FC236}">
                <a16:creationId xmlns:a16="http://schemas.microsoft.com/office/drawing/2014/main" id="{2428EB7A-8841-4252-A1F8-E621F800F935}"/>
              </a:ext>
            </a:extLst>
          </p:cNvPr>
          <p:cNvSpPr>
            <a:spLocks noGrp="1"/>
          </p:cNvSpPr>
          <p:nvPr/>
        </p:nvSpPr>
        <p:spPr>
          <a:xfrm>
            <a:off x="15566228" y="434187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5" name="c/pca-KAUH-266">
            <a:extLst>
              <a:ext uri="{FF2B5EF4-FFF2-40B4-BE49-F238E27FC236}">
                <a16:creationId xmlns:a16="http://schemas.microsoft.com/office/drawing/2014/main" id="{59F55054-4FE6-4990-B5C9-86017374CB1A}"/>
              </a:ext>
            </a:extLst>
          </p:cNvPr>
          <p:cNvSpPr>
            <a:spLocks noGrp="1"/>
          </p:cNvSpPr>
          <p:nvPr/>
        </p:nvSpPr>
        <p:spPr>
          <a:xfrm>
            <a:off x="14954820" y="402984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6" name="c/pca-KAUH-267">
            <a:extLst>
              <a:ext uri="{FF2B5EF4-FFF2-40B4-BE49-F238E27FC236}">
                <a16:creationId xmlns:a16="http://schemas.microsoft.com/office/drawing/2014/main" id="{BDECB4D5-9F4A-4ACF-81C5-D637B4317E07}"/>
              </a:ext>
            </a:extLst>
          </p:cNvPr>
          <p:cNvSpPr>
            <a:spLocks noGrp="1"/>
          </p:cNvSpPr>
          <p:nvPr/>
        </p:nvSpPr>
        <p:spPr>
          <a:xfrm>
            <a:off x="15568069" y="425338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7" name="c/pca-KAUH-268">
            <a:extLst>
              <a:ext uri="{FF2B5EF4-FFF2-40B4-BE49-F238E27FC236}">
                <a16:creationId xmlns:a16="http://schemas.microsoft.com/office/drawing/2014/main" id="{63024717-4928-45DE-ADFD-A7B9C7245E5A}"/>
              </a:ext>
            </a:extLst>
          </p:cNvPr>
          <p:cNvSpPr>
            <a:spLocks noGrp="1"/>
          </p:cNvSpPr>
          <p:nvPr/>
        </p:nvSpPr>
        <p:spPr>
          <a:xfrm>
            <a:off x="15578729" y="4270446"/>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8" name="c/pca-KAUH-269">
            <a:extLst>
              <a:ext uri="{FF2B5EF4-FFF2-40B4-BE49-F238E27FC236}">
                <a16:creationId xmlns:a16="http://schemas.microsoft.com/office/drawing/2014/main" id="{E2DFCE61-DC95-4D37-8B52-40593EEA33A0}"/>
              </a:ext>
            </a:extLst>
          </p:cNvPr>
          <p:cNvSpPr>
            <a:spLocks noGrp="1"/>
          </p:cNvSpPr>
          <p:nvPr/>
        </p:nvSpPr>
        <p:spPr>
          <a:xfrm>
            <a:off x="15283075" y="4189909"/>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59" name="c/pca-KAUH-270">
            <a:extLst>
              <a:ext uri="{FF2B5EF4-FFF2-40B4-BE49-F238E27FC236}">
                <a16:creationId xmlns:a16="http://schemas.microsoft.com/office/drawing/2014/main" id="{DA44E782-75D2-4BED-B8C4-DC4454B90AE5}"/>
              </a:ext>
            </a:extLst>
          </p:cNvPr>
          <p:cNvSpPr>
            <a:spLocks noGrp="1"/>
          </p:cNvSpPr>
          <p:nvPr/>
        </p:nvSpPr>
        <p:spPr>
          <a:xfrm>
            <a:off x="15642044" y="4319775"/>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60" name="c/pca-KAUH-271">
            <a:extLst>
              <a:ext uri="{FF2B5EF4-FFF2-40B4-BE49-F238E27FC236}">
                <a16:creationId xmlns:a16="http://schemas.microsoft.com/office/drawing/2014/main" id="{038B1CDF-ADEB-468B-9275-E50F1C884978}"/>
              </a:ext>
            </a:extLst>
          </p:cNvPr>
          <p:cNvSpPr>
            <a:spLocks noGrp="1"/>
          </p:cNvSpPr>
          <p:nvPr/>
        </p:nvSpPr>
        <p:spPr>
          <a:xfrm>
            <a:off x="15204141" y="4140848"/>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61" name="c/pca-KAUH-272">
            <a:extLst>
              <a:ext uri="{FF2B5EF4-FFF2-40B4-BE49-F238E27FC236}">
                <a16:creationId xmlns:a16="http://schemas.microsoft.com/office/drawing/2014/main" id="{3B38565F-A003-4C58-AC6F-3F2FA8F20A24}"/>
              </a:ext>
            </a:extLst>
          </p:cNvPr>
          <p:cNvSpPr>
            <a:spLocks noGrp="1"/>
          </p:cNvSpPr>
          <p:nvPr/>
        </p:nvSpPr>
        <p:spPr>
          <a:xfrm>
            <a:off x="15353762" y="4246711"/>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62" name="c/pca-KAUH-273">
            <a:extLst>
              <a:ext uri="{FF2B5EF4-FFF2-40B4-BE49-F238E27FC236}">
                <a16:creationId xmlns:a16="http://schemas.microsoft.com/office/drawing/2014/main" id="{E74B2EDD-C8E9-4763-ACAC-81D7430C8DB7}"/>
              </a:ext>
            </a:extLst>
          </p:cNvPr>
          <p:cNvSpPr>
            <a:spLocks noGrp="1"/>
          </p:cNvSpPr>
          <p:nvPr/>
        </p:nvSpPr>
        <p:spPr>
          <a:xfrm>
            <a:off x="15432512" y="4270992"/>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63" name="c/pca-KAUH-274">
            <a:extLst>
              <a:ext uri="{FF2B5EF4-FFF2-40B4-BE49-F238E27FC236}">
                <a16:creationId xmlns:a16="http://schemas.microsoft.com/office/drawing/2014/main" id="{43FF7696-9365-465E-9BCF-6D445BEB40A0}"/>
              </a:ext>
            </a:extLst>
          </p:cNvPr>
          <p:cNvSpPr>
            <a:spLocks noGrp="1"/>
          </p:cNvSpPr>
          <p:nvPr/>
        </p:nvSpPr>
        <p:spPr>
          <a:xfrm>
            <a:off x="15498414" y="4291634"/>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64" name="c/pca-KAUH-275">
            <a:extLst>
              <a:ext uri="{FF2B5EF4-FFF2-40B4-BE49-F238E27FC236}">
                <a16:creationId xmlns:a16="http://schemas.microsoft.com/office/drawing/2014/main" id="{95905971-C076-47AB-B61E-B6018F879C98}"/>
              </a:ext>
            </a:extLst>
          </p:cNvPr>
          <p:cNvSpPr>
            <a:spLocks noGrp="1"/>
          </p:cNvSpPr>
          <p:nvPr/>
        </p:nvSpPr>
        <p:spPr>
          <a:xfrm>
            <a:off x="15190384" y="4180190"/>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65" name="c/pca-KAUH-276">
            <a:extLst>
              <a:ext uri="{FF2B5EF4-FFF2-40B4-BE49-F238E27FC236}">
                <a16:creationId xmlns:a16="http://schemas.microsoft.com/office/drawing/2014/main" id="{A002FC5E-EADA-4030-AD4B-04B709851C5F}"/>
              </a:ext>
            </a:extLst>
          </p:cNvPr>
          <p:cNvSpPr>
            <a:spLocks noGrp="1"/>
          </p:cNvSpPr>
          <p:nvPr/>
        </p:nvSpPr>
        <p:spPr>
          <a:xfrm>
            <a:off x="15749982" y="4328787"/>
            <a:ext cx="59343" cy="59343"/>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sz="4545"/>
          </a:p>
        </p:txBody>
      </p:sp>
      <p:sp>
        <p:nvSpPr>
          <p:cNvPr id="266" name="c/pca-ICBHI-039">
            <a:extLst>
              <a:ext uri="{FF2B5EF4-FFF2-40B4-BE49-F238E27FC236}">
                <a16:creationId xmlns:a16="http://schemas.microsoft.com/office/drawing/2014/main" id="{28A863F4-BE52-48AC-AB0D-D5DA6BE95362}"/>
              </a:ext>
            </a:extLst>
          </p:cNvPr>
          <p:cNvSpPr>
            <a:spLocks noGrp="1"/>
          </p:cNvSpPr>
          <p:nvPr/>
        </p:nvSpPr>
        <p:spPr>
          <a:xfrm>
            <a:off x="15317554" y="4207789"/>
            <a:ext cx="41960" cy="41960"/>
          </a:xfrm>
          <a:prstGeom prst="ellipse">
            <a:avLst/>
          </a:prstGeom>
          <a:solidFill>
            <a:srgbClr val="3B739E">
              <a:alpha val="64000"/>
            </a:srgbClr>
          </a:solidFill>
          <a:ln w="0">
            <a:noFill/>
          </a:ln>
        </p:spPr>
        <p:txBody>
          <a:bodyPr/>
          <a:lstStyle/>
          <a:p>
            <a:endParaRPr lang="en-US" sz="4545"/>
          </a:p>
        </p:txBody>
      </p:sp>
      <p:sp>
        <p:nvSpPr>
          <p:cNvPr id="267" name="c/pca-ICBHI-040">
            <a:extLst>
              <a:ext uri="{FF2B5EF4-FFF2-40B4-BE49-F238E27FC236}">
                <a16:creationId xmlns:a16="http://schemas.microsoft.com/office/drawing/2014/main" id="{AD824548-3AEB-4C45-AEF0-9499386965E7}"/>
              </a:ext>
            </a:extLst>
          </p:cNvPr>
          <p:cNvSpPr>
            <a:spLocks noGrp="1"/>
          </p:cNvSpPr>
          <p:nvPr/>
        </p:nvSpPr>
        <p:spPr>
          <a:xfrm>
            <a:off x="15506856" y="4262463"/>
            <a:ext cx="41960" cy="41960"/>
          </a:xfrm>
          <a:prstGeom prst="ellipse">
            <a:avLst/>
          </a:prstGeom>
          <a:solidFill>
            <a:srgbClr val="3B739E">
              <a:alpha val="64000"/>
            </a:srgbClr>
          </a:solidFill>
          <a:ln w="0">
            <a:noFill/>
          </a:ln>
        </p:spPr>
        <p:txBody>
          <a:bodyPr/>
          <a:lstStyle/>
          <a:p>
            <a:endParaRPr lang="en-US" sz="4545"/>
          </a:p>
        </p:txBody>
      </p:sp>
      <p:sp>
        <p:nvSpPr>
          <p:cNvPr id="268" name="c/pca-ICBHI-041">
            <a:extLst>
              <a:ext uri="{FF2B5EF4-FFF2-40B4-BE49-F238E27FC236}">
                <a16:creationId xmlns:a16="http://schemas.microsoft.com/office/drawing/2014/main" id="{4D934CA9-5AE7-4E35-B614-73357BB28D1A}"/>
              </a:ext>
            </a:extLst>
          </p:cNvPr>
          <p:cNvSpPr>
            <a:spLocks noGrp="1"/>
          </p:cNvSpPr>
          <p:nvPr/>
        </p:nvSpPr>
        <p:spPr>
          <a:xfrm>
            <a:off x="15761318" y="4259895"/>
            <a:ext cx="41960" cy="41960"/>
          </a:xfrm>
          <a:prstGeom prst="ellipse">
            <a:avLst/>
          </a:prstGeom>
          <a:solidFill>
            <a:srgbClr val="3B739E">
              <a:alpha val="64000"/>
            </a:srgbClr>
          </a:solidFill>
          <a:ln w="0">
            <a:noFill/>
          </a:ln>
        </p:spPr>
        <p:txBody>
          <a:bodyPr/>
          <a:lstStyle/>
          <a:p>
            <a:endParaRPr lang="en-US" sz="4545"/>
          </a:p>
        </p:txBody>
      </p:sp>
      <p:sp>
        <p:nvSpPr>
          <p:cNvPr id="269" name="c/pca-ICBHI-042">
            <a:extLst>
              <a:ext uri="{FF2B5EF4-FFF2-40B4-BE49-F238E27FC236}">
                <a16:creationId xmlns:a16="http://schemas.microsoft.com/office/drawing/2014/main" id="{99362F9B-7C32-4D4C-B7D7-9C11AAFABB3A}"/>
              </a:ext>
            </a:extLst>
          </p:cNvPr>
          <p:cNvSpPr>
            <a:spLocks noGrp="1"/>
          </p:cNvSpPr>
          <p:nvPr/>
        </p:nvSpPr>
        <p:spPr>
          <a:xfrm>
            <a:off x="15718615" y="3892848"/>
            <a:ext cx="41960" cy="41960"/>
          </a:xfrm>
          <a:prstGeom prst="ellipse">
            <a:avLst/>
          </a:prstGeom>
          <a:solidFill>
            <a:srgbClr val="3B739E">
              <a:alpha val="64000"/>
            </a:srgbClr>
          </a:solidFill>
          <a:ln w="0">
            <a:noFill/>
          </a:ln>
        </p:spPr>
        <p:txBody>
          <a:bodyPr/>
          <a:lstStyle/>
          <a:p>
            <a:endParaRPr lang="en-US" sz="4545"/>
          </a:p>
        </p:txBody>
      </p:sp>
      <p:sp>
        <p:nvSpPr>
          <p:cNvPr id="270" name="c/pca-ICBHI-043">
            <a:extLst>
              <a:ext uri="{FF2B5EF4-FFF2-40B4-BE49-F238E27FC236}">
                <a16:creationId xmlns:a16="http://schemas.microsoft.com/office/drawing/2014/main" id="{87F01EC9-2D9D-4095-96DF-B6C8CDF883D2}"/>
              </a:ext>
            </a:extLst>
          </p:cNvPr>
          <p:cNvSpPr>
            <a:spLocks noGrp="1"/>
          </p:cNvSpPr>
          <p:nvPr/>
        </p:nvSpPr>
        <p:spPr>
          <a:xfrm>
            <a:off x="16812680" y="3145890"/>
            <a:ext cx="41960" cy="41960"/>
          </a:xfrm>
          <a:prstGeom prst="ellipse">
            <a:avLst/>
          </a:prstGeom>
          <a:solidFill>
            <a:srgbClr val="3B739E">
              <a:alpha val="64000"/>
            </a:srgbClr>
          </a:solidFill>
          <a:ln w="0">
            <a:noFill/>
          </a:ln>
        </p:spPr>
        <p:txBody>
          <a:bodyPr/>
          <a:lstStyle/>
          <a:p>
            <a:endParaRPr lang="en-US" sz="4545"/>
          </a:p>
        </p:txBody>
      </p:sp>
      <p:sp>
        <p:nvSpPr>
          <p:cNvPr id="271" name="c/pca-ICBHI-044">
            <a:extLst>
              <a:ext uri="{FF2B5EF4-FFF2-40B4-BE49-F238E27FC236}">
                <a16:creationId xmlns:a16="http://schemas.microsoft.com/office/drawing/2014/main" id="{A0DB227F-ABC3-4861-94DD-CFF84BA9AAFC}"/>
              </a:ext>
            </a:extLst>
          </p:cNvPr>
          <p:cNvSpPr>
            <a:spLocks noGrp="1"/>
          </p:cNvSpPr>
          <p:nvPr/>
        </p:nvSpPr>
        <p:spPr>
          <a:xfrm>
            <a:off x="15109380" y="3993780"/>
            <a:ext cx="41960" cy="41960"/>
          </a:xfrm>
          <a:prstGeom prst="ellipse">
            <a:avLst/>
          </a:prstGeom>
          <a:solidFill>
            <a:srgbClr val="3B739E">
              <a:alpha val="64000"/>
            </a:srgbClr>
          </a:solidFill>
          <a:ln w="0">
            <a:noFill/>
          </a:ln>
        </p:spPr>
        <p:txBody>
          <a:bodyPr/>
          <a:lstStyle/>
          <a:p>
            <a:endParaRPr lang="en-US" sz="4545"/>
          </a:p>
        </p:txBody>
      </p:sp>
      <p:sp>
        <p:nvSpPr>
          <p:cNvPr id="272" name="c/pca-ICBHI-045">
            <a:extLst>
              <a:ext uri="{FF2B5EF4-FFF2-40B4-BE49-F238E27FC236}">
                <a16:creationId xmlns:a16="http://schemas.microsoft.com/office/drawing/2014/main" id="{B983A5BB-0BED-46D3-9712-D0ED2A52607C}"/>
              </a:ext>
            </a:extLst>
          </p:cNvPr>
          <p:cNvSpPr>
            <a:spLocks noGrp="1"/>
          </p:cNvSpPr>
          <p:nvPr/>
        </p:nvSpPr>
        <p:spPr>
          <a:xfrm>
            <a:off x="15431240" y="4236261"/>
            <a:ext cx="41960" cy="41960"/>
          </a:xfrm>
          <a:prstGeom prst="ellipse">
            <a:avLst/>
          </a:prstGeom>
          <a:solidFill>
            <a:srgbClr val="3B739E">
              <a:alpha val="64000"/>
            </a:srgbClr>
          </a:solidFill>
          <a:ln w="0">
            <a:noFill/>
          </a:ln>
        </p:spPr>
        <p:txBody>
          <a:bodyPr/>
          <a:lstStyle/>
          <a:p>
            <a:endParaRPr lang="en-US" sz="4545"/>
          </a:p>
        </p:txBody>
      </p:sp>
      <p:sp>
        <p:nvSpPr>
          <p:cNvPr id="273" name="c/pca-ICBHI-046">
            <a:extLst>
              <a:ext uri="{FF2B5EF4-FFF2-40B4-BE49-F238E27FC236}">
                <a16:creationId xmlns:a16="http://schemas.microsoft.com/office/drawing/2014/main" id="{92D5147F-10BC-4DA4-B44B-7A7FF6DBBD68}"/>
              </a:ext>
            </a:extLst>
          </p:cNvPr>
          <p:cNvSpPr>
            <a:spLocks noGrp="1"/>
          </p:cNvSpPr>
          <p:nvPr/>
        </p:nvSpPr>
        <p:spPr>
          <a:xfrm>
            <a:off x="15240817" y="4195793"/>
            <a:ext cx="41960" cy="41960"/>
          </a:xfrm>
          <a:prstGeom prst="ellipse">
            <a:avLst/>
          </a:prstGeom>
          <a:solidFill>
            <a:srgbClr val="3B739E">
              <a:alpha val="64000"/>
            </a:srgbClr>
          </a:solidFill>
          <a:ln w="0">
            <a:noFill/>
          </a:ln>
        </p:spPr>
        <p:txBody>
          <a:bodyPr/>
          <a:lstStyle/>
          <a:p>
            <a:endParaRPr lang="en-US" sz="4545"/>
          </a:p>
        </p:txBody>
      </p:sp>
      <p:sp>
        <p:nvSpPr>
          <p:cNvPr id="274" name="c/pca-ICBHI-047">
            <a:extLst>
              <a:ext uri="{FF2B5EF4-FFF2-40B4-BE49-F238E27FC236}">
                <a16:creationId xmlns:a16="http://schemas.microsoft.com/office/drawing/2014/main" id="{7474627C-1381-4A03-944C-841E3DE0B506}"/>
              </a:ext>
            </a:extLst>
          </p:cNvPr>
          <p:cNvSpPr>
            <a:spLocks noGrp="1"/>
          </p:cNvSpPr>
          <p:nvPr/>
        </p:nvSpPr>
        <p:spPr>
          <a:xfrm>
            <a:off x="15455126" y="4144901"/>
            <a:ext cx="41960" cy="41960"/>
          </a:xfrm>
          <a:prstGeom prst="ellipse">
            <a:avLst/>
          </a:prstGeom>
          <a:solidFill>
            <a:srgbClr val="3B739E">
              <a:alpha val="64000"/>
            </a:srgbClr>
          </a:solidFill>
          <a:ln w="0">
            <a:noFill/>
          </a:ln>
        </p:spPr>
        <p:txBody>
          <a:bodyPr/>
          <a:lstStyle/>
          <a:p>
            <a:endParaRPr lang="en-US" sz="4545"/>
          </a:p>
        </p:txBody>
      </p:sp>
      <p:sp>
        <p:nvSpPr>
          <p:cNvPr id="275" name="c/pca-ICBHI-048">
            <a:extLst>
              <a:ext uri="{FF2B5EF4-FFF2-40B4-BE49-F238E27FC236}">
                <a16:creationId xmlns:a16="http://schemas.microsoft.com/office/drawing/2014/main" id="{66398A0E-E41B-4437-AB19-B0A37024C8F9}"/>
              </a:ext>
            </a:extLst>
          </p:cNvPr>
          <p:cNvSpPr>
            <a:spLocks noGrp="1"/>
          </p:cNvSpPr>
          <p:nvPr/>
        </p:nvSpPr>
        <p:spPr>
          <a:xfrm>
            <a:off x="15486060" y="4194164"/>
            <a:ext cx="41960" cy="41960"/>
          </a:xfrm>
          <a:prstGeom prst="ellipse">
            <a:avLst/>
          </a:prstGeom>
          <a:solidFill>
            <a:srgbClr val="3B739E">
              <a:alpha val="64000"/>
            </a:srgbClr>
          </a:solidFill>
          <a:ln w="0">
            <a:noFill/>
          </a:ln>
        </p:spPr>
        <p:txBody>
          <a:bodyPr/>
          <a:lstStyle/>
          <a:p>
            <a:endParaRPr lang="en-US" sz="4545"/>
          </a:p>
        </p:txBody>
      </p:sp>
      <p:sp>
        <p:nvSpPr>
          <p:cNvPr id="276" name="c/pca-ICBHI-049">
            <a:extLst>
              <a:ext uri="{FF2B5EF4-FFF2-40B4-BE49-F238E27FC236}">
                <a16:creationId xmlns:a16="http://schemas.microsoft.com/office/drawing/2014/main" id="{EE860CE2-1074-4207-9080-41FAC35E9ED1}"/>
              </a:ext>
            </a:extLst>
          </p:cNvPr>
          <p:cNvSpPr>
            <a:spLocks noGrp="1"/>
          </p:cNvSpPr>
          <p:nvPr/>
        </p:nvSpPr>
        <p:spPr>
          <a:xfrm>
            <a:off x="16297272" y="4177340"/>
            <a:ext cx="41960" cy="41960"/>
          </a:xfrm>
          <a:prstGeom prst="ellipse">
            <a:avLst/>
          </a:prstGeom>
          <a:solidFill>
            <a:srgbClr val="3B739E">
              <a:alpha val="64000"/>
            </a:srgbClr>
          </a:solidFill>
          <a:ln w="0">
            <a:noFill/>
          </a:ln>
        </p:spPr>
        <p:txBody>
          <a:bodyPr/>
          <a:lstStyle/>
          <a:p>
            <a:endParaRPr lang="en-US" sz="4545"/>
          </a:p>
        </p:txBody>
      </p:sp>
      <p:sp>
        <p:nvSpPr>
          <p:cNvPr id="277" name="c/pca-ICBHI-050">
            <a:extLst>
              <a:ext uri="{FF2B5EF4-FFF2-40B4-BE49-F238E27FC236}">
                <a16:creationId xmlns:a16="http://schemas.microsoft.com/office/drawing/2014/main" id="{E7FE86F5-5D82-43AB-B005-653390B328FE}"/>
              </a:ext>
            </a:extLst>
          </p:cNvPr>
          <p:cNvSpPr>
            <a:spLocks noGrp="1"/>
          </p:cNvSpPr>
          <p:nvPr/>
        </p:nvSpPr>
        <p:spPr>
          <a:xfrm>
            <a:off x="15465140" y="4297070"/>
            <a:ext cx="41960" cy="41960"/>
          </a:xfrm>
          <a:prstGeom prst="ellipse">
            <a:avLst/>
          </a:prstGeom>
          <a:solidFill>
            <a:srgbClr val="3B739E">
              <a:alpha val="64000"/>
            </a:srgbClr>
          </a:solidFill>
          <a:ln w="0">
            <a:noFill/>
          </a:ln>
        </p:spPr>
        <p:txBody>
          <a:bodyPr/>
          <a:lstStyle/>
          <a:p>
            <a:endParaRPr lang="en-US" sz="4545"/>
          </a:p>
        </p:txBody>
      </p:sp>
      <p:sp>
        <p:nvSpPr>
          <p:cNvPr id="278" name="c/pca-ICBHI-051">
            <a:extLst>
              <a:ext uri="{FF2B5EF4-FFF2-40B4-BE49-F238E27FC236}">
                <a16:creationId xmlns:a16="http://schemas.microsoft.com/office/drawing/2014/main" id="{6A0DB745-2FCC-491A-AB91-8ED354A47FEB}"/>
              </a:ext>
            </a:extLst>
          </p:cNvPr>
          <p:cNvSpPr>
            <a:spLocks noGrp="1"/>
          </p:cNvSpPr>
          <p:nvPr/>
        </p:nvSpPr>
        <p:spPr>
          <a:xfrm>
            <a:off x="15496854" y="3962478"/>
            <a:ext cx="41960" cy="41960"/>
          </a:xfrm>
          <a:prstGeom prst="ellipse">
            <a:avLst/>
          </a:prstGeom>
          <a:solidFill>
            <a:srgbClr val="3B739E">
              <a:alpha val="64000"/>
            </a:srgbClr>
          </a:solidFill>
          <a:ln w="0">
            <a:noFill/>
          </a:ln>
        </p:spPr>
        <p:txBody>
          <a:bodyPr/>
          <a:lstStyle/>
          <a:p>
            <a:endParaRPr lang="en-US" sz="4545"/>
          </a:p>
        </p:txBody>
      </p:sp>
      <p:sp>
        <p:nvSpPr>
          <p:cNvPr id="279" name="c/pca-ICBHI-052">
            <a:extLst>
              <a:ext uri="{FF2B5EF4-FFF2-40B4-BE49-F238E27FC236}">
                <a16:creationId xmlns:a16="http://schemas.microsoft.com/office/drawing/2014/main" id="{FC797004-FEA3-45DE-9298-C01DDE0A273B}"/>
              </a:ext>
            </a:extLst>
          </p:cNvPr>
          <p:cNvSpPr>
            <a:spLocks noGrp="1"/>
          </p:cNvSpPr>
          <p:nvPr/>
        </p:nvSpPr>
        <p:spPr>
          <a:xfrm>
            <a:off x="15478081" y="4163299"/>
            <a:ext cx="41960" cy="41960"/>
          </a:xfrm>
          <a:prstGeom prst="ellipse">
            <a:avLst/>
          </a:prstGeom>
          <a:solidFill>
            <a:srgbClr val="3B739E">
              <a:alpha val="64000"/>
            </a:srgbClr>
          </a:solidFill>
          <a:ln w="0">
            <a:noFill/>
          </a:ln>
        </p:spPr>
        <p:txBody>
          <a:bodyPr/>
          <a:lstStyle/>
          <a:p>
            <a:endParaRPr lang="en-US" sz="4545"/>
          </a:p>
        </p:txBody>
      </p:sp>
      <p:sp>
        <p:nvSpPr>
          <p:cNvPr id="280" name="c/pca-ICBHI-053">
            <a:extLst>
              <a:ext uri="{FF2B5EF4-FFF2-40B4-BE49-F238E27FC236}">
                <a16:creationId xmlns:a16="http://schemas.microsoft.com/office/drawing/2014/main" id="{EC52FD47-1B57-4021-B862-6E4EB8AA3602}"/>
              </a:ext>
            </a:extLst>
          </p:cNvPr>
          <p:cNvSpPr>
            <a:spLocks noGrp="1"/>
          </p:cNvSpPr>
          <p:nvPr/>
        </p:nvSpPr>
        <p:spPr>
          <a:xfrm>
            <a:off x="15580752" y="4332395"/>
            <a:ext cx="41960" cy="41960"/>
          </a:xfrm>
          <a:prstGeom prst="ellipse">
            <a:avLst/>
          </a:prstGeom>
          <a:solidFill>
            <a:srgbClr val="3B739E">
              <a:alpha val="64000"/>
            </a:srgbClr>
          </a:solidFill>
          <a:ln w="0">
            <a:noFill/>
          </a:ln>
        </p:spPr>
        <p:txBody>
          <a:bodyPr/>
          <a:lstStyle/>
          <a:p>
            <a:endParaRPr lang="en-US" sz="4545"/>
          </a:p>
        </p:txBody>
      </p:sp>
      <p:sp>
        <p:nvSpPr>
          <p:cNvPr id="281" name="c/pca-ICBHI-054">
            <a:extLst>
              <a:ext uri="{FF2B5EF4-FFF2-40B4-BE49-F238E27FC236}">
                <a16:creationId xmlns:a16="http://schemas.microsoft.com/office/drawing/2014/main" id="{2DC46404-EB53-4F26-AB98-55D6CD96DB06}"/>
              </a:ext>
            </a:extLst>
          </p:cNvPr>
          <p:cNvSpPr>
            <a:spLocks noGrp="1"/>
          </p:cNvSpPr>
          <p:nvPr/>
        </p:nvSpPr>
        <p:spPr>
          <a:xfrm>
            <a:off x="16150064" y="3598729"/>
            <a:ext cx="41960" cy="41960"/>
          </a:xfrm>
          <a:prstGeom prst="ellipse">
            <a:avLst/>
          </a:prstGeom>
          <a:solidFill>
            <a:srgbClr val="3B739E">
              <a:alpha val="64000"/>
            </a:srgbClr>
          </a:solidFill>
          <a:ln w="0">
            <a:noFill/>
          </a:ln>
        </p:spPr>
        <p:txBody>
          <a:bodyPr/>
          <a:lstStyle/>
          <a:p>
            <a:endParaRPr lang="en-US" sz="4545"/>
          </a:p>
        </p:txBody>
      </p:sp>
      <p:sp>
        <p:nvSpPr>
          <p:cNvPr id="282" name="c/pca-ICBHI-055">
            <a:extLst>
              <a:ext uri="{FF2B5EF4-FFF2-40B4-BE49-F238E27FC236}">
                <a16:creationId xmlns:a16="http://schemas.microsoft.com/office/drawing/2014/main" id="{91633ACF-27E9-402B-AC63-948A4FA6C75E}"/>
              </a:ext>
            </a:extLst>
          </p:cNvPr>
          <p:cNvSpPr>
            <a:spLocks noGrp="1"/>
          </p:cNvSpPr>
          <p:nvPr/>
        </p:nvSpPr>
        <p:spPr>
          <a:xfrm>
            <a:off x="15802430" y="4363599"/>
            <a:ext cx="41960" cy="41960"/>
          </a:xfrm>
          <a:prstGeom prst="ellipse">
            <a:avLst/>
          </a:prstGeom>
          <a:solidFill>
            <a:srgbClr val="3B739E">
              <a:alpha val="64000"/>
            </a:srgbClr>
          </a:solidFill>
          <a:ln w="0">
            <a:noFill/>
          </a:ln>
        </p:spPr>
        <p:txBody>
          <a:bodyPr/>
          <a:lstStyle/>
          <a:p>
            <a:endParaRPr lang="en-US" sz="4545"/>
          </a:p>
        </p:txBody>
      </p:sp>
      <p:sp>
        <p:nvSpPr>
          <p:cNvPr id="283" name="c/pca-ICBHI-056">
            <a:extLst>
              <a:ext uri="{FF2B5EF4-FFF2-40B4-BE49-F238E27FC236}">
                <a16:creationId xmlns:a16="http://schemas.microsoft.com/office/drawing/2014/main" id="{D0A845DC-1A38-4E89-9456-E55CEECB4690}"/>
              </a:ext>
            </a:extLst>
          </p:cNvPr>
          <p:cNvSpPr>
            <a:spLocks noGrp="1"/>
          </p:cNvSpPr>
          <p:nvPr/>
        </p:nvSpPr>
        <p:spPr>
          <a:xfrm>
            <a:off x="15592483" y="3971098"/>
            <a:ext cx="41960" cy="41960"/>
          </a:xfrm>
          <a:prstGeom prst="ellipse">
            <a:avLst/>
          </a:prstGeom>
          <a:solidFill>
            <a:srgbClr val="3B739E">
              <a:alpha val="64000"/>
            </a:srgbClr>
          </a:solidFill>
          <a:ln w="0">
            <a:noFill/>
          </a:ln>
        </p:spPr>
        <p:txBody>
          <a:bodyPr/>
          <a:lstStyle/>
          <a:p>
            <a:endParaRPr lang="en-US" sz="4545"/>
          </a:p>
        </p:txBody>
      </p:sp>
      <p:sp>
        <p:nvSpPr>
          <p:cNvPr id="284" name="c/pca-ICBHI-057">
            <a:extLst>
              <a:ext uri="{FF2B5EF4-FFF2-40B4-BE49-F238E27FC236}">
                <a16:creationId xmlns:a16="http://schemas.microsoft.com/office/drawing/2014/main" id="{20FD6756-9D41-4DA6-8388-A52F6AB6C1E3}"/>
              </a:ext>
            </a:extLst>
          </p:cNvPr>
          <p:cNvSpPr>
            <a:spLocks noGrp="1"/>
          </p:cNvSpPr>
          <p:nvPr/>
        </p:nvSpPr>
        <p:spPr>
          <a:xfrm>
            <a:off x="15370900" y="4242839"/>
            <a:ext cx="41960" cy="41960"/>
          </a:xfrm>
          <a:prstGeom prst="ellipse">
            <a:avLst/>
          </a:prstGeom>
          <a:solidFill>
            <a:srgbClr val="3B739E">
              <a:alpha val="64000"/>
            </a:srgbClr>
          </a:solidFill>
          <a:ln w="0">
            <a:noFill/>
          </a:ln>
        </p:spPr>
        <p:txBody>
          <a:bodyPr/>
          <a:lstStyle/>
          <a:p>
            <a:endParaRPr lang="en-US" sz="4545"/>
          </a:p>
        </p:txBody>
      </p:sp>
      <p:sp>
        <p:nvSpPr>
          <p:cNvPr id="285" name="c/pca-ICBHI-058">
            <a:extLst>
              <a:ext uri="{FF2B5EF4-FFF2-40B4-BE49-F238E27FC236}">
                <a16:creationId xmlns:a16="http://schemas.microsoft.com/office/drawing/2014/main" id="{FFFB7F11-D12A-4DC7-B794-05178F3ECA08}"/>
              </a:ext>
            </a:extLst>
          </p:cNvPr>
          <p:cNvSpPr>
            <a:spLocks noGrp="1"/>
          </p:cNvSpPr>
          <p:nvPr/>
        </p:nvSpPr>
        <p:spPr>
          <a:xfrm>
            <a:off x="15589029" y="4249648"/>
            <a:ext cx="41960" cy="41960"/>
          </a:xfrm>
          <a:prstGeom prst="ellipse">
            <a:avLst/>
          </a:prstGeom>
          <a:solidFill>
            <a:srgbClr val="3B739E">
              <a:alpha val="64000"/>
            </a:srgbClr>
          </a:solidFill>
          <a:ln w="0">
            <a:noFill/>
          </a:ln>
        </p:spPr>
        <p:txBody>
          <a:bodyPr/>
          <a:lstStyle/>
          <a:p>
            <a:endParaRPr lang="en-US" sz="4545"/>
          </a:p>
        </p:txBody>
      </p:sp>
      <p:sp>
        <p:nvSpPr>
          <p:cNvPr id="286" name="c/pca-ICBHI-059">
            <a:extLst>
              <a:ext uri="{FF2B5EF4-FFF2-40B4-BE49-F238E27FC236}">
                <a16:creationId xmlns:a16="http://schemas.microsoft.com/office/drawing/2014/main" id="{17352434-E804-4B7F-AC82-34ADC3F1F494}"/>
              </a:ext>
            </a:extLst>
          </p:cNvPr>
          <p:cNvSpPr>
            <a:spLocks noGrp="1"/>
          </p:cNvSpPr>
          <p:nvPr/>
        </p:nvSpPr>
        <p:spPr>
          <a:xfrm>
            <a:off x="16052364" y="4464294"/>
            <a:ext cx="41960" cy="41960"/>
          </a:xfrm>
          <a:prstGeom prst="ellipse">
            <a:avLst/>
          </a:prstGeom>
          <a:solidFill>
            <a:srgbClr val="3B739E">
              <a:alpha val="64000"/>
            </a:srgbClr>
          </a:solidFill>
          <a:ln w="0">
            <a:noFill/>
          </a:ln>
        </p:spPr>
        <p:txBody>
          <a:bodyPr/>
          <a:lstStyle/>
          <a:p>
            <a:endParaRPr lang="en-US" sz="4545"/>
          </a:p>
        </p:txBody>
      </p:sp>
      <p:sp>
        <p:nvSpPr>
          <p:cNvPr id="287" name="c/pca-ICBHI-060">
            <a:extLst>
              <a:ext uri="{FF2B5EF4-FFF2-40B4-BE49-F238E27FC236}">
                <a16:creationId xmlns:a16="http://schemas.microsoft.com/office/drawing/2014/main" id="{795EC755-0DCF-4A64-858B-1AFA09CF0782}"/>
              </a:ext>
            </a:extLst>
          </p:cNvPr>
          <p:cNvSpPr>
            <a:spLocks noGrp="1"/>
          </p:cNvSpPr>
          <p:nvPr/>
        </p:nvSpPr>
        <p:spPr>
          <a:xfrm>
            <a:off x="15400066" y="4157898"/>
            <a:ext cx="41960" cy="41960"/>
          </a:xfrm>
          <a:prstGeom prst="ellipse">
            <a:avLst/>
          </a:prstGeom>
          <a:solidFill>
            <a:srgbClr val="3B739E">
              <a:alpha val="64000"/>
            </a:srgbClr>
          </a:solidFill>
          <a:ln w="0">
            <a:noFill/>
          </a:ln>
        </p:spPr>
        <p:txBody>
          <a:bodyPr/>
          <a:lstStyle/>
          <a:p>
            <a:endParaRPr lang="en-US" sz="4545"/>
          </a:p>
        </p:txBody>
      </p:sp>
      <p:sp>
        <p:nvSpPr>
          <p:cNvPr id="288" name="c/pca-ICBHI-061">
            <a:extLst>
              <a:ext uri="{FF2B5EF4-FFF2-40B4-BE49-F238E27FC236}">
                <a16:creationId xmlns:a16="http://schemas.microsoft.com/office/drawing/2014/main" id="{7680A4B9-01CA-42F2-A1CC-0627EE08EF16}"/>
              </a:ext>
            </a:extLst>
          </p:cNvPr>
          <p:cNvSpPr>
            <a:spLocks noGrp="1"/>
          </p:cNvSpPr>
          <p:nvPr/>
        </p:nvSpPr>
        <p:spPr>
          <a:xfrm>
            <a:off x="15279512" y="4230236"/>
            <a:ext cx="41960" cy="41960"/>
          </a:xfrm>
          <a:prstGeom prst="ellipse">
            <a:avLst/>
          </a:prstGeom>
          <a:solidFill>
            <a:srgbClr val="3B739E">
              <a:alpha val="64000"/>
            </a:srgbClr>
          </a:solidFill>
          <a:ln w="0">
            <a:noFill/>
          </a:ln>
        </p:spPr>
        <p:txBody>
          <a:bodyPr/>
          <a:lstStyle/>
          <a:p>
            <a:endParaRPr lang="en-US" sz="4545"/>
          </a:p>
        </p:txBody>
      </p:sp>
      <p:sp>
        <p:nvSpPr>
          <p:cNvPr id="289" name="c/pca-ICBHI-062">
            <a:extLst>
              <a:ext uri="{FF2B5EF4-FFF2-40B4-BE49-F238E27FC236}">
                <a16:creationId xmlns:a16="http://schemas.microsoft.com/office/drawing/2014/main" id="{3E776C7D-709F-47F9-96D6-3BBE6042271B}"/>
              </a:ext>
            </a:extLst>
          </p:cNvPr>
          <p:cNvSpPr>
            <a:spLocks noGrp="1"/>
          </p:cNvSpPr>
          <p:nvPr/>
        </p:nvSpPr>
        <p:spPr>
          <a:xfrm>
            <a:off x="15583550" y="3868320"/>
            <a:ext cx="41960" cy="41960"/>
          </a:xfrm>
          <a:prstGeom prst="ellipse">
            <a:avLst/>
          </a:prstGeom>
          <a:solidFill>
            <a:srgbClr val="3B739E">
              <a:alpha val="64000"/>
            </a:srgbClr>
          </a:solidFill>
          <a:ln w="0">
            <a:noFill/>
          </a:ln>
        </p:spPr>
        <p:txBody>
          <a:bodyPr/>
          <a:lstStyle/>
          <a:p>
            <a:endParaRPr lang="en-US" sz="4545"/>
          </a:p>
        </p:txBody>
      </p:sp>
      <p:sp>
        <p:nvSpPr>
          <p:cNvPr id="290" name="c/pca-ICBHI-063">
            <a:extLst>
              <a:ext uri="{FF2B5EF4-FFF2-40B4-BE49-F238E27FC236}">
                <a16:creationId xmlns:a16="http://schemas.microsoft.com/office/drawing/2014/main" id="{0EC542A1-FAA4-45D3-9E7D-F5123478A9C7}"/>
              </a:ext>
            </a:extLst>
          </p:cNvPr>
          <p:cNvSpPr>
            <a:spLocks noGrp="1"/>
          </p:cNvSpPr>
          <p:nvPr/>
        </p:nvSpPr>
        <p:spPr>
          <a:xfrm>
            <a:off x="16248882" y="4505961"/>
            <a:ext cx="41960" cy="41960"/>
          </a:xfrm>
          <a:prstGeom prst="ellipse">
            <a:avLst/>
          </a:prstGeom>
          <a:solidFill>
            <a:srgbClr val="3B739E">
              <a:alpha val="64000"/>
            </a:srgbClr>
          </a:solidFill>
          <a:ln w="0">
            <a:noFill/>
          </a:ln>
        </p:spPr>
        <p:txBody>
          <a:bodyPr/>
          <a:lstStyle/>
          <a:p>
            <a:endParaRPr lang="en-US" sz="4545"/>
          </a:p>
        </p:txBody>
      </p:sp>
      <p:sp>
        <p:nvSpPr>
          <p:cNvPr id="291" name="c/pca-ICBHI-064">
            <a:extLst>
              <a:ext uri="{FF2B5EF4-FFF2-40B4-BE49-F238E27FC236}">
                <a16:creationId xmlns:a16="http://schemas.microsoft.com/office/drawing/2014/main" id="{AD88D0BA-04F3-4D3C-A99F-112B4F1E9A86}"/>
              </a:ext>
            </a:extLst>
          </p:cNvPr>
          <p:cNvSpPr>
            <a:spLocks noGrp="1"/>
          </p:cNvSpPr>
          <p:nvPr/>
        </p:nvSpPr>
        <p:spPr>
          <a:xfrm>
            <a:off x="15296437" y="4211900"/>
            <a:ext cx="41960" cy="41960"/>
          </a:xfrm>
          <a:prstGeom prst="ellipse">
            <a:avLst/>
          </a:prstGeom>
          <a:solidFill>
            <a:srgbClr val="3B739E">
              <a:alpha val="64000"/>
            </a:srgbClr>
          </a:solidFill>
          <a:ln w="0">
            <a:noFill/>
          </a:ln>
        </p:spPr>
        <p:txBody>
          <a:bodyPr/>
          <a:lstStyle/>
          <a:p>
            <a:endParaRPr lang="en-US" sz="4545"/>
          </a:p>
        </p:txBody>
      </p:sp>
      <p:sp>
        <p:nvSpPr>
          <p:cNvPr id="292" name="c/pca-ICBHI-065">
            <a:extLst>
              <a:ext uri="{FF2B5EF4-FFF2-40B4-BE49-F238E27FC236}">
                <a16:creationId xmlns:a16="http://schemas.microsoft.com/office/drawing/2014/main" id="{BD2D030F-D11C-49D2-A0C3-C5A11E476E30}"/>
              </a:ext>
            </a:extLst>
          </p:cNvPr>
          <p:cNvSpPr>
            <a:spLocks noGrp="1"/>
          </p:cNvSpPr>
          <p:nvPr/>
        </p:nvSpPr>
        <p:spPr>
          <a:xfrm>
            <a:off x="15314352" y="4233188"/>
            <a:ext cx="41960" cy="41960"/>
          </a:xfrm>
          <a:prstGeom prst="ellipse">
            <a:avLst/>
          </a:prstGeom>
          <a:solidFill>
            <a:srgbClr val="3B739E">
              <a:alpha val="64000"/>
            </a:srgbClr>
          </a:solidFill>
          <a:ln w="0">
            <a:noFill/>
          </a:ln>
        </p:spPr>
        <p:txBody>
          <a:bodyPr/>
          <a:lstStyle/>
          <a:p>
            <a:endParaRPr lang="en-US" sz="4545"/>
          </a:p>
        </p:txBody>
      </p:sp>
      <p:sp>
        <p:nvSpPr>
          <p:cNvPr id="293" name="c/pca-ICBHI-066">
            <a:extLst>
              <a:ext uri="{FF2B5EF4-FFF2-40B4-BE49-F238E27FC236}">
                <a16:creationId xmlns:a16="http://schemas.microsoft.com/office/drawing/2014/main" id="{CD1F6A08-3FE7-4AEE-8599-F9A00EC378EB}"/>
              </a:ext>
            </a:extLst>
          </p:cNvPr>
          <p:cNvSpPr>
            <a:spLocks noGrp="1"/>
          </p:cNvSpPr>
          <p:nvPr/>
        </p:nvSpPr>
        <p:spPr>
          <a:xfrm>
            <a:off x="15764976" y="4375472"/>
            <a:ext cx="41960" cy="41960"/>
          </a:xfrm>
          <a:prstGeom prst="ellipse">
            <a:avLst/>
          </a:prstGeom>
          <a:solidFill>
            <a:srgbClr val="3B739E">
              <a:alpha val="64000"/>
            </a:srgbClr>
          </a:solidFill>
          <a:ln w="0">
            <a:noFill/>
          </a:ln>
        </p:spPr>
        <p:txBody>
          <a:bodyPr/>
          <a:lstStyle/>
          <a:p>
            <a:endParaRPr lang="en-US" sz="4545"/>
          </a:p>
        </p:txBody>
      </p:sp>
      <p:sp>
        <p:nvSpPr>
          <p:cNvPr id="294" name="c/pca-ICBHI-067">
            <a:extLst>
              <a:ext uri="{FF2B5EF4-FFF2-40B4-BE49-F238E27FC236}">
                <a16:creationId xmlns:a16="http://schemas.microsoft.com/office/drawing/2014/main" id="{376AB08E-0A1F-48C2-A44C-8FA79FC3DFDD}"/>
              </a:ext>
            </a:extLst>
          </p:cNvPr>
          <p:cNvSpPr>
            <a:spLocks noGrp="1"/>
          </p:cNvSpPr>
          <p:nvPr/>
        </p:nvSpPr>
        <p:spPr>
          <a:xfrm>
            <a:off x="15491665" y="4194740"/>
            <a:ext cx="41960" cy="41960"/>
          </a:xfrm>
          <a:prstGeom prst="ellipse">
            <a:avLst/>
          </a:prstGeom>
          <a:solidFill>
            <a:srgbClr val="3B739E">
              <a:alpha val="64000"/>
            </a:srgbClr>
          </a:solidFill>
          <a:ln w="0">
            <a:noFill/>
          </a:ln>
        </p:spPr>
        <p:txBody>
          <a:bodyPr/>
          <a:lstStyle/>
          <a:p>
            <a:endParaRPr lang="en-US" sz="4545"/>
          </a:p>
        </p:txBody>
      </p:sp>
      <p:sp>
        <p:nvSpPr>
          <p:cNvPr id="295" name="c/pca-ICBHI-068">
            <a:extLst>
              <a:ext uri="{FF2B5EF4-FFF2-40B4-BE49-F238E27FC236}">
                <a16:creationId xmlns:a16="http://schemas.microsoft.com/office/drawing/2014/main" id="{01E6265D-2094-47C0-9302-636FE788FC97}"/>
              </a:ext>
            </a:extLst>
          </p:cNvPr>
          <p:cNvSpPr>
            <a:spLocks noGrp="1"/>
          </p:cNvSpPr>
          <p:nvPr/>
        </p:nvSpPr>
        <p:spPr>
          <a:xfrm>
            <a:off x="15346675" y="4220386"/>
            <a:ext cx="41960" cy="41960"/>
          </a:xfrm>
          <a:prstGeom prst="ellipse">
            <a:avLst/>
          </a:prstGeom>
          <a:solidFill>
            <a:srgbClr val="3B739E">
              <a:alpha val="64000"/>
            </a:srgbClr>
          </a:solidFill>
          <a:ln w="0">
            <a:noFill/>
          </a:ln>
        </p:spPr>
        <p:txBody>
          <a:bodyPr/>
          <a:lstStyle/>
          <a:p>
            <a:endParaRPr lang="en-US" sz="4545"/>
          </a:p>
        </p:txBody>
      </p:sp>
      <p:sp>
        <p:nvSpPr>
          <p:cNvPr id="296" name="c/pca-ICBHI-069">
            <a:extLst>
              <a:ext uri="{FF2B5EF4-FFF2-40B4-BE49-F238E27FC236}">
                <a16:creationId xmlns:a16="http://schemas.microsoft.com/office/drawing/2014/main" id="{C536B614-7532-469E-9D99-E7844E4F4636}"/>
              </a:ext>
            </a:extLst>
          </p:cNvPr>
          <p:cNvSpPr>
            <a:spLocks noGrp="1"/>
          </p:cNvSpPr>
          <p:nvPr/>
        </p:nvSpPr>
        <p:spPr>
          <a:xfrm>
            <a:off x="15636386" y="4342207"/>
            <a:ext cx="41960" cy="41960"/>
          </a:xfrm>
          <a:prstGeom prst="ellipse">
            <a:avLst/>
          </a:prstGeom>
          <a:solidFill>
            <a:srgbClr val="3B739E">
              <a:alpha val="64000"/>
            </a:srgbClr>
          </a:solidFill>
          <a:ln w="0">
            <a:noFill/>
          </a:ln>
        </p:spPr>
        <p:txBody>
          <a:bodyPr/>
          <a:lstStyle/>
          <a:p>
            <a:endParaRPr lang="en-US" sz="4545"/>
          </a:p>
        </p:txBody>
      </p:sp>
      <p:sp>
        <p:nvSpPr>
          <p:cNvPr id="297" name="c/pca-ICBHI-070">
            <a:extLst>
              <a:ext uri="{FF2B5EF4-FFF2-40B4-BE49-F238E27FC236}">
                <a16:creationId xmlns:a16="http://schemas.microsoft.com/office/drawing/2014/main" id="{87A69B16-A090-429D-9EB2-F08A55A7B8F2}"/>
              </a:ext>
            </a:extLst>
          </p:cNvPr>
          <p:cNvSpPr>
            <a:spLocks noGrp="1"/>
          </p:cNvSpPr>
          <p:nvPr/>
        </p:nvSpPr>
        <p:spPr>
          <a:xfrm>
            <a:off x="15444779" y="4234695"/>
            <a:ext cx="41960" cy="41960"/>
          </a:xfrm>
          <a:prstGeom prst="ellipse">
            <a:avLst/>
          </a:prstGeom>
          <a:solidFill>
            <a:srgbClr val="3B739E">
              <a:alpha val="64000"/>
            </a:srgbClr>
          </a:solidFill>
          <a:ln w="0">
            <a:noFill/>
          </a:ln>
        </p:spPr>
        <p:txBody>
          <a:bodyPr/>
          <a:lstStyle/>
          <a:p>
            <a:endParaRPr lang="en-US" sz="4545"/>
          </a:p>
        </p:txBody>
      </p:sp>
      <p:sp>
        <p:nvSpPr>
          <p:cNvPr id="298" name="c/pca-ICBHI-071">
            <a:extLst>
              <a:ext uri="{FF2B5EF4-FFF2-40B4-BE49-F238E27FC236}">
                <a16:creationId xmlns:a16="http://schemas.microsoft.com/office/drawing/2014/main" id="{FE5FF023-6440-44BE-AC21-2A9ACD2DF24B}"/>
              </a:ext>
            </a:extLst>
          </p:cNvPr>
          <p:cNvSpPr>
            <a:spLocks noGrp="1"/>
          </p:cNvSpPr>
          <p:nvPr/>
        </p:nvSpPr>
        <p:spPr>
          <a:xfrm>
            <a:off x="15398728" y="4205729"/>
            <a:ext cx="41960" cy="41960"/>
          </a:xfrm>
          <a:prstGeom prst="ellipse">
            <a:avLst/>
          </a:prstGeom>
          <a:solidFill>
            <a:srgbClr val="3B739E">
              <a:alpha val="64000"/>
            </a:srgbClr>
          </a:solidFill>
          <a:ln w="0">
            <a:noFill/>
          </a:ln>
        </p:spPr>
        <p:txBody>
          <a:bodyPr/>
          <a:lstStyle/>
          <a:p>
            <a:endParaRPr lang="en-US" sz="4545"/>
          </a:p>
        </p:txBody>
      </p:sp>
      <p:sp>
        <p:nvSpPr>
          <p:cNvPr id="299" name="c/pca-ICBHI-072">
            <a:extLst>
              <a:ext uri="{FF2B5EF4-FFF2-40B4-BE49-F238E27FC236}">
                <a16:creationId xmlns:a16="http://schemas.microsoft.com/office/drawing/2014/main" id="{08EB3E99-DBBB-40C5-90C2-1371631976AE}"/>
              </a:ext>
            </a:extLst>
          </p:cNvPr>
          <p:cNvSpPr>
            <a:spLocks noGrp="1"/>
          </p:cNvSpPr>
          <p:nvPr/>
        </p:nvSpPr>
        <p:spPr>
          <a:xfrm>
            <a:off x="15497316" y="3967588"/>
            <a:ext cx="41960" cy="41960"/>
          </a:xfrm>
          <a:prstGeom prst="ellipse">
            <a:avLst/>
          </a:prstGeom>
          <a:solidFill>
            <a:srgbClr val="3B739E">
              <a:alpha val="64000"/>
            </a:srgbClr>
          </a:solidFill>
          <a:ln w="0">
            <a:noFill/>
          </a:ln>
        </p:spPr>
        <p:txBody>
          <a:bodyPr/>
          <a:lstStyle/>
          <a:p>
            <a:endParaRPr lang="en-US" sz="4545"/>
          </a:p>
        </p:txBody>
      </p:sp>
      <p:sp>
        <p:nvSpPr>
          <p:cNvPr id="300" name="c/pca-ICBHI-073">
            <a:extLst>
              <a:ext uri="{FF2B5EF4-FFF2-40B4-BE49-F238E27FC236}">
                <a16:creationId xmlns:a16="http://schemas.microsoft.com/office/drawing/2014/main" id="{15745D5B-40B9-492C-9CB1-6085F02E80B4}"/>
              </a:ext>
            </a:extLst>
          </p:cNvPr>
          <p:cNvSpPr>
            <a:spLocks noGrp="1"/>
          </p:cNvSpPr>
          <p:nvPr/>
        </p:nvSpPr>
        <p:spPr>
          <a:xfrm>
            <a:off x="15459393" y="4168523"/>
            <a:ext cx="41960" cy="41960"/>
          </a:xfrm>
          <a:prstGeom prst="ellipse">
            <a:avLst/>
          </a:prstGeom>
          <a:solidFill>
            <a:srgbClr val="3B739E">
              <a:alpha val="64000"/>
            </a:srgbClr>
          </a:solidFill>
          <a:ln w="0">
            <a:noFill/>
          </a:ln>
        </p:spPr>
        <p:txBody>
          <a:bodyPr/>
          <a:lstStyle/>
          <a:p>
            <a:endParaRPr lang="en-US" sz="4545"/>
          </a:p>
        </p:txBody>
      </p:sp>
      <p:sp>
        <p:nvSpPr>
          <p:cNvPr id="301" name="c/pca-ICBHI-074">
            <a:extLst>
              <a:ext uri="{FF2B5EF4-FFF2-40B4-BE49-F238E27FC236}">
                <a16:creationId xmlns:a16="http://schemas.microsoft.com/office/drawing/2014/main" id="{7FF6EBEE-05F7-4F05-9805-3837BEBFA76C}"/>
              </a:ext>
            </a:extLst>
          </p:cNvPr>
          <p:cNvSpPr>
            <a:spLocks noGrp="1"/>
          </p:cNvSpPr>
          <p:nvPr/>
        </p:nvSpPr>
        <p:spPr>
          <a:xfrm>
            <a:off x="15278313" y="4198732"/>
            <a:ext cx="41960" cy="41960"/>
          </a:xfrm>
          <a:prstGeom prst="ellipse">
            <a:avLst/>
          </a:prstGeom>
          <a:solidFill>
            <a:srgbClr val="3B739E">
              <a:alpha val="64000"/>
            </a:srgbClr>
          </a:solidFill>
          <a:ln w="0">
            <a:noFill/>
          </a:ln>
        </p:spPr>
        <p:txBody>
          <a:bodyPr/>
          <a:lstStyle/>
          <a:p>
            <a:endParaRPr lang="en-US" sz="4545"/>
          </a:p>
        </p:txBody>
      </p:sp>
      <p:sp>
        <p:nvSpPr>
          <p:cNvPr id="302" name="c/pca-ICBHI-075">
            <a:extLst>
              <a:ext uri="{FF2B5EF4-FFF2-40B4-BE49-F238E27FC236}">
                <a16:creationId xmlns:a16="http://schemas.microsoft.com/office/drawing/2014/main" id="{9E9DEBB5-AD96-4932-BF2F-A696B1E584A0}"/>
              </a:ext>
            </a:extLst>
          </p:cNvPr>
          <p:cNvSpPr>
            <a:spLocks noGrp="1"/>
          </p:cNvSpPr>
          <p:nvPr/>
        </p:nvSpPr>
        <p:spPr>
          <a:xfrm>
            <a:off x="15327621" y="4241422"/>
            <a:ext cx="41960" cy="41960"/>
          </a:xfrm>
          <a:prstGeom prst="ellipse">
            <a:avLst/>
          </a:prstGeom>
          <a:solidFill>
            <a:srgbClr val="3B739E">
              <a:alpha val="64000"/>
            </a:srgbClr>
          </a:solidFill>
          <a:ln w="0">
            <a:noFill/>
          </a:ln>
        </p:spPr>
        <p:txBody>
          <a:bodyPr/>
          <a:lstStyle/>
          <a:p>
            <a:endParaRPr lang="en-US" sz="4545"/>
          </a:p>
        </p:txBody>
      </p:sp>
      <p:sp>
        <p:nvSpPr>
          <p:cNvPr id="303" name="c/pca-ICBHI-076">
            <a:extLst>
              <a:ext uri="{FF2B5EF4-FFF2-40B4-BE49-F238E27FC236}">
                <a16:creationId xmlns:a16="http://schemas.microsoft.com/office/drawing/2014/main" id="{2D1D4600-B7CA-4B43-9E39-969F7BF5DFCB}"/>
              </a:ext>
            </a:extLst>
          </p:cNvPr>
          <p:cNvSpPr>
            <a:spLocks noGrp="1"/>
          </p:cNvSpPr>
          <p:nvPr/>
        </p:nvSpPr>
        <p:spPr>
          <a:xfrm>
            <a:off x="15308774" y="4170199"/>
            <a:ext cx="41960" cy="41960"/>
          </a:xfrm>
          <a:prstGeom prst="ellipse">
            <a:avLst/>
          </a:prstGeom>
          <a:solidFill>
            <a:srgbClr val="3B739E">
              <a:alpha val="64000"/>
            </a:srgbClr>
          </a:solidFill>
          <a:ln w="0">
            <a:noFill/>
          </a:ln>
        </p:spPr>
        <p:txBody>
          <a:bodyPr/>
          <a:lstStyle/>
          <a:p>
            <a:endParaRPr lang="en-US" sz="4545"/>
          </a:p>
        </p:txBody>
      </p:sp>
      <p:sp>
        <p:nvSpPr>
          <p:cNvPr id="304" name="c/pca-ICBHI-077">
            <a:extLst>
              <a:ext uri="{FF2B5EF4-FFF2-40B4-BE49-F238E27FC236}">
                <a16:creationId xmlns:a16="http://schemas.microsoft.com/office/drawing/2014/main" id="{B1634A86-7600-42C4-8BB7-11B680DF0993}"/>
              </a:ext>
            </a:extLst>
          </p:cNvPr>
          <p:cNvSpPr>
            <a:spLocks noGrp="1"/>
          </p:cNvSpPr>
          <p:nvPr/>
        </p:nvSpPr>
        <p:spPr>
          <a:xfrm>
            <a:off x="15612302" y="3967624"/>
            <a:ext cx="41960" cy="41960"/>
          </a:xfrm>
          <a:prstGeom prst="ellipse">
            <a:avLst/>
          </a:prstGeom>
          <a:solidFill>
            <a:srgbClr val="3B739E">
              <a:alpha val="64000"/>
            </a:srgbClr>
          </a:solidFill>
          <a:ln w="0">
            <a:noFill/>
          </a:ln>
        </p:spPr>
        <p:txBody>
          <a:bodyPr/>
          <a:lstStyle/>
          <a:p>
            <a:endParaRPr lang="en-US" sz="4545"/>
          </a:p>
        </p:txBody>
      </p:sp>
      <p:sp>
        <p:nvSpPr>
          <p:cNvPr id="305" name="c/pca-ICBHI-078">
            <a:extLst>
              <a:ext uri="{FF2B5EF4-FFF2-40B4-BE49-F238E27FC236}">
                <a16:creationId xmlns:a16="http://schemas.microsoft.com/office/drawing/2014/main" id="{9FD85FFB-AAA8-4BAE-AD60-90C8F48701EE}"/>
              </a:ext>
            </a:extLst>
          </p:cNvPr>
          <p:cNvSpPr>
            <a:spLocks noGrp="1"/>
          </p:cNvSpPr>
          <p:nvPr/>
        </p:nvSpPr>
        <p:spPr>
          <a:xfrm>
            <a:off x="15492304" y="4232494"/>
            <a:ext cx="41960" cy="41960"/>
          </a:xfrm>
          <a:prstGeom prst="ellipse">
            <a:avLst/>
          </a:prstGeom>
          <a:solidFill>
            <a:srgbClr val="3B739E">
              <a:alpha val="64000"/>
            </a:srgbClr>
          </a:solidFill>
          <a:ln w="0">
            <a:noFill/>
          </a:ln>
        </p:spPr>
        <p:txBody>
          <a:bodyPr/>
          <a:lstStyle/>
          <a:p>
            <a:endParaRPr lang="en-US" sz="4545"/>
          </a:p>
        </p:txBody>
      </p:sp>
      <p:sp>
        <p:nvSpPr>
          <p:cNvPr id="306" name="c/pca-ICBHI-079">
            <a:extLst>
              <a:ext uri="{FF2B5EF4-FFF2-40B4-BE49-F238E27FC236}">
                <a16:creationId xmlns:a16="http://schemas.microsoft.com/office/drawing/2014/main" id="{0B45E09F-2D3A-4358-AD84-E4230FCA5864}"/>
              </a:ext>
            </a:extLst>
          </p:cNvPr>
          <p:cNvSpPr>
            <a:spLocks noGrp="1"/>
          </p:cNvSpPr>
          <p:nvPr/>
        </p:nvSpPr>
        <p:spPr>
          <a:xfrm>
            <a:off x="15343266" y="4118172"/>
            <a:ext cx="41960" cy="41960"/>
          </a:xfrm>
          <a:prstGeom prst="ellipse">
            <a:avLst/>
          </a:prstGeom>
          <a:solidFill>
            <a:srgbClr val="3B739E">
              <a:alpha val="64000"/>
            </a:srgbClr>
          </a:solidFill>
          <a:ln w="0">
            <a:noFill/>
          </a:ln>
        </p:spPr>
        <p:txBody>
          <a:bodyPr/>
          <a:lstStyle/>
          <a:p>
            <a:endParaRPr lang="en-US" sz="4545"/>
          </a:p>
        </p:txBody>
      </p:sp>
      <p:sp>
        <p:nvSpPr>
          <p:cNvPr id="307" name="c/pca-ICBHI-080">
            <a:extLst>
              <a:ext uri="{FF2B5EF4-FFF2-40B4-BE49-F238E27FC236}">
                <a16:creationId xmlns:a16="http://schemas.microsoft.com/office/drawing/2014/main" id="{EF00A324-F233-4254-87E2-197776BA4AE5}"/>
              </a:ext>
            </a:extLst>
          </p:cNvPr>
          <p:cNvSpPr>
            <a:spLocks noGrp="1"/>
          </p:cNvSpPr>
          <p:nvPr/>
        </p:nvSpPr>
        <p:spPr>
          <a:xfrm>
            <a:off x="15342976" y="4150663"/>
            <a:ext cx="41960" cy="41960"/>
          </a:xfrm>
          <a:prstGeom prst="ellipse">
            <a:avLst/>
          </a:prstGeom>
          <a:solidFill>
            <a:srgbClr val="3B739E">
              <a:alpha val="64000"/>
            </a:srgbClr>
          </a:solidFill>
          <a:ln w="0">
            <a:noFill/>
          </a:ln>
        </p:spPr>
        <p:txBody>
          <a:bodyPr/>
          <a:lstStyle/>
          <a:p>
            <a:endParaRPr lang="en-US" sz="4545"/>
          </a:p>
        </p:txBody>
      </p:sp>
      <p:sp>
        <p:nvSpPr>
          <p:cNvPr id="308" name="c/pca-ICBHI-081">
            <a:extLst>
              <a:ext uri="{FF2B5EF4-FFF2-40B4-BE49-F238E27FC236}">
                <a16:creationId xmlns:a16="http://schemas.microsoft.com/office/drawing/2014/main" id="{68BAAD5C-B756-42C1-954A-033FE7D5CE56}"/>
              </a:ext>
            </a:extLst>
          </p:cNvPr>
          <p:cNvSpPr>
            <a:spLocks noGrp="1"/>
          </p:cNvSpPr>
          <p:nvPr/>
        </p:nvSpPr>
        <p:spPr>
          <a:xfrm>
            <a:off x="15458593" y="4255794"/>
            <a:ext cx="41960" cy="41960"/>
          </a:xfrm>
          <a:prstGeom prst="ellipse">
            <a:avLst/>
          </a:prstGeom>
          <a:solidFill>
            <a:srgbClr val="3B739E">
              <a:alpha val="64000"/>
            </a:srgbClr>
          </a:solidFill>
          <a:ln w="0">
            <a:noFill/>
          </a:ln>
        </p:spPr>
        <p:txBody>
          <a:bodyPr/>
          <a:lstStyle/>
          <a:p>
            <a:endParaRPr lang="en-US" sz="4545"/>
          </a:p>
        </p:txBody>
      </p:sp>
      <p:sp>
        <p:nvSpPr>
          <p:cNvPr id="309" name="c/pca-ICBHI-082">
            <a:extLst>
              <a:ext uri="{FF2B5EF4-FFF2-40B4-BE49-F238E27FC236}">
                <a16:creationId xmlns:a16="http://schemas.microsoft.com/office/drawing/2014/main" id="{5018AE86-FDD7-47CE-AE03-58BA9691F770}"/>
              </a:ext>
            </a:extLst>
          </p:cNvPr>
          <p:cNvSpPr>
            <a:spLocks noGrp="1"/>
          </p:cNvSpPr>
          <p:nvPr/>
        </p:nvSpPr>
        <p:spPr>
          <a:xfrm>
            <a:off x="15729576" y="4378128"/>
            <a:ext cx="41960" cy="41960"/>
          </a:xfrm>
          <a:prstGeom prst="ellipse">
            <a:avLst/>
          </a:prstGeom>
          <a:solidFill>
            <a:srgbClr val="3B739E">
              <a:alpha val="64000"/>
            </a:srgbClr>
          </a:solidFill>
          <a:ln w="0">
            <a:noFill/>
          </a:ln>
        </p:spPr>
        <p:txBody>
          <a:bodyPr/>
          <a:lstStyle/>
          <a:p>
            <a:endParaRPr lang="en-US" sz="4545"/>
          </a:p>
        </p:txBody>
      </p:sp>
      <p:sp>
        <p:nvSpPr>
          <p:cNvPr id="310" name="c/pca-ICBHI-083">
            <a:extLst>
              <a:ext uri="{FF2B5EF4-FFF2-40B4-BE49-F238E27FC236}">
                <a16:creationId xmlns:a16="http://schemas.microsoft.com/office/drawing/2014/main" id="{BE83CE86-EB9B-4FE9-8CFC-E05E76202B33}"/>
              </a:ext>
            </a:extLst>
          </p:cNvPr>
          <p:cNvSpPr>
            <a:spLocks noGrp="1"/>
          </p:cNvSpPr>
          <p:nvPr/>
        </p:nvSpPr>
        <p:spPr>
          <a:xfrm>
            <a:off x="15322897" y="4201795"/>
            <a:ext cx="41960" cy="41960"/>
          </a:xfrm>
          <a:prstGeom prst="ellipse">
            <a:avLst/>
          </a:prstGeom>
          <a:solidFill>
            <a:srgbClr val="3B739E">
              <a:alpha val="64000"/>
            </a:srgbClr>
          </a:solidFill>
          <a:ln w="0">
            <a:noFill/>
          </a:ln>
        </p:spPr>
        <p:txBody>
          <a:bodyPr/>
          <a:lstStyle/>
          <a:p>
            <a:endParaRPr lang="en-US" sz="4545"/>
          </a:p>
        </p:txBody>
      </p:sp>
      <p:sp>
        <p:nvSpPr>
          <p:cNvPr id="311" name="c/pca-ICBHI-084">
            <a:extLst>
              <a:ext uri="{FF2B5EF4-FFF2-40B4-BE49-F238E27FC236}">
                <a16:creationId xmlns:a16="http://schemas.microsoft.com/office/drawing/2014/main" id="{ADA338D5-28D2-482F-B9B6-0EF1DEDFF7AF}"/>
              </a:ext>
            </a:extLst>
          </p:cNvPr>
          <p:cNvSpPr>
            <a:spLocks noGrp="1"/>
          </p:cNvSpPr>
          <p:nvPr/>
        </p:nvSpPr>
        <p:spPr>
          <a:xfrm>
            <a:off x="15453939" y="4203267"/>
            <a:ext cx="41960" cy="41960"/>
          </a:xfrm>
          <a:prstGeom prst="ellipse">
            <a:avLst/>
          </a:prstGeom>
          <a:solidFill>
            <a:srgbClr val="3B739E">
              <a:alpha val="64000"/>
            </a:srgbClr>
          </a:solidFill>
          <a:ln w="0">
            <a:noFill/>
          </a:ln>
        </p:spPr>
        <p:txBody>
          <a:bodyPr/>
          <a:lstStyle/>
          <a:p>
            <a:endParaRPr lang="en-US" sz="4545"/>
          </a:p>
        </p:txBody>
      </p:sp>
      <p:sp>
        <p:nvSpPr>
          <p:cNvPr id="312" name="c/pca-ICBHI-085">
            <a:extLst>
              <a:ext uri="{FF2B5EF4-FFF2-40B4-BE49-F238E27FC236}">
                <a16:creationId xmlns:a16="http://schemas.microsoft.com/office/drawing/2014/main" id="{8C27F1A7-2909-4CC0-A368-C6B43C0D1E62}"/>
              </a:ext>
            </a:extLst>
          </p:cNvPr>
          <p:cNvSpPr>
            <a:spLocks noGrp="1"/>
          </p:cNvSpPr>
          <p:nvPr/>
        </p:nvSpPr>
        <p:spPr>
          <a:xfrm>
            <a:off x="15421246" y="4236683"/>
            <a:ext cx="41960" cy="41960"/>
          </a:xfrm>
          <a:prstGeom prst="ellipse">
            <a:avLst/>
          </a:prstGeom>
          <a:solidFill>
            <a:srgbClr val="3B739E">
              <a:alpha val="64000"/>
            </a:srgbClr>
          </a:solidFill>
          <a:ln w="0">
            <a:noFill/>
          </a:ln>
        </p:spPr>
        <p:txBody>
          <a:bodyPr/>
          <a:lstStyle/>
          <a:p>
            <a:endParaRPr lang="en-US" sz="4545"/>
          </a:p>
        </p:txBody>
      </p:sp>
      <p:sp>
        <p:nvSpPr>
          <p:cNvPr id="313" name="c/pca-ICBHI-086">
            <a:extLst>
              <a:ext uri="{FF2B5EF4-FFF2-40B4-BE49-F238E27FC236}">
                <a16:creationId xmlns:a16="http://schemas.microsoft.com/office/drawing/2014/main" id="{F312D90A-7E22-46F2-B22E-EAB801FA1A18}"/>
              </a:ext>
            </a:extLst>
          </p:cNvPr>
          <p:cNvSpPr>
            <a:spLocks noGrp="1"/>
          </p:cNvSpPr>
          <p:nvPr/>
        </p:nvSpPr>
        <p:spPr>
          <a:xfrm>
            <a:off x="15912103" y="4425851"/>
            <a:ext cx="41960" cy="41960"/>
          </a:xfrm>
          <a:prstGeom prst="ellipse">
            <a:avLst/>
          </a:prstGeom>
          <a:solidFill>
            <a:srgbClr val="3B739E">
              <a:alpha val="64000"/>
            </a:srgbClr>
          </a:solidFill>
          <a:ln w="0">
            <a:noFill/>
          </a:ln>
        </p:spPr>
        <p:txBody>
          <a:bodyPr/>
          <a:lstStyle/>
          <a:p>
            <a:endParaRPr lang="en-US" sz="4545"/>
          </a:p>
        </p:txBody>
      </p:sp>
      <p:sp>
        <p:nvSpPr>
          <p:cNvPr id="314" name="c/pca-ICBHI-087">
            <a:extLst>
              <a:ext uri="{FF2B5EF4-FFF2-40B4-BE49-F238E27FC236}">
                <a16:creationId xmlns:a16="http://schemas.microsoft.com/office/drawing/2014/main" id="{480556E1-36E6-4121-9530-3C1AA63E18BB}"/>
              </a:ext>
            </a:extLst>
          </p:cNvPr>
          <p:cNvSpPr>
            <a:spLocks noGrp="1"/>
          </p:cNvSpPr>
          <p:nvPr/>
        </p:nvSpPr>
        <p:spPr>
          <a:xfrm>
            <a:off x="15496119" y="3921388"/>
            <a:ext cx="41960" cy="41960"/>
          </a:xfrm>
          <a:prstGeom prst="ellipse">
            <a:avLst/>
          </a:prstGeom>
          <a:solidFill>
            <a:srgbClr val="3B739E">
              <a:alpha val="64000"/>
            </a:srgbClr>
          </a:solidFill>
          <a:ln w="0">
            <a:noFill/>
          </a:ln>
        </p:spPr>
        <p:txBody>
          <a:bodyPr/>
          <a:lstStyle/>
          <a:p>
            <a:endParaRPr lang="en-US" sz="4545"/>
          </a:p>
        </p:txBody>
      </p:sp>
      <p:sp>
        <p:nvSpPr>
          <p:cNvPr id="315" name="c/pca-ICBHI-088">
            <a:extLst>
              <a:ext uri="{FF2B5EF4-FFF2-40B4-BE49-F238E27FC236}">
                <a16:creationId xmlns:a16="http://schemas.microsoft.com/office/drawing/2014/main" id="{C9A837A4-11C3-433B-A57F-0F1AFBA653B2}"/>
              </a:ext>
            </a:extLst>
          </p:cNvPr>
          <p:cNvSpPr>
            <a:spLocks noGrp="1"/>
          </p:cNvSpPr>
          <p:nvPr/>
        </p:nvSpPr>
        <p:spPr>
          <a:xfrm>
            <a:off x="15276742" y="4203408"/>
            <a:ext cx="41960" cy="41960"/>
          </a:xfrm>
          <a:prstGeom prst="ellipse">
            <a:avLst/>
          </a:prstGeom>
          <a:solidFill>
            <a:srgbClr val="3B739E">
              <a:alpha val="64000"/>
            </a:srgbClr>
          </a:solidFill>
          <a:ln w="0">
            <a:noFill/>
          </a:ln>
        </p:spPr>
        <p:txBody>
          <a:bodyPr/>
          <a:lstStyle/>
          <a:p>
            <a:endParaRPr lang="en-US" sz="4545"/>
          </a:p>
        </p:txBody>
      </p:sp>
      <p:sp>
        <p:nvSpPr>
          <p:cNvPr id="316" name="c/pca-ICBHI-089">
            <a:extLst>
              <a:ext uri="{FF2B5EF4-FFF2-40B4-BE49-F238E27FC236}">
                <a16:creationId xmlns:a16="http://schemas.microsoft.com/office/drawing/2014/main" id="{66350F8F-C840-4644-9D13-2E140E99FFC4}"/>
              </a:ext>
            </a:extLst>
          </p:cNvPr>
          <p:cNvSpPr>
            <a:spLocks noGrp="1"/>
          </p:cNvSpPr>
          <p:nvPr/>
        </p:nvSpPr>
        <p:spPr>
          <a:xfrm>
            <a:off x="15339734" y="4237051"/>
            <a:ext cx="41960" cy="41960"/>
          </a:xfrm>
          <a:prstGeom prst="ellipse">
            <a:avLst/>
          </a:prstGeom>
          <a:solidFill>
            <a:srgbClr val="3B739E">
              <a:alpha val="64000"/>
            </a:srgbClr>
          </a:solidFill>
          <a:ln w="0">
            <a:noFill/>
          </a:ln>
        </p:spPr>
        <p:txBody>
          <a:bodyPr/>
          <a:lstStyle/>
          <a:p>
            <a:endParaRPr lang="en-US" sz="4545"/>
          </a:p>
        </p:txBody>
      </p:sp>
      <p:sp>
        <p:nvSpPr>
          <p:cNvPr id="317" name="c/pca-ICBHI-090">
            <a:extLst>
              <a:ext uri="{FF2B5EF4-FFF2-40B4-BE49-F238E27FC236}">
                <a16:creationId xmlns:a16="http://schemas.microsoft.com/office/drawing/2014/main" id="{2C69869D-B09A-4825-B174-382AE0C3BB53}"/>
              </a:ext>
            </a:extLst>
          </p:cNvPr>
          <p:cNvSpPr>
            <a:spLocks noGrp="1"/>
          </p:cNvSpPr>
          <p:nvPr/>
        </p:nvSpPr>
        <p:spPr>
          <a:xfrm>
            <a:off x="15361199" y="4235039"/>
            <a:ext cx="41960" cy="41960"/>
          </a:xfrm>
          <a:prstGeom prst="ellipse">
            <a:avLst/>
          </a:prstGeom>
          <a:solidFill>
            <a:srgbClr val="3B739E">
              <a:alpha val="64000"/>
            </a:srgbClr>
          </a:solidFill>
          <a:ln w="0">
            <a:noFill/>
          </a:ln>
        </p:spPr>
        <p:txBody>
          <a:bodyPr/>
          <a:lstStyle/>
          <a:p>
            <a:endParaRPr lang="en-US" sz="4545"/>
          </a:p>
        </p:txBody>
      </p:sp>
      <p:sp>
        <p:nvSpPr>
          <p:cNvPr id="318" name="c/pca-ICBHI-091">
            <a:extLst>
              <a:ext uri="{FF2B5EF4-FFF2-40B4-BE49-F238E27FC236}">
                <a16:creationId xmlns:a16="http://schemas.microsoft.com/office/drawing/2014/main" id="{44324037-F869-4F7F-9F51-9EEAE48C6524}"/>
              </a:ext>
            </a:extLst>
          </p:cNvPr>
          <p:cNvSpPr>
            <a:spLocks noGrp="1"/>
          </p:cNvSpPr>
          <p:nvPr/>
        </p:nvSpPr>
        <p:spPr>
          <a:xfrm>
            <a:off x="15477828" y="4258898"/>
            <a:ext cx="41960" cy="41960"/>
          </a:xfrm>
          <a:prstGeom prst="ellipse">
            <a:avLst/>
          </a:prstGeom>
          <a:solidFill>
            <a:srgbClr val="3B739E">
              <a:alpha val="64000"/>
            </a:srgbClr>
          </a:solidFill>
          <a:ln w="0">
            <a:noFill/>
          </a:ln>
        </p:spPr>
        <p:txBody>
          <a:bodyPr/>
          <a:lstStyle/>
          <a:p>
            <a:endParaRPr lang="en-US" sz="4545"/>
          </a:p>
        </p:txBody>
      </p:sp>
      <p:sp>
        <p:nvSpPr>
          <p:cNvPr id="319" name="c/pca-ICBHI-092">
            <a:extLst>
              <a:ext uri="{FF2B5EF4-FFF2-40B4-BE49-F238E27FC236}">
                <a16:creationId xmlns:a16="http://schemas.microsoft.com/office/drawing/2014/main" id="{FB1F40AC-EFC6-4DA8-8F05-7012F05AC12C}"/>
              </a:ext>
            </a:extLst>
          </p:cNvPr>
          <p:cNvSpPr>
            <a:spLocks noGrp="1"/>
          </p:cNvSpPr>
          <p:nvPr/>
        </p:nvSpPr>
        <p:spPr>
          <a:xfrm>
            <a:off x="15428207" y="4224353"/>
            <a:ext cx="41960" cy="41960"/>
          </a:xfrm>
          <a:prstGeom prst="ellipse">
            <a:avLst/>
          </a:prstGeom>
          <a:solidFill>
            <a:srgbClr val="3B739E">
              <a:alpha val="64000"/>
            </a:srgbClr>
          </a:solidFill>
          <a:ln w="0">
            <a:noFill/>
          </a:ln>
        </p:spPr>
        <p:txBody>
          <a:bodyPr/>
          <a:lstStyle/>
          <a:p>
            <a:endParaRPr lang="en-US" sz="4545"/>
          </a:p>
        </p:txBody>
      </p:sp>
      <p:sp>
        <p:nvSpPr>
          <p:cNvPr id="320" name="c/pca-ICBHI-093">
            <a:extLst>
              <a:ext uri="{FF2B5EF4-FFF2-40B4-BE49-F238E27FC236}">
                <a16:creationId xmlns:a16="http://schemas.microsoft.com/office/drawing/2014/main" id="{71348102-49E7-4A68-B246-329F79B78D4E}"/>
              </a:ext>
            </a:extLst>
          </p:cNvPr>
          <p:cNvSpPr>
            <a:spLocks noGrp="1"/>
          </p:cNvSpPr>
          <p:nvPr/>
        </p:nvSpPr>
        <p:spPr>
          <a:xfrm>
            <a:off x="15310355" y="4209796"/>
            <a:ext cx="41960" cy="41960"/>
          </a:xfrm>
          <a:prstGeom prst="ellipse">
            <a:avLst/>
          </a:prstGeom>
          <a:solidFill>
            <a:srgbClr val="3B739E">
              <a:alpha val="64000"/>
            </a:srgbClr>
          </a:solidFill>
          <a:ln w="0">
            <a:noFill/>
          </a:ln>
        </p:spPr>
        <p:txBody>
          <a:bodyPr/>
          <a:lstStyle/>
          <a:p>
            <a:endParaRPr lang="en-US" sz="4545"/>
          </a:p>
        </p:txBody>
      </p:sp>
      <p:sp>
        <p:nvSpPr>
          <p:cNvPr id="321" name="c/pca-ICBHI-094">
            <a:extLst>
              <a:ext uri="{FF2B5EF4-FFF2-40B4-BE49-F238E27FC236}">
                <a16:creationId xmlns:a16="http://schemas.microsoft.com/office/drawing/2014/main" id="{A2686135-CE06-4F9E-9624-66BF7D99A56E}"/>
              </a:ext>
            </a:extLst>
          </p:cNvPr>
          <p:cNvSpPr>
            <a:spLocks noGrp="1"/>
          </p:cNvSpPr>
          <p:nvPr/>
        </p:nvSpPr>
        <p:spPr>
          <a:xfrm>
            <a:off x="15466377" y="4209910"/>
            <a:ext cx="41960" cy="41960"/>
          </a:xfrm>
          <a:prstGeom prst="ellipse">
            <a:avLst/>
          </a:prstGeom>
          <a:solidFill>
            <a:srgbClr val="3B739E">
              <a:alpha val="64000"/>
            </a:srgbClr>
          </a:solidFill>
          <a:ln w="0">
            <a:noFill/>
          </a:ln>
        </p:spPr>
        <p:txBody>
          <a:bodyPr/>
          <a:lstStyle/>
          <a:p>
            <a:endParaRPr lang="en-US" sz="4545"/>
          </a:p>
        </p:txBody>
      </p:sp>
      <p:sp>
        <p:nvSpPr>
          <p:cNvPr id="322" name="c/pca-ICBHI-095">
            <a:extLst>
              <a:ext uri="{FF2B5EF4-FFF2-40B4-BE49-F238E27FC236}">
                <a16:creationId xmlns:a16="http://schemas.microsoft.com/office/drawing/2014/main" id="{FF9D6A42-7248-41AE-AF04-98E5016E1E6F}"/>
              </a:ext>
            </a:extLst>
          </p:cNvPr>
          <p:cNvSpPr>
            <a:spLocks noGrp="1"/>
          </p:cNvSpPr>
          <p:nvPr/>
        </p:nvSpPr>
        <p:spPr>
          <a:xfrm>
            <a:off x="15533838" y="4213677"/>
            <a:ext cx="41960" cy="41960"/>
          </a:xfrm>
          <a:prstGeom prst="ellipse">
            <a:avLst/>
          </a:prstGeom>
          <a:solidFill>
            <a:srgbClr val="3B739E">
              <a:alpha val="64000"/>
            </a:srgbClr>
          </a:solidFill>
          <a:ln w="0">
            <a:noFill/>
          </a:ln>
        </p:spPr>
        <p:txBody>
          <a:bodyPr/>
          <a:lstStyle/>
          <a:p>
            <a:endParaRPr lang="en-US" sz="4545"/>
          </a:p>
        </p:txBody>
      </p:sp>
      <p:sp>
        <p:nvSpPr>
          <p:cNvPr id="323" name="c/pca-ICBHI-096">
            <a:extLst>
              <a:ext uri="{FF2B5EF4-FFF2-40B4-BE49-F238E27FC236}">
                <a16:creationId xmlns:a16="http://schemas.microsoft.com/office/drawing/2014/main" id="{35D62BE5-94A5-45D0-AA03-E95BC3358220}"/>
              </a:ext>
            </a:extLst>
          </p:cNvPr>
          <p:cNvSpPr>
            <a:spLocks noGrp="1"/>
          </p:cNvSpPr>
          <p:nvPr/>
        </p:nvSpPr>
        <p:spPr>
          <a:xfrm>
            <a:off x="15312539" y="4193195"/>
            <a:ext cx="41960" cy="41960"/>
          </a:xfrm>
          <a:prstGeom prst="ellipse">
            <a:avLst/>
          </a:prstGeom>
          <a:solidFill>
            <a:srgbClr val="3B739E">
              <a:alpha val="64000"/>
            </a:srgbClr>
          </a:solidFill>
          <a:ln w="0">
            <a:noFill/>
          </a:ln>
        </p:spPr>
        <p:txBody>
          <a:bodyPr/>
          <a:lstStyle/>
          <a:p>
            <a:endParaRPr lang="en-US" sz="4545"/>
          </a:p>
        </p:txBody>
      </p:sp>
      <p:sp>
        <p:nvSpPr>
          <p:cNvPr id="324" name="c/pca-ICBHI-097">
            <a:extLst>
              <a:ext uri="{FF2B5EF4-FFF2-40B4-BE49-F238E27FC236}">
                <a16:creationId xmlns:a16="http://schemas.microsoft.com/office/drawing/2014/main" id="{7754C2E3-3DFC-4C87-9A43-D0C7E7B4BB79}"/>
              </a:ext>
            </a:extLst>
          </p:cNvPr>
          <p:cNvSpPr>
            <a:spLocks noGrp="1"/>
          </p:cNvSpPr>
          <p:nvPr/>
        </p:nvSpPr>
        <p:spPr>
          <a:xfrm>
            <a:off x="15386390" y="4235748"/>
            <a:ext cx="41960" cy="41960"/>
          </a:xfrm>
          <a:prstGeom prst="ellipse">
            <a:avLst/>
          </a:prstGeom>
          <a:solidFill>
            <a:srgbClr val="3B739E">
              <a:alpha val="64000"/>
            </a:srgbClr>
          </a:solidFill>
          <a:ln w="0">
            <a:noFill/>
          </a:ln>
        </p:spPr>
        <p:txBody>
          <a:bodyPr/>
          <a:lstStyle/>
          <a:p>
            <a:endParaRPr lang="en-US" sz="4545"/>
          </a:p>
        </p:txBody>
      </p:sp>
      <p:sp>
        <p:nvSpPr>
          <p:cNvPr id="325" name="c/pca-ICBHI-098">
            <a:extLst>
              <a:ext uri="{FF2B5EF4-FFF2-40B4-BE49-F238E27FC236}">
                <a16:creationId xmlns:a16="http://schemas.microsoft.com/office/drawing/2014/main" id="{0B71DA73-27A4-4617-B4DA-0D1BB39E8A87}"/>
              </a:ext>
            </a:extLst>
          </p:cNvPr>
          <p:cNvSpPr>
            <a:spLocks noGrp="1"/>
          </p:cNvSpPr>
          <p:nvPr/>
        </p:nvSpPr>
        <p:spPr>
          <a:xfrm>
            <a:off x="15303651" y="4187973"/>
            <a:ext cx="41960" cy="41960"/>
          </a:xfrm>
          <a:prstGeom prst="ellipse">
            <a:avLst/>
          </a:prstGeom>
          <a:solidFill>
            <a:srgbClr val="3B739E">
              <a:alpha val="64000"/>
            </a:srgbClr>
          </a:solidFill>
          <a:ln w="0">
            <a:noFill/>
          </a:ln>
        </p:spPr>
        <p:txBody>
          <a:bodyPr/>
          <a:lstStyle/>
          <a:p>
            <a:endParaRPr lang="en-US" sz="4545"/>
          </a:p>
        </p:txBody>
      </p:sp>
      <p:sp>
        <p:nvSpPr>
          <p:cNvPr id="326" name="c/pca-ICBHI-099">
            <a:extLst>
              <a:ext uri="{FF2B5EF4-FFF2-40B4-BE49-F238E27FC236}">
                <a16:creationId xmlns:a16="http://schemas.microsoft.com/office/drawing/2014/main" id="{7027170B-8318-4C8C-B89B-5A8A83D63BA2}"/>
              </a:ext>
            </a:extLst>
          </p:cNvPr>
          <p:cNvSpPr>
            <a:spLocks noGrp="1"/>
          </p:cNvSpPr>
          <p:nvPr/>
        </p:nvSpPr>
        <p:spPr>
          <a:xfrm>
            <a:off x="15510863" y="4275752"/>
            <a:ext cx="41960" cy="41960"/>
          </a:xfrm>
          <a:prstGeom prst="ellipse">
            <a:avLst/>
          </a:prstGeom>
          <a:solidFill>
            <a:srgbClr val="3B739E">
              <a:alpha val="64000"/>
            </a:srgbClr>
          </a:solidFill>
          <a:ln w="0">
            <a:noFill/>
          </a:ln>
        </p:spPr>
        <p:txBody>
          <a:bodyPr/>
          <a:lstStyle/>
          <a:p>
            <a:endParaRPr lang="en-US" sz="4545"/>
          </a:p>
        </p:txBody>
      </p:sp>
      <p:sp>
        <p:nvSpPr>
          <p:cNvPr id="327" name="c/pca-ICBHI-100">
            <a:extLst>
              <a:ext uri="{FF2B5EF4-FFF2-40B4-BE49-F238E27FC236}">
                <a16:creationId xmlns:a16="http://schemas.microsoft.com/office/drawing/2014/main" id="{D28FB3B6-D3E6-4F9B-A067-567C072AA33D}"/>
              </a:ext>
            </a:extLst>
          </p:cNvPr>
          <p:cNvSpPr>
            <a:spLocks noGrp="1"/>
          </p:cNvSpPr>
          <p:nvPr/>
        </p:nvSpPr>
        <p:spPr>
          <a:xfrm>
            <a:off x="15462403" y="4256595"/>
            <a:ext cx="41960" cy="41960"/>
          </a:xfrm>
          <a:prstGeom prst="ellipse">
            <a:avLst/>
          </a:prstGeom>
          <a:solidFill>
            <a:srgbClr val="3B739E">
              <a:alpha val="64000"/>
            </a:srgbClr>
          </a:solidFill>
          <a:ln w="0">
            <a:noFill/>
          </a:ln>
        </p:spPr>
        <p:txBody>
          <a:bodyPr/>
          <a:lstStyle/>
          <a:p>
            <a:endParaRPr lang="en-US" sz="4545"/>
          </a:p>
        </p:txBody>
      </p:sp>
      <p:sp>
        <p:nvSpPr>
          <p:cNvPr id="328" name="c/pca-ICBHI-101">
            <a:extLst>
              <a:ext uri="{FF2B5EF4-FFF2-40B4-BE49-F238E27FC236}">
                <a16:creationId xmlns:a16="http://schemas.microsoft.com/office/drawing/2014/main" id="{718510E5-9305-45CA-9718-E56C89ADD38E}"/>
              </a:ext>
            </a:extLst>
          </p:cNvPr>
          <p:cNvSpPr>
            <a:spLocks noGrp="1"/>
          </p:cNvSpPr>
          <p:nvPr/>
        </p:nvSpPr>
        <p:spPr>
          <a:xfrm>
            <a:off x="15454500" y="4155330"/>
            <a:ext cx="41960" cy="41960"/>
          </a:xfrm>
          <a:prstGeom prst="ellipse">
            <a:avLst/>
          </a:prstGeom>
          <a:solidFill>
            <a:srgbClr val="3B739E">
              <a:alpha val="64000"/>
            </a:srgbClr>
          </a:solidFill>
          <a:ln w="0">
            <a:noFill/>
          </a:ln>
        </p:spPr>
        <p:txBody>
          <a:bodyPr/>
          <a:lstStyle/>
          <a:p>
            <a:endParaRPr lang="en-US" sz="4545"/>
          </a:p>
        </p:txBody>
      </p:sp>
      <p:sp>
        <p:nvSpPr>
          <p:cNvPr id="329" name="c/pca-ICBHI-102">
            <a:extLst>
              <a:ext uri="{FF2B5EF4-FFF2-40B4-BE49-F238E27FC236}">
                <a16:creationId xmlns:a16="http://schemas.microsoft.com/office/drawing/2014/main" id="{01F4239B-A7B4-4DBC-B630-D518E5E9E464}"/>
              </a:ext>
            </a:extLst>
          </p:cNvPr>
          <p:cNvSpPr>
            <a:spLocks noGrp="1"/>
          </p:cNvSpPr>
          <p:nvPr/>
        </p:nvSpPr>
        <p:spPr>
          <a:xfrm>
            <a:off x="15381558" y="3958248"/>
            <a:ext cx="41960" cy="41960"/>
          </a:xfrm>
          <a:prstGeom prst="ellipse">
            <a:avLst/>
          </a:prstGeom>
          <a:solidFill>
            <a:srgbClr val="3B739E">
              <a:alpha val="64000"/>
            </a:srgbClr>
          </a:solidFill>
          <a:ln w="0">
            <a:noFill/>
          </a:ln>
        </p:spPr>
        <p:txBody>
          <a:bodyPr/>
          <a:lstStyle/>
          <a:p>
            <a:endParaRPr lang="en-US" sz="4545"/>
          </a:p>
        </p:txBody>
      </p:sp>
      <p:sp>
        <p:nvSpPr>
          <p:cNvPr id="330" name="c/pca-ICBHI-103">
            <a:extLst>
              <a:ext uri="{FF2B5EF4-FFF2-40B4-BE49-F238E27FC236}">
                <a16:creationId xmlns:a16="http://schemas.microsoft.com/office/drawing/2014/main" id="{BBF2A24F-47E4-4D22-A17F-66FC0FEB5D70}"/>
              </a:ext>
            </a:extLst>
          </p:cNvPr>
          <p:cNvSpPr>
            <a:spLocks noGrp="1"/>
          </p:cNvSpPr>
          <p:nvPr/>
        </p:nvSpPr>
        <p:spPr>
          <a:xfrm>
            <a:off x="15423533" y="4253277"/>
            <a:ext cx="41960" cy="41960"/>
          </a:xfrm>
          <a:prstGeom prst="ellipse">
            <a:avLst/>
          </a:prstGeom>
          <a:solidFill>
            <a:srgbClr val="3B739E">
              <a:alpha val="64000"/>
            </a:srgbClr>
          </a:solidFill>
          <a:ln w="0">
            <a:noFill/>
          </a:ln>
        </p:spPr>
        <p:txBody>
          <a:bodyPr/>
          <a:lstStyle/>
          <a:p>
            <a:endParaRPr lang="en-US" sz="4545"/>
          </a:p>
        </p:txBody>
      </p:sp>
      <p:sp>
        <p:nvSpPr>
          <p:cNvPr id="331" name="c/pca-ICBHI-104">
            <a:extLst>
              <a:ext uri="{FF2B5EF4-FFF2-40B4-BE49-F238E27FC236}">
                <a16:creationId xmlns:a16="http://schemas.microsoft.com/office/drawing/2014/main" id="{D9028DC9-0658-4023-B954-D3E62BD4A880}"/>
              </a:ext>
            </a:extLst>
          </p:cNvPr>
          <p:cNvSpPr>
            <a:spLocks noGrp="1"/>
          </p:cNvSpPr>
          <p:nvPr/>
        </p:nvSpPr>
        <p:spPr>
          <a:xfrm>
            <a:off x="15377533" y="4270162"/>
            <a:ext cx="41960" cy="41960"/>
          </a:xfrm>
          <a:prstGeom prst="ellipse">
            <a:avLst/>
          </a:prstGeom>
          <a:solidFill>
            <a:srgbClr val="3B739E">
              <a:alpha val="64000"/>
            </a:srgbClr>
          </a:solidFill>
          <a:ln w="0">
            <a:noFill/>
          </a:ln>
        </p:spPr>
        <p:txBody>
          <a:bodyPr/>
          <a:lstStyle/>
          <a:p>
            <a:endParaRPr lang="en-US" sz="4545"/>
          </a:p>
        </p:txBody>
      </p:sp>
      <p:sp>
        <p:nvSpPr>
          <p:cNvPr id="332" name="c/pca-ICBHI-105">
            <a:extLst>
              <a:ext uri="{FF2B5EF4-FFF2-40B4-BE49-F238E27FC236}">
                <a16:creationId xmlns:a16="http://schemas.microsoft.com/office/drawing/2014/main" id="{A61A0B5E-1AA1-4E66-958D-04A2A160FC1B}"/>
              </a:ext>
            </a:extLst>
          </p:cNvPr>
          <p:cNvSpPr>
            <a:spLocks noGrp="1"/>
          </p:cNvSpPr>
          <p:nvPr/>
        </p:nvSpPr>
        <p:spPr>
          <a:xfrm>
            <a:off x="15440375" y="4203714"/>
            <a:ext cx="41960" cy="41960"/>
          </a:xfrm>
          <a:prstGeom prst="ellipse">
            <a:avLst/>
          </a:prstGeom>
          <a:solidFill>
            <a:srgbClr val="3B739E">
              <a:alpha val="64000"/>
            </a:srgbClr>
          </a:solidFill>
          <a:ln w="0">
            <a:noFill/>
          </a:ln>
        </p:spPr>
        <p:txBody>
          <a:bodyPr/>
          <a:lstStyle/>
          <a:p>
            <a:endParaRPr lang="en-US" sz="4545"/>
          </a:p>
        </p:txBody>
      </p:sp>
      <p:sp>
        <p:nvSpPr>
          <p:cNvPr id="333" name="c/pca-ICBHI-106">
            <a:extLst>
              <a:ext uri="{FF2B5EF4-FFF2-40B4-BE49-F238E27FC236}">
                <a16:creationId xmlns:a16="http://schemas.microsoft.com/office/drawing/2014/main" id="{C8E492A6-2811-4E9A-BC4B-E777F10D68E4}"/>
              </a:ext>
            </a:extLst>
          </p:cNvPr>
          <p:cNvSpPr>
            <a:spLocks noGrp="1"/>
          </p:cNvSpPr>
          <p:nvPr/>
        </p:nvSpPr>
        <p:spPr>
          <a:xfrm>
            <a:off x="15163324" y="4128592"/>
            <a:ext cx="41960" cy="41960"/>
          </a:xfrm>
          <a:prstGeom prst="ellipse">
            <a:avLst/>
          </a:prstGeom>
          <a:solidFill>
            <a:srgbClr val="3B739E">
              <a:alpha val="64000"/>
            </a:srgbClr>
          </a:solidFill>
          <a:ln w="0">
            <a:noFill/>
          </a:ln>
        </p:spPr>
        <p:txBody>
          <a:bodyPr/>
          <a:lstStyle/>
          <a:p>
            <a:endParaRPr lang="en-US" sz="4545"/>
          </a:p>
        </p:txBody>
      </p:sp>
      <p:sp>
        <p:nvSpPr>
          <p:cNvPr id="334" name="c/pca-ICBHI-107">
            <a:extLst>
              <a:ext uri="{FF2B5EF4-FFF2-40B4-BE49-F238E27FC236}">
                <a16:creationId xmlns:a16="http://schemas.microsoft.com/office/drawing/2014/main" id="{AB95B4E3-EF38-4B7F-AC41-C29ED721533C}"/>
              </a:ext>
            </a:extLst>
          </p:cNvPr>
          <p:cNvSpPr>
            <a:spLocks noGrp="1"/>
          </p:cNvSpPr>
          <p:nvPr/>
        </p:nvSpPr>
        <p:spPr>
          <a:xfrm>
            <a:off x="15580217" y="4300709"/>
            <a:ext cx="41960" cy="41960"/>
          </a:xfrm>
          <a:prstGeom prst="ellipse">
            <a:avLst/>
          </a:prstGeom>
          <a:solidFill>
            <a:srgbClr val="3B739E">
              <a:alpha val="64000"/>
            </a:srgbClr>
          </a:solidFill>
          <a:ln w="0">
            <a:noFill/>
          </a:ln>
        </p:spPr>
        <p:txBody>
          <a:bodyPr/>
          <a:lstStyle/>
          <a:p>
            <a:endParaRPr lang="en-US" sz="4545"/>
          </a:p>
        </p:txBody>
      </p:sp>
      <p:sp>
        <p:nvSpPr>
          <p:cNvPr id="335" name="c/pca-ICBHI-108">
            <a:extLst>
              <a:ext uri="{FF2B5EF4-FFF2-40B4-BE49-F238E27FC236}">
                <a16:creationId xmlns:a16="http://schemas.microsoft.com/office/drawing/2014/main" id="{5F91003C-F682-4753-A484-B08BBACD6E64}"/>
              </a:ext>
            </a:extLst>
          </p:cNvPr>
          <p:cNvSpPr>
            <a:spLocks noGrp="1"/>
          </p:cNvSpPr>
          <p:nvPr/>
        </p:nvSpPr>
        <p:spPr>
          <a:xfrm>
            <a:off x="15460095" y="4254474"/>
            <a:ext cx="41960" cy="41960"/>
          </a:xfrm>
          <a:prstGeom prst="ellipse">
            <a:avLst/>
          </a:prstGeom>
          <a:solidFill>
            <a:srgbClr val="3B739E">
              <a:alpha val="64000"/>
            </a:srgbClr>
          </a:solidFill>
          <a:ln w="0">
            <a:noFill/>
          </a:ln>
        </p:spPr>
        <p:txBody>
          <a:bodyPr/>
          <a:lstStyle/>
          <a:p>
            <a:endParaRPr lang="en-US" sz="4545"/>
          </a:p>
        </p:txBody>
      </p:sp>
      <p:sp>
        <p:nvSpPr>
          <p:cNvPr id="336" name="c/pca-ICBHI-109">
            <a:extLst>
              <a:ext uri="{FF2B5EF4-FFF2-40B4-BE49-F238E27FC236}">
                <a16:creationId xmlns:a16="http://schemas.microsoft.com/office/drawing/2014/main" id="{F030A7B8-D357-489B-A6F5-0107537B91EB}"/>
              </a:ext>
            </a:extLst>
          </p:cNvPr>
          <p:cNvSpPr>
            <a:spLocks noGrp="1"/>
          </p:cNvSpPr>
          <p:nvPr/>
        </p:nvSpPr>
        <p:spPr>
          <a:xfrm>
            <a:off x="15305659" y="4234504"/>
            <a:ext cx="41960" cy="41960"/>
          </a:xfrm>
          <a:prstGeom prst="ellipse">
            <a:avLst/>
          </a:prstGeom>
          <a:solidFill>
            <a:srgbClr val="3B739E">
              <a:alpha val="64000"/>
            </a:srgbClr>
          </a:solidFill>
          <a:ln w="0">
            <a:noFill/>
          </a:ln>
        </p:spPr>
        <p:txBody>
          <a:bodyPr/>
          <a:lstStyle/>
          <a:p>
            <a:endParaRPr lang="en-US" sz="4545"/>
          </a:p>
        </p:txBody>
      </p:sp>
      <p:sp>
        <p:nvSpPr>
          <p:cNvPr id="337" name="c/pca-ICBHI-110">
            <a:extLst>
              <a:ext uri="{FF2B5EF4-FFF2-40B4-BE49-F238E27FC236}">
                <a16:creationId xmlns:a16="http://schemas.microsoft.com/office/drawing/2014/main" id="{6C8D17FD-C7FC-4550-87D3-F7909B393F79}"/>
              </a:ext>
            </a:extLst>
          </p:cNvPr>
          <p:cNvSpPr>
            <a:spLocks noGrp="1"/>
          </p:cNvSpPr>
          <p:nvPr/>
        </p:nvSpPr>
        <p:spPr>
          <a:xfrm>
            <a:off x="15441408" y="4226509"/>
            <a:ext cx="41960" cy="41960"/>
          </a:xfrm>
          <a:prstGeom prst="ellipse">
            <a:avLst/>
          </a:prstGeom>
          <a:solidFill>
            <a:srgbClr val="3B739E">
              <a:alpha val="64000"/>
            </a:srgbClr>
          </a:solidFill>
          <a:ln w="0">
            <a:noFill/>
          </a:ln>
        </p:spPr>
        <p:txBody>
          <a:bodyPr/>
          <a:lstStyle/>
          <a:p>
            <a:endParaRPr lang="en-US" sz="4545"/>
          </a:p>
        </p:txBody>
      </p:sp>
      <p:sp>
        <p:nvSpPr>
          <p:cNvPr id="338" name="c/pca-ICBHI-111">
            <a:extLst>
              <a:ext uri="{FF2B5EF4-FFF2-40B4-BE49-F238E27FC236}">
                <a16:creationId xmlns:a16="http://schemas.microsoft.com/office/drawing/2014/main" id="{99DF5C53-AF2A-4F86-9583-DF44BDFDBE06}"/>
              </a:ext>
            </a:extLst>
          </p:cNvPr>
          <p:cNvSpPr>
            <a:spLocks noGrp="1"/>
          </p:cNvSpPr>
          <p:nvPr/>
        </p:nvSpPr>
        <p:spPr>
          <a:xfrm>
            <a:off x="15310946" y="4236534"/>
            <a:ext cx="41960" cy="41960"/>
          </a:xfrm>
          <a:prstGeom prst="ellipse">
            <a:avLst/>
          </a:prstGeom>
          <a:solidFill>
            <a:srgbClr val="3B739E">
              <a:alpha val="64000"/>
            </a:srgbClr>
          </a:solidFill>
          <a:ln w="0">
            <a:noFill/>
          </a:ln>
        </p:spPr>
        <p:txBody>
          <a:bodyPr/>
          <a:lstStyle/>
          <a:p>
            <a:endParaRPr lang="en-US" sz="4545"/>
          </a:p>
        </p:txBody>
      </p:sp>
      <p:sp>
        <p:nvSpPr>
          <p:cNvPr id="339" name="c/pca-ICBHI-112">
            <a:extLst>
              <a:ext uri="{FF2B5EF4-FFF2-40B4-BE49-F238E27FC236}">
                <a16:creationId xmlns:a16="http://schemas.microsoft.com/office/drawing/2014/main" id="{447F2980-FC9C-4D54-B8DF-DDFCEBC9FFD8}"/>
              </a:ext>
            </a:extLst>
          </p:cNvPr>
          <p:cNvSpPr>
            <a:spLocks noGrp="1"/>
          </p:cNvSpPr>
          <p:nvPr/>
        </p:nvSpPr>
        <p:spPr>
          <a:xfrm>
            <a:off x="15467842" y="4231418"/>
            <a:ext cx="41960" cy="41960"/>
          </a:xfrm>
          <a:prstGeom prst="ellipse">
            <a:avLst/>
          </a:prstGeom>
          <a:solidFill>
            <a:srgbClr val="3B739E">
              <a:alpha val="64000"/>
            </a:srgbClr>
          </a:solidFill>
          <a:ln w="0">
            <a:noFill/>
          </a:ln>
        </p:spPr>
        <p:txBody>
          <a:bodyPr/>
          <a:lstStyle/>
          <a:p>
            <a:endParaRPr lang="en-US" sz="4545"/>
          </a:p>
        </p:txBody>
      </p:sp>
      <p:sp>
        <p:nvSpPr>
          <p:cNvPr id="340" name="c/pca-ICBHI-113">
            <a:extLst>
              <a:ext uri="{FF2B5EF4-FFF2-40B4-BE49-F238E27FC236}">
                <a16:creationId xmlns:a16="http://schemas.microsoft.com/office/drawing/2014/main" id="{635A7409-4E5A-484F-9977-1F4810FDD974}"/>
              </a:ext>
            </a:extLst>
          </p:cNvPr>
          <p:cNvSpPr>
            <a:spLocks noGrp="1"/>
          </p:cNvSpPr>
          <p:nvPr/>
        </p:nvSpPr>
        <p:spPr>
          <a:xfrm>
            <a:off x="15383042" y="4153777"/>
            <a:ext cx="41960" cy="41960"/>
          </a:xfrm>
          <a:prstGeom prst="ellipse">
            <a:avLst/>
          </a:prstGeom>
          <a:solidFill>
            <a:srgbClr val="3B739E">
              <a:alpha val="64000"/>
            </a:srgbClr>
          </a:solidFill>
          <a:ln w="0">
            <a:noFill/>
          </a:ln>
        </p:spPr>
        <p:txBody>
          <a:bodyPr/>
          <a:lstStyle/>
          <a:p>
            <a:endParaRPr lang="en-US" sz="4545"/>
          </a:p>
        </p:txBody>
      </p:sp>
      <p:sp>
        <p:nvSpPr>
          <p:cNvPr id="341" name="c/pca-ICBHI-114">
            <a:extLst>
              <a:ext uri="{FF2B5EF4-FFF2-40B4-BE49-F238E27FC236}">
                <a16:creationId xmlns:a16="http://schemas.microsoft.com/office/drawing/2014/main" id="{C8CD3E75-9FB8-48C3-8DBC-23C42D5E4E7E}"/>
              </a:ext>
            </a:extLst>
          </p:cNvPr>
          <p:cNvSpPr>
            <a:spLocks noGrp="1"/>
          </p:cNvSpPr>
          <p:nvPr/>
        </p:nvSpPr>
        <p:spPr>
          <a:xfrm>
            <a:off x="15420768" y="4201628"/>
            <a:ext cx="41960" cy="41960"/>
          </a:xfrm>
          <a:prstGeom prst="ellipse">
            <a:avLst/>
          </a:prstGeom>
          <a:solidFill>
            <a:srgbClr val="3B739E">
              <a:alpha val="64000"/>
            </a:srgbClr>
          </a:solidFill>
          <a:ln w="0">
            <a:noFill/>
          </a:ln>
        </p:spPr>
        <p:txBody>
          <a:bodyPr/>
          <a:lstStyle/>
          <a:p>
            <a:endParaRPr lang="en-US" sz="4545"/>
          </a:p>
        </p:txBody>
      </p:sp>
      <p:sp>
        <p:nvSpPr>
          <p:cNvPr id="342" name="c/pca-ICBHI-115">
            <a:extLst>
              <a:ext uri="{FF2B5EF4-FFF2-40B4-BE49-F238E27FC236}">
                <a16:creationId xmlns:a16="http://schemas.microsoft.com/office/drawing/2014/main" id="{A06D0D2E-E011-4C4A-B766-787E82D36268}"/>
              </a:ext>
            </a:extLst>
          </p:cNvPr>
          <p:cNvSpPr>
            <a:spLocks noGrp="1"/>
          </p:cNvSpPr>
          <p:nvPr/>
        </p:nvSpPr>
        <p:spPr>
          <a:xfrm>
            <a:off x="15289029" y="4145313"/>
            <a:ext cx="41960" cy="41960"/>
          </a:xfrm>
          <a:prstGeom prst="ellipse">
            <a:avLst/>
          </a:prstGeom>
          <a:solidFill>
            <a:srgbClr val="3B739E">
              <a:alpha val="64000"/>
            </a:srgbClr>
          </a:solidFill>
          <a:ln w="0">
            <a:noFill/>
          </a:ln>
        </p:spPr>
        <p:txBody>
          <a:bodyPr/>
          <a:lstStyle/>
          <a:p>
            <a:endParaRPr lang="en-US" sz="4545"/>
          </a:p>
        </p:txBody>
      </p:sp>
      <p:sp>
        <p:nvSpPr>
          <p:cNvPr id="343" name="c/pca-ICBHI-116">
            <a:extLst>
              <a:ext uri="{FF2B5EF4-FFF2-40B4-BE49-F238E27FC236}">
                <a16:creationId xmlns:a16="http://schemas.microsoft.com/office/drawing/2014/main" id="{E94A1317-3B42-4F79-A620-85A1590E9CCF}"/>
              </a:ext>
            </a:extLst>
          </p:cNvPr>
          <p:cNvSpPr>
            <a:spLocks noGrp="1"/>
          </p:cNvSpPr>
          <p:nvPr/>
        </p:nvSpPr>
        <p:spPr>
          <a:xfrm>
            <a:off x="15596955" y="4289094"/>
            <a:ext cx="41960" cy="41960"/>
          </a:xfrm>
          <a:prstGeom prst="ellipse">
            <a:avLst/>
          </a:prstGeom>
          <a:solidFill>
            <a:srgbClr val="3B739E">
              <a:alpha val="64000"/>
            </a:srgbClr>
          </a:solidFill>
          <a:ln w="0">
            <a:noFill/>
          </a:ln>
        </p:spPr>
        <p:txBody>
          <a:bodyPr/>
          <a:lstStyle/>
          <a:p>
            <a:endParaRPr lang="en-US" sz="4545"/>
          </a:p>
        </p:txBody>
      </p:sp>
      <p:sp>
        <p:nvSpPr>
          <p:cNvPr id="344" name="c/pca-ICBHI-117">
            <a:extLst>
              <a:ext uri="{FF2B5EF4-FFF2-40B4-BE49-F238E27FC236}">
                <a16:creationId xmlns:a16="http://schemas.microsoft.com/office/drawing/2014/main" id="{99164836-B936-4BF3-AD82-0D7A781A3F2F}"/>
              </a:ext>
            </a:extLst>
          </p:cNvPr>
          <p:cNvSpPr>
            <a:spLocks noGrp="1"/>
          </p:cNvSpPr>
          <p:nvPr/>
        </p:nvSpPr>
        <p:spPr>
          <a:xfrm>
            <a:off x="15716802" y="4357145"/>
            <a:ext cx="41960" cy="41960"/>
          </a:xfrm>
          <a:prstGeom prst="ellipse">
            <a:avLst/>
          </a:prstGeom>
          <a:solidFill>
            <a:srgbClr val="3B739E">
              <a:alpha val="64000"/>
            </a:srgbClr>
          </a:solidFill>
          <a:ln w="0">
            <a:noFill/>
          </a:ln>
        </p:spPr>
        <p:txBody>
          <a:bodyPr/>
          <a:lstStyle/>
          <a:p>
            <a:endParaRPr lang="en-US" sz="4545"/>
          </a:p>
        </p:txBody>
      </p:sp>
      <p:sp>
        <p:nvSpPr>
          <p:cNvPr id="345" name="c/pca-ICBHI-118">
            <a:extLst>
              <a:ext uri="{FF2B5EF4-FFF2-40B4-BE49-F238E27FC236}">
                <a16:creationId xmlns:a16="http://schemas.microsoft.com/office/drawing/2014/main" id="{783F59DC-42CB-4D1C-A62F-0057E8EAC901}"/>
              </a:ext>
            </a:extLst>
          </p:cNvPr>
          <p:cNvSpPr>
            <a:spLocks noGrp="1"/>
          </p:cNvSpPr>
          <p:nvPr/>
        </p:nvSpPr>
        <p:spPr>
          <a:xfrm>
            <a:off x="15353045" y="4088680"/>
            <a:ext cx="41960" cy="41960"/>
          </a:xfrm>
          <a:prstGeom prst="ellipse">
            <a:avLst/>
          </a:prstGeom>
          <a:solidFill>
            <a:srgbClr val="3B739E">
              <a:alpha val="64000"/>
            </a:srgbClr>
          </a:solidFill>
          <a:ln w="0">
            <a:noFill/>
          </a:ln>
        </p:spPr>
        <p:txBody>
          <a:bodyPr/>
          <a:lstStyle/>
          <a:p>
            <a:endParaRPr lang="en-US" sz="4545"/>
          </a:p>
        </p:txBody>
      </p:sp>
      <p:sp>
        <p:nvSpPr>
          <p:cNvPr id="346" name="c/pca-ICBHI-119">
            <a:extLst>
              <a:ext uri="{FF2B5EF4-FFF2-40B4-BE49-F238E27FC236}">
                <a16:creationId xmlns:a16="http://schemas.microsoft.com/office/drawing/2014/main" id="{39545039-46CC-4727-A3B0-DE02FE418FE0}"/>
              </a:ext>
            </a:extLst>
          </p:cNvPr>
          <p:cNvSpPr>
            <a:spLocks noGrp="1"/>
          </p:cNvSpPr>
          <p:nvPr/>
        </p:nvSpPr>
        <p:spPr>
          <a:xfrm>
            <a:off x="15685058" y="4303274"/>
            <a:ext cx="41960" cy="41960"/>
          </a:xfrm>
          <a:prstGeom prst="ellipse">
            <a:avLst/>
          </a:prstGeom>
          <a:solidFill>
            <a:srgbClr val="3B739E">
              <a:alpha val="64000"/>
            </a:srgbClr>
          </a:solidFill>
          <a:ln w="0">
            <a:noFill/>
          </a:ln>
        </p:spPr>
        <p:txBody>
          <a:bodyPr/>
          <a:lstStyle/>
          <a:p>
            <a:endParaRPr lang="en-US" sz="4545"/>
          </a:p>
        </p:txBody>
      </p:sp>
      <p:sp>
        <p:nvSpPr>
          <p:cNvPr id="347" name="c/pca-ICBHI-120">
            <a:extLst>
              <a:ext uri="{FF2B5EF4-FFF2-40B4-BE49-F238E27FC236}">
                <a16:creationId xmlns:a16="http://schemas.microsoft.com/office/drawing/2014/main" id="{09828B63-2FD1-44DE-8319-315E839E7AC8}"/>
              </a:ext>
            </a:extLst>
          </p:cNvPr>
          <p:cNvSpPr>
            <a:spLocks noGrp="1"/>
          </p:cNvSpPr>
          <p:nvPr/>
        </p:nvSpPr>
        <p:spPr>
          <a:xfrm>
            <a:off x="15484482" y="4325656"/>
            <a:ext cx="41960" cy="41960"/>
          </a:xfrm>
          <a:prstGeom prst="ellipse">
            <a:avLst/>
          </a:prstGeom>
          <a:solidFill>
            <a:srgbClr val="3B739E">
              <a:alpha val="64000"/>
            </a:srgbClr>
          </a:solidFill>
          <a:ln w="0">
            <a:noFill/>
          </a:ln>
        </p:spPr>
        <p:txBody>
          <a:bodyPr/>
          <a:lstStyle/>
          <a:p>
            <a:endParaRPr lang="en-US" sz="4545"/>
          </a:p>
        </p:txBody>
      </p:sp>
      <p:sp>
        <p:nvSpPr>
          <p:cNvPr id="348" name="c/pca-ICBHI-121">
            <a:extLst>
              <a:ext uri="{FF2B5EF4-FFF2-40B4-BE49-F238E27FC236}">
                <a16:creationId xmlns:a16="http://schemas.microsoft.com/office/drawing/2014/main" id="{0AE22C03-CF36-4A80-8B9E-B6D85746365F}"/>
              </a:ext>
            </a:extLst>
          </p:cNvPr>
          <p:cNvSpPr>
            <a:spLocks noGrp="1"/>
          </p:cNvSpPr>
          <p:nvPr/>
        </p:nvSpPr>
        <p:spPr>
          <a:xfrm>
            <a:off x="15742171" y="4376813"/>
            <a:ext cx="41960" cy="41960"/>
          </a:xfrm>
          <a:prstGeom prst="ellipse">
            <a:avLst/>
          </a:prstGeom>
          <a:solidFill>
            <a:srgbClr val="3B739E">
              <a:alpha val="64000"/>
            </a:srgbClr>
          </a:solidFill>
          <a:ln w="0">
            <a:noFill/>
          </a:ln>
        </p:spPr>
        <p:txBody>
          <a:bodyPr/>
          <a:lstStyle/>
          <a:p>
            <a:endParaRPr lang="en-US" sz="4545"/>
          </a:p>
        </p:txBody>
      </p:sp>
      <p:sp>
        <p:nvSpPr>
          <p:cNvPr id="349" name="c/pca-ICBHI-122">
            <a:extLst>
              <a:ext uri="{FF2B5EF4-FFF2-40B4-BE49-F238E27FC236}">
                <a16:creationId xmlns:a16="http://schemas.microsoft.com/office/drawing/2014/main" id="{D06223BC-082B-4A3E-83C8-2891AA9CD336}"/>
              </a:ext>
            </a:extLst>
          </p:cNvPr>
          <p:cNvSpPr>
            <a:spLocks noGrp="1"/>
          </p:cNvSpPr>
          <p:nvPr/>
        </p:nvSpPr>
        <p:spPr>
          <a:xfrm>
            <a:off x="15383580" y="4276863"/>
            <a:ext cx="41960" cy="41960"/>
          </a:xfrm>
          <a:prstGeom prst="ellipse">
            <a:avLst/>
          </a:prstGeom>
          <a:solidFill>
            <a:srgbClr val="3B739E">
              <a:alpha val="64000"/>
            </a:srgbClr>
          </a:solidFill>
          <a:ln w="0">
            <a:noFill/>
          </a:ln>
        </p:spPr>
        <p:txBody>
          <a:bodyPr/>
          <a:lstStyle/>
          <a:p>
            <a:endParaRPr lang="en-US" sz="4545"/>
          </a:p>
        </p:txBody>
      </p:sp>
      <p:sp>
        <p:nvSpPr>
          <p:cNvPr id="350" name="c/pca-ICBHI-123">
            <a:extLst>
              <a:ext uri="{FF2B5EF4-FFF2-40B4-BE49-F238E27FC236}">
                <a16:creationId xmlns:a16="http://schemas.microsoft.com/office/drawing/2014/main" id="{7E4A4689-8C35-4CCF-8491-B9ABEEBB6339}"/>
              </a:ext>
            </a:extLst>
          </p:cNvPr>
          <p:cNvSpPr>
            <a:spLocks noGrp="1"/>
          </p:cNvSpPr>
          <p:nvPr/>
        </p:nvSpPr>
        <p:spPr>
          <a:xfrm>
            <a:off x="15350326" y="4040056"/>
            <a:ext cx="41960" cy="41960"/>
          </a:xfrm>
          <a:prstGeom prst="ellipse">
            <a:avLst/>
          </a:prstGeom>
          <a:solidFill>
            <a:srgbClr val="3B739E">
              <a:alpha val="64000"/>
            </a:srgbClr>
          </a:solidFill>
          <a:ln w="0">
            <a:noFill/>
          </a:ln>
        </p:spPr>
        <p:txBody>
          <a:bodyPr/>
          <a:lstStyle/>
          <a:p>
            <a:endParaRPr lang="en-US" sz="4545"/>
          </a:p>
        </p:txBody>
      </p:sp>
      <p:sp>
        <p:nvSpPr>
          <p:cNvPr id="351" name="c/pca-ICBHI-124">
            <a:extLst>
              <a:ext uri="{FF2B5EF4-FFF2-40B4-BE49-F238E27FC236}">
                <a16:creationId xmlns:a16="http://schemas.microsoft.com/office/drawing/2014/main" id="{CD85000E-65C4-4E34-A7F9-72A28480C4B2}"/>
              </a:ext>
            </a:extLst>
          </p:cNvPr>
          <p:cNvSpPr>
            <a:spLocks noGrp="1"/>
          </p:cNvSpPr>
          <p:nvPr/>
        </p:nvSpPr>
        <p:spPr>
          <a:xfrm>
            <a:off x="15404929" y="4222762"/>
            <a:ext cx="41960" cy="41960"/>
          </a:xfrm>
          <a:prstGeom prst="ellipse">
            <a:avLst/>
          </a:prstGeom>
          <a:solidFill>
            <a:srgbClr val="3B739E">
              <a:alpha val="64000"/>
            </a:srgbClr>
          </a:solidFill>
          <a:ln w="0">
            <a:noFill/>
          </a:ln>
        </p:spPr>
        <p:txBody>
          <a:bodyPr/>
          <a:lstStyle/>
          <a:p>
            <a:endParaRPr lang="en-US" sz="4545"/>
          </a:p>
        </p:txBody>
      </p:sp>
      <p:sp>
        <p:nvSpPr>
          <p:cNvPr id="352" name="c/pca-ICBHI-125">
            <a:extLst>
              <a:ext uri="{FF2B5EF4-FFF2-40B4-BE49-F238E27FC236}">
                <a16:creationId xmlns:a16="http://schemas.microsoft.com/office/drawing/2014/main" id="{2A226C53-52C3-46BD-8490-BB9DC4A6BDDE}"/>
              </a:ext>
            </a:extLst>
          </p:cNvPr>
          <p:cNvSpPr>
            <a:spLocks noGrp="1"/>
          </p:cNvSpPr>
          <p:nvPr/>
        </p:nvSpPr>
        <p:spPr>
          <a:xfrm>
            <a:off x="15690943" y="4366574"/>
            <a:ext cx="41960" cy="41960"/>
          </a:xfrm>
          <a:prstGeom prst="ellipse">
            <a:avLst/>
          </a:prstGeom>
          <a:solidFill>
            <a:srgbClr val="3B739E">
              <a:alpha val="64000"/>
            </a:srgbClr>
          </a:solidFill>
          <a:ln w="0">
            <a:noFill/>
          </a:ln>
        </p:spPr>
        <p:txBody>
          <a:bodyPr/>
          <a:lstStyle/>
          <a:p>
            <a:endParaRPr lang="en-US" sz="4545"/>
          </a:p>
        </p:txBody>
      </p:sp>
      <p:sp>
        <p:nvSpPr>
          <p:cNvPr id="353" name="c/pca-ICBHI-126">
            <a:extLst>
              <a:ext uri="{FF2B5EF4-FFF2-40B4-BE49-F238E27FC236}">
                <a16:creationId xmlns:a16="http://schemas.microsoft.com/office/drawing/2014/main" id="{F1A7B35B-D471-461A-8963-DDB29CC280F1}"/>
              </a:ext>
            </a:extLst>
          </p:cNvPr>
          <p:cNvSpPr>
            <a:spLocks noGrp="1"/>
          </p:cNvSpPr>
          <p:nvPr/>
        </p:nvSpPr>
        <p:spPr>
          <a:xfrm>
            <a:off x="15460608" y="4219109"/>
            <a:ext cx="41960" cy="41960"/>
          </a:xfrm>
          <a:prstGeom prst="ellipse">
            <a:avLst/>
          </a:prstGeom>
          <a:solidFill>
            <a:srgbClr val="3B739E">
              <a:alpha val="64000"/>
            </a:srgbClr>
          </a:solidFill>
          <a:ln w="0">
            <a:noFill/>
          </a:ln>
        </p:spPr>
        <p:txBody>
          <a:bodyPr/>
          <a:lstStyle/>
          <a:p>
            <a:endParaRPr lang="en-US" sz="4545"/>
          </a:p>
        </p:txBody>
      </p:sp>
      <p:sp>
        <p:nvSpPr>
          <p:cNvPr id="354" name="c/pca-ICBHI-127">
            <a:extLst>
              <a:ext uri="{FF2B5EF4-FFF2-40B4-BE49-F238E27FC236}">
                <a16:creationId xmlns:a16="http://schemas.microsoft.com/office/drawing/2014/main" id="{35D508DD-D718-4494-8EBE-753D88CF549F}"/>
              </a:ext>
            </a:extLst>
          </p:cNvPr>
          <p:cNvSpPr>
            <a:spLocks noGrp="1"/>
          </p:cNvSpPr>
          <p:nvPr/>
        </p:nvSpPr>
        <p:spPr>
          <a:xfrm>
            <a:off x="15355992" y="4256426"/>
            <a:ext cx="41960" cy="41960"/>
          </a:xfrm>
          <a:prstGeom prst="ellipse">
            <a:avLst/>
          </a:prstGeom>
          <a:solidFill>
            <a:srgbClr val="3B739E">
              <a:alpha val="64000"/>
            </a:srgbClr>
          </a:solidFill>
          <a:ln w="0">
            <a:noFill/>
          </a:ln>
        </p:spPr>
        <p:txBody>
          <a:bodyPr/>
          <a:lstStyle/>
          <a:p>
            <a:endParaRPr lang="en-US" sz="4545"/>
          </a:p>
        </p:txBody>
      </p:sp>
      <p:sp>
        <p:nvSpPr>
          <p:cNvPr id="355" name="c/pca-ICBHI-128">
            <a:extLst>
              <a:ext uri="{FF2B5EF4-FFF2-40B4-BE49-F238E27FC236}">
                <a16:creationId xmlns:a16="http://schemas.microsoft.com/office/drawing/2014/main" id="{30268199-5CFF-41BE-9FD4-1851734F0692}"/>
              </a:ext>
            </a:extLst>
          </p:cNvPr>
          <p:cNvSpPr>
            <a:spLocks noGrp="1"/>
          </p:cNvSpPr>
          <p:nvPr/>
        </p:nvSpPr>
        <p:spPr>
          <a:xfrm>
            <a:off x="15500599" y="4332405"/>
            <a:ext cx="41960" cy="41960"/>
          </a:xfrm>
          <a:prstGeom prst="ellipse">
            <a:avLst/>
          </a:prstGeom>
          <a:solidFill>
            <a:srgbClr val="3B739E">
              <a:alpha val="64000"/>
            </a:srgbClr>
          </a:solidFill>
          <a:ln w="0">
            <a:noFill/>
          </a:ln>
        </p:spPr>
        <p:txBody>
          <a:bodyPr/>
          <a:lstStyle/>
          <a:p>
            <a:endParaRPr lang="en-US" sz="4545"/>
          </a:p>
        </p:txBody>
      </p:sp>
      <p:sp>
        <p:nvSpPr>
          <p:cNvPr id="356" name="c/pca-ICBHI-129">
            <a:extLst>
              <a:ext uri="{FF2B5EF4-FFF2-40B4-BE49-F238E27FC236}">
                <a16:creationId xmlns:a16="http://schemas.microsoft.com/office/drawing/2014/main" id="{9330C5D6-8954-4304-9F6B-5014ACD83D81}"/>
              </a:ext>
            </a:extLst>
          </p:cNvPr>
          <p:cNvSpPr>
            <a:spLocks noGrp="1"/>
          </p:cNvSpPr>
          <p:nvPr/>
        </p:nvSpPr>
        <p:spPr>
          <a:xfrm>
            <a:off x="15400735" y="4210266"/>
            <a:ext cx="41960" cy="41960"/>
          </a:xfrm>
          <a:prstGeom prst="ellipse">
            <a:avLst/>
          </a:prstGeom>
          <a:solidFill>
            <a:srgbClr val="3B739E">
              <a:alpha val="64000"/>
            </a:srgbClr>
          </a:solidFill>
          <a:ln w="0">
            <a:noFill/>
          </a:ln>
        </p:spPr>
        <p:txBody>
          <a:bodyPr/>
          <a:lstStyle/>
          <a:p>
            <a:endParaRPr lang="en-US" sz="4545"/>
          </a:p>
        </p:txBody>
      </p:sp>
      <p:sp>
        <p:nvSpPr>
          <p:cNvPr id="357" name="c/pca-ICBHI-130">
            <a:extLst>
              <a:ext uri="{FF2B5EF4-FFF2-40B4-BE49-F238E27FC236}">
                <a16:creationId xmlns:a16="http://schemas.microsoft.com/office/drawing/2014/main" id="{AF9E8015-D2FC-432B-A74F-EFA33E7C6A56}"/>
              </a:ext>
            </a:extLst>
          </p:cNvPr>
          <p:cNvSpPr>
            <a:spLocks noGrp="1"/>
          </p:cNvSpPr>
          <p:nvPr/>
        </p:nvSpPr>
        <p:spPr>
          <a:xfrm>
            <a:off x="15275141" y="4083314"/>
            <a:ext cx="41960" cy="41960"/>
          </a:xfrm>
          <a:prstGeom prst="ellipse">
            <a:avLst/>
          </a:prstGeom>
          <a:solidFill>
            <a:srgbClr val="3B739E">
              <a:alpha val="64000"/>
            </a:srgbClr>
          </a:solidFill>
          <a:ln w="0">
            <a:noFill/>
          </a:ln>
        </p:spPr>
        <p:txBody>
          <a:bodyPr/>
          <a:lstStyle/>
          <a:p>
            <a:endParaRPr lang="en-US" sz="4545"/>
          </a:p>
        </p:txBody>
      </p:sp>
      <p:sp>
        <p:nvSpPr>
          <p:cNvPr id="358" name="c/pca-ICBHI-131">
            <a:extLst>
              <a:ext uri="{FF2B5EF4-FFF2-40B4-BE49-F238E27FC236}">
                <a16:creationId xmlns:a16="http://schemas.microsoft.com/office/drawing/2014/main" id="{C8CDCC30-123D-4DE4-8164-00F6584D5719}"/>
              </a:ext>
            </a:extLst>
          </p:cNvPr>
          <p:cNvSpPr>
            <a:spLocks noGrp="1"/>
          </p:cNvSpPr>
          <p:nvPr/>
        </p:nvSpPr>
        <p:spPr>
          <a:xfrm>
            <a:off x="15489761" y="4032433"/>
            <a:ext cx="41960" cy="41960"/>
          </a:xfrm>
          <a:prstGeom prst="ellipse">
            <a:avLst/>
          </a:prstGeom>
          <a:solidFill>
            <a:srgbClr val="3B739E">
              <a:alpha val="64000"/>
            </a:srgbClr>
          </a:solidFill>
          <a:ln w="0">
            <a:noFill/>
          </a:ln>
        </p:spPr>
        <p:txBody>
          <a:bodyPr/>
          <a:lstStyle/>
          <a:p>
            <a:endParaRPr lang="en-US" sz="4545"/>
          </a:p>
        </p:txBody>
      </p:sp>
      <p:sp>
        <p:nvSpPr>
          <p:cNvPr id="359" name="c/pca-ICBHI-132">
            <a:extLst>
              <a:ext uri="{FF2B5EF4-FFF2-40B4-BE49-F238E27FC236}">
                <a16:creationId xmlns:a16="http://schemas.microsoft.com/office/drawing/2014/main" id="{E4DEFC0E-E09E-4BD5-BB8E-FB5E7D84FBC4}"/>
              </a:ext>
            </a:extLst>
          </p:cNvPr>
          <p:cNvSpPr>
            <a:spLocks noGrp="1"/>
          </p:cNvSpPr>
          <p:nvPr/>
        </p:nvSpPr>
        <p:spPr>
          <a:xfrm>
            <a:off x="15455379" y="4304706"/>
            <a:ext cx="41960" cy="41960"/>
          </a:xfrm>
          <a:prstGeom prst="ellipse">
            <a:avLst/>
          </a:prstGeom>
          <a:solidFill>
            <a:srgbClr val="3B739E">
              <a:alpha val="64000"/>
            </a:srgbClr>
          </a:solidFill>
          <a:ln w="0">
            <a:noFill/>
          </a:ln>
        </p:spPr>
        <p:txBody>
          <a:bodyPr/>
          <a:lstStyle/>
          <a:p>
            <a:endParaRPr lang="en-US" sz="4545"/>
          </a:p>
        </p:txBody>
      </p:sp>
      <p:sp>
        <p:nvSpPr>
          <p:cNvPr id="360" name="c/pca-ICBHI-133">
            <a:extLst>
              <a:ext uri="{FF2B5EF4-FFF2-40B4-BE49-F238E27FC236}">
                <a16:creationId xmlns:a16="http://schemas.microsoft.com/office/drawing/2014/main" id="{A4D59257-6A19-41BA-9682-B4E59D3F0F62}"/>
              </a:ext>
            </a:extLst>
          </p:cNvPr>
          <p:cNvSpPr>
            <a:spLocks noGrp="1"/>
          </p:cNvSpPr>
          <p:nvPr/>
        </p:nvSpPr>
        <p:spPr>
          <a:xfrm>
            <a:off x="15665827" y="3900173"/>
            <a:ext cx="41960" cy="41960"/>
          </a:xfrm>
          <a:prstGeom prst="ellipse">
            <a:avLst/>
          </a:prstGeom>
          <a:solidFill>
            <a:srgbClr val="3B739E">
              <a:alpha val="64000"/>
            </a:srgbClr>
          </a:solidFill>
          <a:ln w="0">
            <a:noFill/>
          </a:ln>
        </p:spPr>
        <p:txBody>
          <a:bodyPr/>
          <a:lstStyle/>
          <a:p>
            <a:endParaRPr lang="en-US" sz="4545"/>
          </a:p>
        </p:txBody>
      </p:sp>
      <p:sp>
        <p:nvSpPr>
          <p:cNvPr id="361" name="c/pca-ICBHI-134">
            <a:extLst>
              <a:ext uri="{FF2B5EF4-FFF2-40B4-BE49-F238E27FC236}">
                <a16:creationId xmlns:a16="http://schemas.microsoft.com/office/drawing/2014/main" id="{2A3AA8AC-D335-4F7E-8143-E0CB76871403}"/>
              </a:ext>
            </a:extLst>
          </p:cNvPr>
          <p:cNvSpPr>
            <a:spLocks noGrp="1"/>
          </p:cNvSpPr>
          <p:nvPr/>
        </p:nvSpPr>
        <p:spPr>
          <a:xfrm>
            <a:off x="15216019" y="4163405"/>
            <a:ext cx="41960" cy="41960"/>
          </a:xfrm>
          <a:prstGeom prst="ellipse">
            <a:avLst/>
          </a:prstGeom>
          <a:solidFill>
            <a:srgbClr val="3B739E">
              <a:alpha val="64000"/>
            </a:srgbClr>
          </a:solidFill>
          <a:ln w="0">
            <a:noFill/>
          </a:ln>
        </p:spPr>
        <p:txBody>
          <a:bodyPr/>
          <a:lstStyle/>
          <a:p>
            <a:endParaRPr lang="en-US" sz="4545"/>
          </a:p>
        </p:txBody>
      </p:sp>
      <p:sp>
        <p:nvSpPr>
          <p:cNvPr id="362" name="c/pca-ICBHI-135">
            <a:extLst>
              <a:ext uri="{FF2B5EF4-FFF2-40B4-BE49-F238E27FC236}">
                <a16:creationId xmlns:a16="http://schemas.microsoft.com/office/drawing/2014/main" id="{44A9C397-D9F9-4BDD-A847-25A0957CAF84}"/>
              </a:ext>
            </a:extLst>
          </p:cNvPr>
          <p:cNvSpPr>
            <a:spLocks noGrp="1"/>
          </p:cNvSpPr>
          <p:nvPr/>
        </p:nvSpPr>
        <p:spPr>
          <a:xfrm>
            <a:off x="15407732" y="4254726"/>
            <a:ext cx="41960" cy="41960"/>
          </a:xfrm>
          <a:prstGeom prst="ellipse">
            <a:avLst/>
          </a:prstGeom>
          <a:solidFill>
            <a:srgbClr val="3B739E">
              <a:alpha val="64000"/>
            </a:srgbClr>
          </a:solidFill>
          <a:ln w="0">
            <a:noFill/>
          </a:ln>
        </p:spPr>
        <p:txBody>
          <a:bodyPr/>
          <a:lstStyle/>
          <a:p>
            <a:endParaRPr lang="en-US" sz="4545"/>
          </a:p>
        </p:txBody>
      </p:sp>
      <p:sp>
        <p:nvSpPr>
          <p:cNvPr id="363" name="c/pca-ICBHI-136">
            <a:extLst>
              <a:ext uri="{FF2B5EF4-FFF2-40B4-BE49-F238E27FC236}">
                <a16:creationId xmlns:a16="http://schemas.microsoft.com/office/drawing/2014/main" id="{9F74F504-178F-4899-8CB0-0563B756AFDC}"/>
              </a:ext>
            </a:extLst>
          </p:cNvPr>
          <p:cNvSpPr>
            <a:spLocks noGrp="1"/>
          </p:cNvSpPr>
          <p:nvPr/>
        </p:nvSpPr>
        <p:spPr>
          <a:xfrm>
            <a:off x="15283810" y="4154284"/>
            <a:ext cx="41960" cy="41960"/>
          </a:xfrm>
          <a:prstGeom prst="ellipse">
            <a:avLst/>
          </a:prstGeom>
          <a:solidFill>
            <a:srgbClr val="3B739E">
              <a:alpha val="64000"/>
            </a:srgbClr>
          </a:solidFill>
          <a:ln w="0">
            <a:noFill/>
          </a:ln>
        </p:spPr>
        <p:txBody>
          <a:bodyPr/>
          <a:lstStyle/>
          <a:p>
            <a:endParaRPr lang="en-US" sz="4545"/>
          </a:p>
        </p:txBody>
      </p:sp>
      <p:sp>
        <p:nvSpPr>
          <p:cNvPr id="364" name="c/pca-ICBHI-137">
            <a:extLst>
              <a:ext uri="{FF2B5EF4-FFF2-40B4-BE49-F238E27FC236}">
                <a16:creationId xmlns:a16="http://schemas.microsoft.com/office/drawing/2014/main" id="{7B965C9F-4DE9-4F81-9F80-A32E8962D96A}"/>
              </a:ext>
            </a:extLst>
          </p:cNvPr>
          <p:cNvSpPr>
            <a:spLocks noGrp="1"/>
          </p:cNvSpPr>
          <p:nvPr/>
        </p:nvSpPr>
        <p:spPr>
          <a:xfrm>
            <a:off x="15200311" y="4208206"/>
            <a:ext cx="41960" cy="41960"/>
          </a:xfrm>
          <a:prstGeom prst="ellipse">
            <a:avLst/>
          </a:prstGeom>
          <a:solidFill>
            <a:srgbClr val="3B739E">
              <a:alpha val="64000"/>
            </a:srgbClr>
          </a:solidFill>
          <a:ln w="0">
            <a:noFill/>
          </a:ln>
        </p:spPr>
        <p:txBody>
          <a:bodyPr/>
          <a:lstStyle/>
          <a:p>
            <a:endParaRPr lang="en-US" sz="4545"/>
          </a:p>
        </p:txBody>
      </p:sp>
      <p:sp>
        <p:nvSpPr>
          <p:cNvPr id="365" name="c/pca-ICBHI-138">
            <a:extLst>
              <a:ext uri="{FF2B5EF4-FFF2-40B4-BE49-F238E27FC236}">
                <a16:creationId xmlns:a16="http://schemas.microsoft.com/office/drawing/2014/main" id="{BA5CBC91-AEB8-4542-B2DB-49AE36579778}"/>
              </a:ext>
            </a:extLst>
          </p:cNvPr>
          <p:cNvSpPr>
            <a:spLocks noGrp="1"/>
          </p:cNvSpPr>
          <p:nvPr/>
        </p:nvSpPr>
        <p:spPr>
          <a:xfrm>
            <a:off x="15464393" y="4286943"/>
            <a:ext cx="41960" cy="41960"/>
          </a:xfrm>
          <a:prstGeom prst="ellipse">
            <a:avLst/>
          </a:prstGeom>
          <a:solidFill>
            <a:srgbClr val="3B739E">
              <a:alpha val="64000"/>
            </a:srgbClr>
          </a:solidFill>
          <a:ln w="0">
            <a:noFill/>
          </a:ln>
        </p:spPr>
        <p:txBody>
          <a:bodyPr/>
          <a:lstStyle/>
          <a:p>
            <a:endParaRPr lang="en-US" sz="4545"/>
          </a:p>
        </p:txBody>
      </p:sp>
      <p:sp>
        <p:nvSpPr>
          <p:cNvPr id="366" name="c/pca-ICBHI-139">
            <a:extLst>
              <a:ext uri="{FF2B5EF4-FFF2-40B4-BE49-F238E27FC236}">
                <a16:creationId xmlns:a16="http://schemas.microsoft.com/office/drawing/2014/main" id="{A9DCC224-3E1E-4547-A449-B898F83E4D64}"/>
              </a:ext>
            </a:extLst>
          </p:cNvPr>
          <p:cNvSpPr>
            <a:spLocks noGrp="1"/>
          </p:cNvSpPr>
          <p:nvPr/>
        </p:nvSpPr>
        <p:spPr>
          <a:xfrm>
            <a:off x="15434855" y="4248141"/>
            <a:ext cx="41960" cy="41960"/>
          </a:xfrm>
          <a:prstGeom prst="ellipse">
            <a:avLst/>
          </a:prstGeom>
          <a:solidFill>
            <a:srgbClr val="3B739E">
              <a:alpha val="64000"/>
            </a:srgbClr>
          </a:solidFill>
          <a:ln w="0">
            <a:noFill/>
          </a:ln>
        </p:spPr>
        <p:txBody>
          <a:bodyPr/>
          <a:lstStyle/>
          <a:p>
            <a:endParaRPr lang="en-US" sz="4545"/>
          </a:p>
        </p:txBody>
      </p:sp>
      <p:sp>
        <p:nvSpPr>
          <p:cNvPr id="367" name="c/pca-ICBHI-140">
            <a:extLst>
              <a:ext uri="{FF2B5EF4-FFF2-40B4-BE49-F238E27FC236}">
                <a16:creationId xmlns:a16="http://schemas.microsoft.com/office/drawing/2014/main" id="{B47DE8DB-0E4A-4B7D-9C86-C50ADEB25B78}"/>
              </a:ext>
            </a:extLst>
          </p:cNvPr>
          <p:cNvSpPr>
            <a:spLocks noGrp="1"/>
          </p:cNvSpPr>
          <p:nvPr/>
        </p:nvSpPr>
        <p:spPr>
          <a:xfrm>
            <a:off x="15397200" y="4234153"/>
            <a:ext cx="41960" cy="41960"/>
          </a:xfrm>
          <a:prstGeom prst="ellipse">
            <a:avLst/>
          </a:prstGeom>
          <a:solidFill>
            <a:srgbClr val="3B739E">
              <a:alpha val="64000"/>
            </a:srgbClr>
          </a:solidFill>
          <a:ln w="0">
            <a:noFill/>
          </a:ln>
        </p:spPr>
        <p:txBody>
          <a:bodyPr/>
          <a:lstStyle/>
          <a:p>
            <a:endParaRPr lang="en-US" sz="4545"/>
          </a:p>
        </p:txBody>
      </p:sp>
      <p:sp>
        <p:nvSpPr>
          <p:cNvPr id="368" name="c/pca-ICBHI-141">
            <a:extLst>
              <a:ext uri="{FF2B5EF4-FFF2-40B4-BE49-F238E27FC236}">
                <a16:creationId xmlns:a16="http://schemas.microsoft.com/office/drawing/2014/main" id="{E963B211-CA96-482A-96AA-A2A6123043F3}"/>
              </a:ext>
            </a:extLst>
          </p:cNvPr>
          <p:cNvSpPr>
            <a:spLocks noGrp="1"/>
          </p:cNvSpPr>
          <p:nvPr/>
        </p:nvSpPr>
        <p:spPr>
          <a:xfrm>
            <a:off x="15461403" y="4218558"/>
            <a:ext cx="41960" cy="41960"/>
          </a:xfrm>
          <a:prstGeom prst="ellipse">
            <a:avLst/>
          </a:prstGeom>
          <a:solidFill>
            <a:srgbClr val="3B739E">
              <a:alpha val="64000"/>
            </a:srgbClr>
          </a:solidFill>
          <a:ln w="0">
            <a:noFill/>
          </a:ln>
        </p:spPr>
        <p:txBody>
          <a:bodyPr/>
          <a:lstStyle/>
          <a:p>
            <a:endParaRPr lang="en-US" sz="4545"/>
          </a:p>
        </p:txBody>
      </p:sp>
      <p:sp>
        <p:nvSpPr>
          <p:cNvPr id="369" name="c/pca-ICBHI-142">
            <a:extLst>
              <a:ext uri="{FF2B5EF4-FFF2-40B4-BE49-F238E27FC236}">
                <a16:creationId xmlns:a16="http://schemas.microsoft.com/office/drawing/2014/main" id="{F601AE3F-AA39-4B4C-9986-EA1E1D3C9431}"/>
              </a:ext>
            </a:extLst>
          </p:cNvPr>
          <p:cNvSpPr>
            <a:spLocks noGrp="1"/>
          </p:cNvSpPr>
          <p:nvPr/>
        </p:nvSpPr>
        <p:spPr>
          <a:xfrm>
            <a:off x="15944022" y="4177926"/>
            <a:ext cx="41960" cy="41960"/>
          </a:xfrm>
          <a:prstGeom prst="ellipse">
            <a:avLst/>
          </a:prstGeom>
          <a:solidFill>
            <a:srgbClr val="3B739E">
              <a:alpha val="64000"/>
            </a:srgbClr>
          </a:solidFill>
          <a:ln w="0">
            <a:noFill/>
          </a:ln>
        </p:spPr>
        <p:txBody>
          <a:bodyPr/>
          <a:lstStyle/>
          <a:p>
            <a:endParaRPr lang="en-US" sz="4545"/>
          </a:p>
        </p:txBody>
      </p:sp>
      <p:sp>
        <p:nvSpPr>
          <p:cNvPr id="370" name="c/pca-ICBHI-143">
            <a:extLst>
              <a:ext uri="{FF2B5EF4-FFF2-40B4-BE49-F238E27FC236}">
                <a16:creationId xmlns:a16="http://schemas.microsoft.com/office/drawing/2014/main" id="{45A9C3DF-6632-43FC-8EB5-304CEA20A9EC}"/>
              </a:ext>
            </a:extLst>
          </p:cNvPr>
          <p:cNvSpPr>
            <a:spLocks noGrp="1"/>
          </p:cNvSpPr>
          <p:nvPr/>
        </p:nvSpPr>
        <p:spPr>
          <a:xfrm>
            <a:off x="15223871" y="4129517"/>
            <a:ext cx="41960" cy="41960"/>
          </a:xfrm>
          <a:prstGeom prst="ellipse">
            <a:avLst/>
          </a:prstGeom>
          <a:solidFill>
            <a:srgbClr val="3B739E">
              <a:alpha val="64000"/>
            </a:srgbClr>
          </a:solidFill>
          <a:ln w="0">
            <a:noFill/>
          </a:ln>
        </p:spPr>
        <p:txBody>
          <a:bodyPr/>
          <a:lstStyle/>
          <a:p>
            <a:endParaRPr lang="en-US" sz="4545"/>
          </a:p>
        </p:txBody>
      </p:sp>
      <p:sp>
        <p:nvSpPr>
          <p:cNvPr id="371" name="c/pca-ICBHI-144">
            <a:extLst>
              <a:ext uri="{FF2B5EF4-FFF2-40B4-BE49-F238E27FC236}">
                <a16:creationId xmlns:a16="http://schemas.microsoft.com/office/drawing/2014/main" id="{9279088C-5E59-4822-B7C1-F466CDB0A76B}"/>
              </a:ext>
            </a:extLst>
          </p:cNvPr>
          <p:cNvSpPr>
            <a:spLocks noGrp="1"/>
          </p:cNvSpPr>
          <p:nvPr/>
        </p:nvSpPr>
        <p:spPr>
          <a:xfrm>
            <a:off x="15168195" y="3921464"/>
            <a:ext cx="41960" cy="41960"/>
          </a:xfrm>
          <a:prstGeom prst="ellipse">
            <a:avLst/>
          </a:prstGeom>
          <a:solidFill>
            <a:srgbClr val="3B739E">
              <a:alpha val="64000"/>
            </a:srgbClr>
          </a:solidFill>
          <a:ln w="0">
            <a:noFill/>
          </a:ln>
        </p:spPr>
        <p:txBody>
          <a:bodyPr/>
          <a:lstStyle/>
          <a:p>
            <a:endParaRPr lang="en-US" sz="4545"/>
          </a:p>
        </p:txBody>
      </p:sp>
      <p:sp>
        <p:nvSpPr>
          <p:cNvPr id="372" name="c/pca-ICBHI-145">
            <a:extLst>
              <a:ext uri="{FF2B5EF4-FFF2-40B4-BE49-F238E27FC236}">
                <a16:creationId xmlns:a16="http://schemas.microsoft.com/office/drawing/2014/main" id="{B9E2E189-55C5-46D5-B36D-A568A5D76E9B}"/>
              </a:ext>
            </a:extLst>
          </p:cNvPr>
          <p:cNvSpPr>
            <a:spLocks noGrp="1"/>
          </p:cNvSpPr>
          <p:nvPr/>
        </p:nvSpPr>
        <p:spPr>
          <a:xfrm>
            <a:off x="15467908" y="4206014"/>
            <a:ext cx="41960" cy="41960"/>
          </a:xfrm>
          <a:prstGeom prst="ellipse">
            <a:avLst/>
          </a:prstGeom>
          <a:solidFill>
            <a:srgbClr val="3B739E">
              <a:alpha val="64000"/>
            </a:srgbClr>
          </a:solidFill>
          <a:ln w="0">
            <a:noFill/>
          </a:ln>
        </p:spPr>
        <p:txBody>
          <a:bodyPr/>
          <a:lstStyle/>
          <a:p>
            <a:endParaRPr lang="en-US" sz="4545"/>
          </a:p>
        </p:txBody>
      </p:sp>
      <p:sp>
        <p:nvSpPr>
          <p:cNvPr id="373" name="c/pca-ICBHI-146">
            <a:extLst>
              <a:ext uri="{FF2B5EF4-FFF2-40B4-BE49-F238E27FC236}">
                <a16:creationId xmlns:a16="http://schemas.microsoft.com/office/drawing/2014/main" id="{DCDC6B77-E1D0-4371-BB26-89934F912DDA}"/>
              </a:ext>
            </a:extLst>
          </p:cNvPr>
          <p:cNvSpPr>
            <a:spLocks noGrp="1"/>
          </p:cNvSpPr>
          <p:nvPr/>
        </p:nvSpPr>
        <p:spPr>
          <a:xfrm>
            <a:off x="15608957" y="4328095"/>
            <a:ext cx="41960" cy="41960"/>
          </a:xfrm>
          <a:prstGeom prst="ellipse">
            <a:avLst/>
          </a:prstGeom>
          <a:solidFill>
            <a:srgbClr val="3B739E">
              <a:alpha val="64000"/>
            </a:srgbClr>
          </a:solidFill>
          <a:ln w="0">
            <a:noFill/>
          </a:ln>
        </p:spPr>
        <p:txBody>
          <a:bodyPr/>
          <a:lstStyle/>
          <a:p>
            <a:endParaRPr lang="en-US" sz="4545"/>
          </a:p>
        </p:txBody>
      </p:sp>
      <p:sp>
        <p:nvSpPr>
          <p:cNvPr id="374" name="c/pca-ICBHI-147">
            <a:extLst>
              <a:ext uri="{FF2B5EF4-FFF2-40B4-BE49-F238E27FC236}">
                <a16:creationId xmlns:a16="http://schemas.microsoft.com/office/drawing/2014/main" id="{4E3532F8-E4A0-46BB-A8D8-06DAEB90D1F9}"/>
              </a:ext>
            </a:extLst>
          </p:cNvPr>
          <p:cNvSpPr>
            <a:spLocks noGrp="1"/>
          </p:cNvSpPr>
          <p:nvPr/>
        </p:nvSpPr>
        <p:spPr>
          <a:xfrm>
            <a:off x="16081351" y="4496071"/>
            <a:ext cx="41960" cy="41960"/>
          </a:xfrm>
          <a:prstGeom prst="ellipse">
            <a:avLst/>
          </a:prstGeom>
          <a:solidFill>
            <a:srgbClr val="3B739E">
              <a:alpha val="64000"/>
            </a:srgbClr>
          </a:solidFill>
          <a:ln w="0">
            <a:noFill/>
          </a:ln>
        </p:spPr>
        <p:txBody>
          <a:bodyPr/>
          <a:lstStyle/>
          <a:p>
            <a:endParaRPr lang="en-US" sz="4545"/>
          </a:p>
        </p:txBody>
      </p:sp>
      <p:sp>
        <p:nvSpPr>
          <p:cNvPr id="375" name="c/pca-ICBHI-148">
            <a:extLst>
              <a:ext uri="{FF2B5EF4-FFF2-40B4-BE49-F238E27FC236}">
                <a16:creationId xmlns:a16="http://schemas.microsoft.com/office/drawing/2014/main" id="{E3B7B706-21D0-461A-9BD9-ABBCA8B152D3}"/>
              </a:ext>
            </a:extLst>
          </p:cNvPr>
          <p:cNvSpPr>
            <a:spLocks noGrp="1"/>
          </p:cNvSpPr>
          <p:nvPr/>
        </p:nvSpPr>
        <p:spPr>
          <a:xfrm>
            <a:off x="15563716" y="4307208"/>
            <a:ext cx="41960" cy="41960"/>
          </a:xfrm>
          <a:prstGeom prst="ellipse">
            <a:avLst/>
          </a:prstGeom>
          <a:solidFill>
            <a:srgbClr val="3B739E">
              <a:alpha val="64000"/>
            </a:srgbClr>
          </a:solidFill>
          <a:ln w="0">
            <a:noFill/>
          </a:ln>
        </p:spPr>
        <p:txBody>
          <a:bodyPr/>
          <a:lstStyle/>
          <a:p>
            <a:endParaRPr lang="en-US" sz="4545"/>
          </a:p>
        </p:txBody>
      </p:sp>
      <p:sp>
        <p:nvSpPr>
          <p:cNvPr id="376" name="c/pca-ICBHI-149">
            <a:extLst>
              <a:ext uri="{FF2B5EF4-FFF2-40B4-BE49-F238E27FC236}">
                <a16:creationId xmlns:a16="http://schemas.microsoft.com/office/drawing/2014/main" id="{8D626697-3E08-4B6B-A308-D8493E5B7373}"/>
              </a:ext>
            </a:extLst>
          </p:cNvPr>
          <p:cNvSpPr>
            <a:spLocks noGrp="1"/>
          </p:cNvSpPr>
          <p:nvPr/>
        </p:nvSpPr>
        <p:spPr>
          <a:xfrm>
            <a:off x="15480538" y="4243076"/>
            <a:ext cx="41960" cy="41960"/>
          </a:xfrm>
          <a:prstGeom prst="ellipse">
            <a:avLst/>
          </a:prstGeom>
          <a:solidFill>
            <a:srgbClr val="3B739E">
              <a:alpha val="64000"/>
            </a:srgbClr>
          </a:solidFill>
          <a:ln w="0">
            <a:noFill/>
          </a:ln>
        </p:spPr>
        <p:txBody>
          <a:bodyPr/>
          <a:lstStyle/>
          <a:p>
            <a:endParaRPr lang="en-US" sz="4545"/>
          </a:p>
        </p:txBody>
      </p:sp>
      <p:sp>
        <p:nvSpPr>
          <p:cNvPr id="377" name="c/pca-ICBHI-150">
            <a:extLst>
              <a:ext uri="{FF2B5EF4-FFF2-40B4-BE49-F238E27FC236}">
                <a16:creationId xmlns:a16="http://schemas.microsoft.com/office/drawing/2014/main" id="{136582CA-D923-48C6-8B0D-0B1D2E493479}"/>
              </a:ext>
            </a:extLst>
          </p:cNvPr>
          <p:cNvSpPr>
            <a:spLocks noGrp="1"/>
          </p:cNvSpPr>
          <p:nvPr/>
        </p:nvSpPr>
        <p:spPr>
          <a:xfrm>
            <a:off x="15433949" y="4143220"/>
            <a:ext cx="41960" cy="41960"/>
          </a:xfrm>
          <a:prstGeom prst="ellipse">
            <a:avLst/>
          </a:prstGeom>
          <a:solidFill>
            <a:srgbClr val="3B739E">
              <a:alpha val="64000"/>
            </a:srgbClr>
          </a:solidFill>
          <a:ln w="0">
            <a:noFill/>
          </a:ln>
        </p:spPr>
        <p:txBody>
          <a:bodyPr/>
          <a:lstStyle/>
          <a:p>
            <a:endParaRPr lang="en-US" sz="4545"/>
          </a:p>
        </p:txBody>
      </p:sp>
      <p:sp>
        <p:nvSpPr>
          <p:cNvPr id="378" name="c/pca-ICBHI-151">
            <a:extLst>
              <a:ext uri="{FF2B5EF4-FFF2-40B4-BE49-F238E27FC236}">
                <a16:creationId xmlns:a16="http://schemas.microsoft.com/office/drawing/2014/main" id="{0504DAF3-0AC6-4F90-BA06-CD8ECB60570C}"/>
              </a:ext>
            </a:extLst>
          </p:cNvPr>
          <p:cNvSpPr>
            <a:spLocks noGrp="1"/>
          </p:cNvSpPr>
          <p:nvPr/>
        </p:nvSpPr>
        <p:spPr>
          <a:xfrm>
            <a:off x="15325576" y="4215361"/>
            <a:ext cx="41960" cy="41960"/>
          </a:xfrm>
          <a:prstGeom prst="ellipse">
            <a:avLst/>
          </a:prstGeom>
          <a:solidFill>
            <a:srgbClr val="3B739E">
              <a:alpha val="64000"/>
            </a:srgbClr>
          </a:solidFill>
          <a:ln w="0">
            <a:noFill/>
          </a:ln>
        </p:spPr>
        <p:txBody>
          <a:bodyPr/>
          <a:lstStyle/>
          <a:p>
            <a:endParaRPr lang="en-US" sz="4545"/>
          </a:p>
        </p:txBody>
      </p:sp>
      <p:sp>
        <p:nvSpPr>
          <p:cNvPr id="379" name="c/pca-ICBHI-152">
            <a:extLst>
              <a:ext uri="{FF2B5EF4-FFF2-40B4-BE49-F238E27FC236}">
                <a16:creationId xmlns:a16="http://schemas.microsoft.com/office/drawing/2014/main" id="{8A8A4EE4-1486-40CA-B7AD-BA6348DA1613}"/>
              </a:ext>
            </a:extLst>
          </p:cNvPr>
          <p:cNvSpPr>
            <a:spLocks noGrp="1"/>
          </p:cNvSpPr>
          <p:nvPr/>
        </p:nvSpPr>
        <p:spPr>
          <a:xfrm>
            <a:off x="15374536" y="4245922"/>
            <a:ext cx="41960" cy="41960"/>
          </a:xfrm>
          <a:prstGeom prst="ellipse">
            <a:avLst/>
          </a:prstGeom>
          <a:solidFill>
            <a:srgbClr val="3B739E">
              <a:alpha val="64000"/>
            </a:srgbClr>
          </a:solidFill>
          <a:ln w="0">
            <a:noFill/>
          </a:ln>
        </p:spPr>
        <p:txBody>
          <a:bodyPr/>
          <a:lstStyle/>
          <a:p>
            <a:endParaRPr lang="en-US" sz="4545"/>
          </a:p>
        </p:txBody>
      </p:sp>
      <p:sp>
        <p:nvSpPr>
          <p:cNvPr id="380" name="c/pca-ICBHI-153">
            <a:extLst>
              <a:ext uri="{FF2B5EF4-FFF2-40B4-BE49-F238E27FC236}">
                <a16:creationId xmlns:a16="http://schemas.microsoft.com/office/drawing/2014/main" id="{CC7792E3-D799-4337-982A-0D7B9D94C6F9}"/>
              </a:ext>
            </a:extLst>
          </p:cNvPr>
          <p:cNvSpPr>
            <a:spLocks noGrp="1"/>
          </p:cNvSpPr>
          <p:nvPr/>
        </p:nvSpPr>
        <p:spPr>
          <a:xfrm>
            <a:off x="15997127" y="3685165"/>
            <a:ext cx="41960" cy="41960"/>
          </a:xfrm>
          <a:prstGeom prst="ellipse">
            <a:avLst/>
          </a:prstGeom>
          <a:solidFill>
            <a:srgbClr val="3B739E">
              <a:alpha val="64000"/>
            </a:srgbClr>
          </a:solidFill>
          <a:ln w="0">
            <a:noFill/>
          </a:ln>
        </p:spPr>
        <p:txBody>
          <a:bodyPr/>
          <a:lstStyle/>
          <a:p>
            <a:endParaRPr lang="en-US" sz="4545"/>
          </a:p>
        </p:txBody>
      </p:sp>
      <p:sp>
        <p:nvSpPr>
          <p:cNvPr id="381" name="c/pca-ICBHI-154">
            <a:extLst>
              <a:ext uri="{FF2B5EF4-FFF2-40B4-BE49-F238E27FC236}">
                <a16:creationId xmlns:a16="http://schemas.microsoft.com/office/drawing/2014/main" id="{BF14DE68-9300-47CE-9869-E0713D699D87}"/>
              </a:ext>
            </a:extLst>
          </p:cNvPr>
          <p:cNvSpPr>
            <a:spLocks noGrp="1"/>
          </p:cNvSpPr>
          <p:nvPr/>
        </p:nvSpPr>
        <p:spPr>
          <a:xfrm>
            <a:off x="15328078" y="4172495"/>
            <a:ext cx="41960" cy="41960"/>
          </a:xfrm>
          <a:prstGeom prst="ellipse">
            <a:avLst/>
          </a:prstGeom>
          <a:solidFill>
            <a:srgbClr val="3B739E">
              <a:alpha val="64000"/>
            </a:srgbClr>
          </a:solidFill>
          <a:ln w="0">
            <a:noFill/>
          </a:ln>
        </p:spPr>
        <p:txBody>
          <a:bodyPr/>
          <a:lstStyle/>
          <a:p>
            <a:endParaRPr lang="en-US" sz="4545"/>
          </a:p>
        </p:txBody>
      </p:sp>
      <p:sp>
        <p:nvSpPr>
          <p:cNvPr id="382" name="c/pca-ICBHI-155">
            <a:extLst>
              <a:ext uri="{FF2B5EF4-FFF2-40B4-BE49-F238E27FC236}">
                <a16:creationId xmlns:a16="http://schemas.microsoft.com/office/drawing/2014/main" id="{51A4BA4A-5E51-4D5B-9223-94CC2BA80CC4}"/>
              </a:ext>
            </a:extLst>
          </p:cNvPr>
          <p:cNvSpPr>
            <a:spLocks noGrp="1"/>
          </p:cNvSpPr>
          <p:nvPr/>
        </p:nvSpPr>
        <p:spPr>
          <a:xfrm>
            <a:off x="15737532" y="4388155"/>
            <a:ext cx="41960" cy="41960"/>
          </a:xfrm>
          <a:prstGeom prst="ellipse">
            <a:avLst/>
          </a:prstGeom>
          <a:solidFill>
            <a:srgbClr val="3B739E">
              <a:alpha val="64000"/>
            </a:srgbClr>
          </a:solidFill>
          <a:ln w="0">
            <a:noFill/>
          </a:ln>
        </p:spPr>
        <p:txBody>
          <a:bodyPr/>
          <a:lstStyle/>
          <a:p>
            <a:endParaRPr lang="en-US" sz="4545"/>
          </a:p>
        </p:txBody>
      </p:sp>
      <p:sp>
        <p:nvSpPr>
          <p:cNvPr id="383" name="c/pca-ICBHI-156">
            <a:extLst>
              <a:ext uri="{FF2B5EF4-FFF2-40B4-BE49-F238E27FC236}">
                <a16:creationId xmlns:a16="http://schemas.microsoft.com/office/drawing/2014/main" id="{455CC8A6-C328-4521-8466-698EAD7CB5D0}"/>
              </a:ext>
            </a:extLst>
          </p:cNvPr>
          <p:cNvSpPr>
            <a:spLocks noGrp="1"/>
          </p:cNvSpPr>
          <p:nvPr/>
        </p:nvSpPr>
        <p:spPr>
          <a:xfrm>
            <a:off x="15489193" y="4292626"/>
            <a:ext cx="41960" cy="41960"/>
          </a:xfrm>
          <a:prstGeom prst="ellipse">
            <a:avLst/>
          </a:prstGeom>
          <a:solidFill>
            <a:srgbClr val="3B739E">
              <a:alpha val="64000"/>
            </a:srgbClr>
          </a:solidFill>
          <a:ln w="0">
            <a:noFill/>
          </a:ln>
        </p:spPr>
        <p:txBody>
          <a:bodyPr/>
          <a:lstStyle/>
          <a:p>
            <a:endParaRPr lang="en-US" sz="4545"/>
          </a:p>
        </p:txBody>
      </p:sp>
      <p:sp>
        <p:nvSpPr>
          <p:cNvPr id="384" name="c/pca-ICBHI-157">
            <a:extLst>
              <a:ext uri="{FF2B5EF4-FFF2-40B4-BE49-F238E27FC236}">
                <a16:creationId xmlns:a16="http://schemas.microsoft.com/office/drawing/2014/main" id="{D15642D3-78FD-4B93-A4B3-35FCAEFE41CA}"/>
              </a:ext>
            </a:extLst>
          </p:cNvPr>
          <p:cNvSpPr>
            <a:spLocks noGrp="1"/>
          </p:cNvSpPr>
          <p:nvPr/>
        </p:nvSpPr>
        <p:spPr>
          <a:xfrm>
            <a:off x="15275811" y="4146237"/>
            <a:ext cx="41960" cy="41960"/>
          </a:xfrm>
          <a:prstGeom prst="ellipse">
            <a:avLst/>
          </a:prstGeom>
          <a:solidFill>
            <a:srgbClr val="3B739E">
              <a:alpha val="64000"/>
            </a:srgbClr>
          </a:solidFill>
          <a:ln w="0">
            <a:noFill/>
          </a:ln>
        </p:spPr>
        <p:txBody>
          <a:bodyPr/>
          <a:lstStyle/>
          <a:p>
            <a:endParaRPr lang="en-US" sz="4545"/>
          </a:p>
        </p:txBody>
      </p:sp>
      <p:sp>
        <p:nvSpPr>
          <p:cNvPr id="385" name="c/pca-ICBHI-158">
            <a:extLst>
              <a:ext uri="{FF2B5EF4-FFF2-40B4-BE49-F238E27FC236}">
                <a16:creationId xmlns:a16="http://schemas.microsoft.com/office/drawing/2014/main" id="{A7C1B51A-8E21-4DA7-9A39-CEA50E566A01}"/>
              </a:ext>
            </a:extLst>
          </p:cNvPr>
          <p:cNvSpPr>
            <a:spLocks noGrp="1"/>
          </p:cNvSpPr>
          <p:nvPr/>
        </p:nvSpPr>
        <p:spPr>
          <a:xfrm>
            <a:off x="15519486" y="4259847"/>
            <a:ext cx="41960" cy="41960"/>
          </a:xfrm>
          <a:prstGeom prst="ellipse">
            <a:avLst/>
          </a:prstGeom>
          <a:solidFill>
            <a:srgbClr val="3B739E">
              <a:alpha val="64000"/>
            </a:srgbClr>
          </a:solidFill>
          <a:ln w="0">
            <a:noFill/>
          </a:ln>
        </p:spPr>
        <p:txBody>
          <a:bodyPr/>
          <a:lstStyle/>
          <a:p>
            <a:endParaRPr lang="en-US" sz="4545"/>
          </a:p>
        </p:txBody>
      </p:sp>
      <p:sp>
        <p:nvSpPr>
          <p:cNvPr id="386" name="c/pca-ICBHI-159">
            <a:extLst>
              <a:ext uri="{FF2B5EF4-FFF2-40B4-BE49-F238E27FC236}">
                <a16:creationId xmlns:a16="http://schemas.microsoft.com/office/drawing/2014/main" id="{6CB10D16-B435-476E-851A-A514000EBE5D}"/>
              </a:ext>
            </a:extLst>
          </p:cNvPr>
          <p:cNvSpPr>
            <a:spLocks noGrp="1"/>
          </p:cNvSpPr>
          <p:nvPr/>
        </p:nvSpPr>
        <p:spPr>
          <a:xfrm>
            <a:off x="15351167" y="4067402"/>
            <a:ext cx="41960" cy="41960"/>
          </a:xfrm>
          <a:prstGeom prst="ellipse">
            <a:avLst/>
          </a:prstGeom>
          <a:solidFill>
            <a:srgbClr val="3B739E">
              <a:alpha val="64000"/>
            </a:srgbClr>
          </a:solidFill>
          <a:ln w="0">
            <a:noFill/>
          </a:ln>
        </p:spPr>
        <p:txBody>
          <a:bodyPr/>
          <a:lstStyle/>
          <a:p>
            <a:endParaRPr lang="en-US" sz="4545"/>
          </a:p>
        </p:txBody>
      </p:sp>
      <p:sp>
        <p:nvSpPr>
          <p:cNvPr id="387" name="c/pca-ICBHI-160">
            <a:extLst>
              <a:ext uri="{FF2B5EF4-FFF2-40B4-BE49-F238E27FC236}">
                <a16:creationId xmlns:a16="http://schemas.microsoft.com/office/drawing/2014/main" id="{280D2436-D841-4D89-B1DC-841432D3B268}"/>
              </a:ext>
            </a:extLst>
          </p:cNvPr>
          <p:cNvSpPr>
            <a:spLocks noGrp="1"/>
          </p:cNvSpPr>
          <p:nvPr/>
        </p:nvSpPr>
        <p:spPr>
          <a:xfrm>
            <a:off x="15570122" y="4229080"/>
            <a:ext cx="41960" cy="41960"/>
          </a:xfrm>
          <a:prstGeom prst="ellipse">
            <a:avLst/>
          </a:prstGeom>
          <a:solidFill>
            <a:srgbClr val="3B739E">
              <a:alpha val="64000"/>
            </a:srgbClr>
          </a:solidFill>
          <a:ln w="0">
            <a:noFill/>
          </a:ln>
        </p:spPr>
        <p:txBody>
          <a:bodyPr/>
          <a:lstStyle/>
          <a:p>
            <a:endParaRPr lang="en-US" sz="4545"/>
          </a:p>
        </p:txBody>
      </p:sp>
      <p:sp>
        <p:nvSpPr>
          <p:cNvPr id="388" name="c/pca-ICBHI-161">
            <a:extLst>
              <a:ext uri="{FF2B5EF4-FFF2-40B4-BE49-F238E27FC236}">
                <a16:creationId xmlns:a16="http://schemas.microsoft.com/office/drawing/2014/main" id="{90B5588C-D45A-4B93-AACD-9A0335B1D9EA}"/>
              </a:ext>
            </a:extLst>
          </p:cNvPr>
          <p:cNvSpPr>
            <a:spLocks noGrp="1"/>
          </p:cNvSpPr>
          <p:nvPr/>
        </p:nvSpPr>
        <p:spPr>
          <a:xfrm>
            <a:off x="15501904" y="4307602"/>
            <a:ext cx="41960" cy="41960"/>
          </a:xfrm>
          <a:prstGeom prst="ellipse">
            <a:avLst/>
          </a:prstGeom>
          <a:solidFill>
            <a:srgbClr val="3B739E">
              <a:alpha val="64000"/>
            </a:srgbClr>
          </a:solidFill>
          <a:ln w="0">
            <a:noFill/>
          </a:ln>
        </p:spPr>
        <p:txBody>
          <a:bodyPr/>
          <a:lstStyle/>
          <a:p>
            <a:endParaRPr lang="en-US" sz="4545"/>
          </a:p>
        </p:txBody>
      </p:sp>
      <p:sp>
        <p:nvSpPr>
          <p:cNvPr id="389" name="c/pca-ICBHI-162">
            <a:extLst>
              <a:ext uri="{FF2B5EF4-FFF2-40B4-BE49-F238E27FC236}">
                <a16:creationId xmlns:a16="http://schemas.microsoft.com/office/drawing/2014/main" id="{4D039AF7-1B42-443F-83F4-CFD9446B359B}"/>
              </a:ext>
            </a:extLst>
          </p:cNvPr>
          <p:cNvSpPr>
            <a:spLocks noGrp="1"/>
          </p:cNvSpPr>
          <p:nvPr/>
        </p:nvSpPr>
        <p:spPr>
          <a:xfrm>
            <a:off x="15291882" y="4238887"/>
            <a:ext cx="41960" cy="41960"/>
          </a:xfrm>
          <a:prstGeom prst="ellipse">
            <a:avLst/>
          </a:prstGeom>
          <a:solidFill>
            <a:srgbClr val="3B739E">
              <a:alpha val="64000"/>
            </a:srgbClr>
          </a:solidFill>
          <a:ln w="0">
            <a:noFill/>
          </a:ln>
        </p:spPr>
        <p:txBody>
          <a:bodyPr/>
          <a:lstStyle/>
          <a:p>
            <a:endParaRPr lang="en-US" sz="4545"/>
          </a:p>
        </p:txBody>
      </p:sp>
      <p:sp>
        <p:nvSpPr>
          <p:cNvPr id="390" name="c/pca-ICBHI-163">
            <a:extLst>
              <a:ext uri="{FF2B5EF4-FFF2-40B4-BE49-F238E27FC236}">
                <a16:creationId xmlns:a16="http://schemas.microsoft.com/office/drawing/2014/main" id="{10728AAB-2E87-4309-BEB6-5C0CA1FD1CD5}"/>
              </a:ext>
            </a:extLst>
          </p:cNvPr>
          <p:cNvSpPr>
            <a:spLocks noGrp="1"/>
          </p:cNvSpPr>
          <p:nvPr/>
        </p:nvSpPr>
        <p:spPr>
          <a:xfrm>
            <a:off x="15465797" y="4302982"/>
            <a:ext cx="41960" cy="41960"/>
          </a:xfrm>
          <a:prstGeom prst="ellipse">
            <a:avLst/>
          </a:prstGeom>
          <a:solidFill>
            <a:srgbClr val="3B739E">
              <a:alpha val="64000"/>
            </a:srgbClr>
          </a:solidFill>
          <a:ln w="0">
            <a:noFill/>
          </a:ln>
        </p:spPr>
        <p:txBody>
          <a:bodyPr/>
          <a:lstStyle/>
          <a:p>
            <a:endParaRPr lang="en-US" sz="4545"/>
          </a:p>
        </p:txBody>
      </p:sp>
      <p:sp>
        <p:nvSpPr>
          <p:cNvPr id="391" name="c/pca-ICBHI-164">
            <a:extLst>
              <a:ext uri="{FF2B5EF4-FFF2-40B4-BE49-F238E27FC236}">
                <a16:creationId xmlns:a16="http://schemas.microsoft.com/office/drawing/2014/main" id="{C5D59799-6284-47D7-9C63-E88E4481BFD4}"/>
              </a:ext>
            </a:extLst>
          </p:cNvPr>
          <p:cNvSpPr>
            <a:spLocks noGrp="1"/>
          </p:cNvSpPr>
          <p:nvPr/>
        </p:nvSpPr>
        <p:spPr>
          <a:xfrm>
            <a:off x="15556313" y="4206383"/>
            <a:ext cx="41960" cy="41960"/>
          </a:xfrm>
          <a:prstGeom prst="ellipse">
            <a:avLst/>
          </a:prstGeom>
          <a:solidFill>
            <a:srgbClr val="3B739E">
              <a:alpha val="64000"/>
            </a:srgbClr>
          </a:solidFill>
          <a:ln w="0">
            <a:noFill/>
          </a:ln>
        </p:spPr>
        <p:txBody>
          <a:bodyPr/>
          <a:lstStyle/>
          <a:p>
            <a:endParaRPr lang="en-US" sz="4545"/>
          </a:p>
        </p:txBody>
      </p:sp>
      <p:sp>
        <p:nvSpPr>
          <p:cNvPr id="392" name="c/pca-SPRSound-277">
            <a:extLst>
              <a:ext uri="{FF2B5EF4-FFF2-40B4-BE49-F238E27FC236}">
                <a16:creationId xmlns:a16="http://schemas.microsoft.com/office/drawing/2014/main" id="{0E297E26-3917-44A8-A5E2-D1E4A992F031}"/>
              </a:ext>
            </a:extLst>
          </p:cNvPr>
          <p:cNvSpPr>
            <a:spLocks noGrp="1"/>
          </p:cNvSpPr>
          <p:nvPr/>
        </p:nvSpPr>
        <p:spPr>
          <a:xfrm>
            <a:off x="15730639" y="369365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393" name="c/pca-SPRSound-278">
            <a:extLst>
              <a:ext uri="{FF2B5EF4-FFF2-40B4-BE49-F238E27FC236}">
                <a16:creationId xmlns:a16="http://schemas.microsoft.com/office/drawing/2014/main" id="{7B11BFA7-B4FA-4D55-BD29-CBB02675CC4A}"/>
              </a:ext>
            </a:extLst>
          </p:cNvPr>
          <p:cNvSpPr>
            <a:spLocks noGrp="1"/>
          </p:cNvSpPr>
          <p:nvPr/>
        </p:nvSpPr>
        <p:spPr>
          <a:xfrm>
            <a:off x="15508431" y="393829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394" name="c/pca-SPRSound-279">
            <a:extLst>
              <a:ext uri="{FF2B5EF4-FFF2-40B4-BE49-F238E27FC236}">
                <a16:creationId xmlns:a16="http://schemas.microsoft.com/office/drawing/2014/main" id="{742BC1D1-8588-4786-B369-FFA4D2F5CC03}"/>
              </a:ext>
            </a:extLst>
          </p:cNvPr>
          <p:cNvSpPr>
            <a:spLocks noGrp="1"/>
          </p:cNvSpPr>
          <p:nvPr/>
        </p:nvSpPr>
        <p:spPr>
          <a:xfrm>
            <a:off x="15419266" y="400183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395" name="c/pca-SPRSound-280">
            <a:extLst>
              <a:ext uri="{FF2B5EF4-FFF2-40B4-BE49-F238E27FC236}">
                <a16:creationId xmlns:a16="http://schemas.microsoft.com/office/drawing/2014/main" id="{93656F28-67DE-464A-AD13-D64F2FD29414}"/>
              </a:ext>
            </a:extLst>
          </p:cNvPr>
          <p:cNvSpPr>
            <a:spLocks noGrp="1"/>
          </p:cNvSpPr>
          <p:nvPr/>
        </p:nvSpPr>
        <p:spPr>
          <a:xfrm>
            <a:off x="15444145" y="400889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396" name="c/pca-SPRSound-281">
            <a:extLst>
              <a:ext uri="{FF2B5EF4-FFF2-40B4-BE49-F238E27FC236}">
                <a16:creationId xmlns:a16="http://schemas.microsoft.com/office/drawing/2014/main" id="{BEECD056-3B06-4135-AA4A-E3E0072BECEA}"/>
              </a:ext>
            </a:extLst>
          </p:cNvPr>
          <p:cNvSpPr>
            <a:spLocks noGrp="1"/>
          </p:cNvSpPr>
          <p:nvPr/>
        </p:nvSpPr>
        <p:spPr>
          <a:xfrm>
            <a:off x="15388653" y="397758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397" name="c/pca-SPRSound-282">
            <a:extLst>
              <a:ext uri="{FF2B5EF4-FFF2-40B4-BE49-F238E27FC236}">
                <a16:creationId xmlns:a16="http://schemas.microsoft.com/office/drawing/2014/main" id="{F2E4D346-C081-4C29-BB04-6E7981118AC6}"/>
              </a:ext>
            </a:extLst>
          </p:cNvPr>
          <p:cNvSpPr>
            <a:spLocks noGrp="1"/>
          </p:cNvSpPr>
          <p:nvPr/>
        </p:nvSpPr>
        <p:spPr>
          <a:xfrm>
            <a:off x="15496650" y="390596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398" name="c/pca-SPRSound-283">
            <a:extLst>
              <a:ext uri="{FF2B5EF4-FFF2-40B4-BE49-F238E27FC236}">
                <a16:creationId xmlns:a16="http://schemas.microsoft.com/office/drawing/2014/main" id="{A0AEBF7B-782E-49FF-A0D3-95ACA58969A4}"/>
              </a:ext>
            </a:extLst>
          </p:cNvPr>
          <p:cNvSpPr>
            <a:spLocks noGrp="1"/>
          </p:cNvSpPr>
          <p:nvPr/>
        </p:nvSpPr>
        <p:spPr>
          <a:xfrm>
            <a:off x="15449528" y="391910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399" name="c/pca-SPRSound-284">
            <a:extLst>
              <a:ext uri="{FF2B5EF4-FFF2-40B4-BE49-F238E27FC236}">
                <a16:creationId xmlns:a16="http://schemas.microsoft.com/office/drawing/2014/main" id="{228C3967-CA21-4DD8-BB51-81B09B959CE4}"/>
              </a:ext>
            </a:extLst>
          </p:cNvPr>
          <p:cNvSpPr>
            <a:spLocks noGrp="1"/>
          </p:cNvSpPr>
          <p:nvPr/>
        </p:nvSpPr>
        <p:spPr>
          <a:xfrm>
            <a:off x="15453737" y="395770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0" name="c/pca-SPRSound-285">
            <a:extLst>
              <a:ext uri="{FF2B5EF4-FFF2-40B4-BE49-F238E27FC236}">
                <a16:creationId xmlns:a16="http://schemas.microsoft.com/office/drawing/2014/main" id="{F2CEE7D8-9A71-45CC-A4F0-F1BF51DD19CD}"/>
              </a:ext>
            </a:extLst>
          </p:cNvPr>
          <p:cNvSpPr>
            <a:spLocks noGrp="1"/>
          </p:cNvSpPr>
          <p:nvPr/>
        </p:nvSpPr>
        <p:spPr>
          <a:xfrm>
            <a:off x="15549329" y="396671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1" name="c/pca-SPRSound-286">
            <a:extLst>
              <a:ext uri="{FF2B5EF4-FFF2-40B4-BE49-F238E27FC236}">
                <a16:creationId xmlns:a16="http://schemas.microsoft.com/office/drawing/2014/main" id="{E7471B5D-518A-4432-9F6E-D06ECB3F1B09}"/>
              </a:ext>
            </a:extLst>
          </p:cNvPr>
          <p:cNvSpPr>
            <a:spLocks noGrp="1"/>
          </p:cNvSpPr>
          <p:nvPr/>
        </p:nvSpPr>
        <p:spPr>
          <a:xfrm>
            <a:off x="15497445" y="400104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2" name="c/pca-SPRSound-287">
            <a:extLst>
              <a:ext uri="{FF2B5EF4-FFF2-40B4-BE49-F238E27FC236}">
                <a16:creationId xmlns:a16="http://schemas.microsoft.com/office/drawing/2014/main" id="{0645FA16-920A-4018-AACE-EFD5248D524F}"/>
              </a:ext>
            </a:extLst>
          </p:cNvPr>
          <p:cNvSpPr>
            <a:spLocks noGrp="1"/>
          </p:cNvSpPr>
          <p:nvPr/>
        </p:nvSpPr>
        <p:spPr>
          <a:xfrm>
            <a:off x="15664464" y="375162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3" name="c/pca-SPRSound-288">
            <a:extLst>
              <a:ext uri="{FF2B5EF4-FFF2-40B4-BE49-F238E27FC236}">
                <a16:creationId xmlns:a16="http://schemas.microsoft.com/office/drawing/2014/main" id="{C72E2F8F-200D-4EC0-8605-BF0B386A5D27}"/>
              </a:ext>
            </a:extLst>
          </p:cNvPr>
          <p:cNvSpPr>
            <a:spLocks noGrp="1"/>
          </p:cNvSpPr>
          <p:nvPr/>
        </p:nvSpPr>
        <p:spPr>
          <a:xfrm>
            <a:off x="15514171" y="395463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4" name="c/pca-SPRSound-289">
            <a:extLst>
              <a:ext uri="{FF2B5EF4-FFF2-40B4-BE49-F238E27FC236}">
                <a16:creationId xmlns:a16="http://schemas.microsoft.com/office/drawing/2014/main" id="{237B0B6E-4B57-4FCD-BBA8-4E445764DCB6}"/>
              </a:ext>
            </a:extLst>
          </p:cNvPr>
          <p:cNvSpPr>
            <a:spLocks noGrp="1"/>
          </p:cNvSpPr>
          <p:nvPr/>
        </p:nvSpPr>
        <p:spPr>
          <a:xfrm>
            <a:off x="15664499" y="382213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5" name="c/pca-SPRSound-290">
            <a:extLst>
              <a:ext uri="{FF2B5EF4-FFF2-40B4-BE49-F238E27FC236}">
                <a16:creationId xmlns:a16="http://schemas.microsoft.com/office/drawing/2014/main" id="{AC16B3A3-3B9A-4BCC-87CE-BD3B9E9909DD}"/>
              </a:ext>
            </a:extLst>
          </p:cNvPr>
          <p:cNvSpPr>
            <a:spLocks noGrp="1"/>
          </p:cNvSpPr>
          <p:nvPr/>
        </p:nvSpPr>
        <p:spPr>
          <a:xfrm>
            <a:off x="15603331" y="385903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6" name="c/pca-SPRSound-291">
            <a:extLst>
              <a:ext uri="{FF2B5EF4-FFF2-40B4-BE49-F238E27FC236}">
                <a16:creationId xmlns:a16="http://schemas.microsoft.com/office/drawing/2014/main" id="{B6107A7C-416D-476F-99BA-6DBD38E8818E}"/>
              </a:ext>
            </a:extLst>
          </p:cNvPr>
          <p:cNvSpPr>
            <a:spLocks noGrp="1"/>
          </p:cNvSpPr>
          <p:nvPr/>
        </p:nvSpPr>
        <p:spPr>
          <a:xfrm>
            <a:off x="15516989" y="411576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7" name="c/pca-SPRSound-292">
            <a:extLst>
              <a:ext uri="{FF2B5EF4-FFF2-40B4-BE49-F238E27FC236}">
                <a16:creationId xmlns:a16="http://schemas.microsoft.com/office/drawing/2014/main" id="{779ABA39-BE34-4EBC-8CF4-A727903BBD8E}"/>
              </a:ext>
            </a:extLst>
          </p:cNvPr>
          <p:cNvSpPr>
            <a:spLocks noGrp="1"/>
          </p:cNvSpPr>
          <p:nvPr/>
        </p:nvSpPr>
        <p:spPr>
          <a:xfrm>
            <a:off x="15524723" y="394491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8" name="c/pca-SPRSound-293">
            <a:extLst>
              <a:ext uri="{FF2B5EF4-FFF2-40B4-BE49-F238E27FC236}">
                <a16:creationId xmlns:a16="http://schemas.microsoft.com/office/drawing/2014/main" id="{038A1028-98EC-461F-AE04-918D07718A6F}"/>
              </a:ext>
            </a:extLst>
          </p:cNvPr>
          <p:cNvSpPr>
            <a:spLocks noGrp="1"/>
          </p:cNvSpPr>
          <p:nvPr/>
        </p:nvSpPr>
        <p:spPr>
          <a:xfrm>
            <a:off x="15549268" y="400082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09" name="c/pca-SPRSound-294">
            <a:extLst>
              <a:ext uri="{FF2B5EF4-FFF2-40B4-BE49-F238E27FC236}">
                <a16:creationId xmlns:a16="http://schemas.microsoft.com/office/drawing/2014/main" id="{6DFCFECA-0603-4BBE-94C6-3E9476F5CEF6}"/>
              </a:ext>
            </a:extLst>
          </p:cNvPr>
          <p:cNvSpPr>
            <a:spLocks noGrp="1"/>
          </p:cNvSpPr>
          <p:nvPr/>
        </p:nvSpPr>
        <p:spPr>
          <a:xfrm>
            <a:off x="15554245" y="405628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0" name="c/pca-SPRSound-295">
            <a:extLst>
              <a:ext uri="{FF2B5EF4-FFF2-40B4-BE49-F238E27FC236}">
                <a16:creationId xmlns:a16="http://schemas.microsoft.com/office/drawing/2014/main" id="{913C19A1-F4E9-43BA-A063-DBCD8A3ABB1B}"/>
              </a:ext>
            </a:extLst>
          </p:cNvPr>
          <p:cNvSpPr>
            <a:spLocks noGrp="1"/>
          </p:cNvSpPr>
          <p:nvPr/>
        </p:nvSpPr>
        <p:spPr>
          <a:xfrm>
            <a:off x="15433631" y="393752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1" name="c/pca-SPRSound-296">
            <a:extLst>
              <a:ext uri="{FF2B5EF4-FFF2-40B4-BE49-F238E27FC236}">
                <a16:creationId xmlns:a16="http://schemas.microsoft.com/office/drawing/2014/main" id="{B1F47E02-5F13-4875-870C-7BEAD19E5D73}"/>
              </a:ext>
            </a:extLst>
          </p:cNvPr>
          <p:cNvSpPr>
            <a:spLocks noGrp="1"/>
          </p:cNvSpPr>
          <p:nvPr/>
        </p:nvSpPr>
        <p:spPr>
          <a:xfrm>
            <a:off x="15530914" y="400532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2" name="c/pca-SPRSound-297">
            <a:extLst>
              <a:ext uri="{FF2B5EF4-FFF2-40B4-BE49-F238E27FC236}">
                <a16:creationId xmlns:a16="http://schemas.microsoft.com/office/drawing/2014/main" id="{955F748E-8A02-406E-A89A-40A0A8D97272}"/>
              </a:ext>
            </a:extLst>
          </p:cNvPr>
          <p:cNvSpPr>
            <a:spLocks noGrp="1"/>
          </p:cNvSpPr>
          <p:nvPr/>
        </p:nvSpPr>
        <p:spPr>
          <a:xfrm>
            <a:off x="15533340" y="395431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3" name="c/pca-SPRSound-298">
            <a:extLst>
              <a:ext uri="{FF2B5EF4-FFF2-40B4-BE49-F238E27FC236}">
                <a16:creationId xmlns:a16="http://schemas.microsoft.com/office/drawing/2014/main" id="{2C8316B3-E6F0-4840-9C44-BEB201EF6B72}"/>
              </a:ext>
            </a:extLst>
          </p:cNvPr>
          <p:cNvSpPr>
            <a:spLocks noGrp="1"/>
          </p:cNvSpPr>
          <p:nvPr/>
        </p:nvSpPr>
        <p:spPr>
          <a:xfrm>
            <a:off x="15490989" y="400734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4" name="c/pca-SPRSound-299">
            <a:extLst>
              <a:ext uri="{FF2B5EF4-FFF2-40B4-BE49-F238E27FC236}">
                <a16:creationId xmlns:a16="http://schemas.microsoft.com/office/drawing/2014/main" id="{F594FD03-F00B-41D5-98FD-E6706751BD46}"/>
              </a:ext>
            </a:extLst>
          </p:cNvPr>
          <p:cNvSpPr>
            <a:spLocks noGrp="1"/>
          </p:cNvSpPr>
          <p:nvPr/>
        </p:nvSpPr>
        <p:spPr>
          <a:xfrm>
            <a:off x="15488198" y="396024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5" name="c/pca-SPRSound-300">
            <a:extLst>
              <a:ext uri="{FF2B5EF4-FFF2-40B4-BE49-F238E27FC236}">
                <a16:creationId xmlns:a16="http://schemas.microsoft.com/office/drawing/2014/main" id="{B765399D-5D40-4007-9675-EECBEC2DE4C2}"/>
              </a:ext>
            </a:extLst>
          </p:cNvPr>
          <p:cNvSpPr>
            <a:spLocks noGrp="1"/>
          </p:cNvSpPr>
          <p:nvPr/>
        </p:nvSpPr>
        <p:spPr>
          <a:xfrm>
            <a:off x="15548700" y="401128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6" name="c/pca-SPRSound-301">
            <a:extLst>
              <a:ext uri="{FF2B5EF4-FFF2-40B4-BE49-F238E27FC236}">
                <a16:creationId xmlns:a16="http://schemas.microsoft.com/office/drawing/2014/main" id="{D5917ED0-FA99-43BD-9C9A-C7C9D69B41E5}"/>
              </a:ext>
            </a:extLst>
          </p:cNvPr>
          <p:cNvSpPr>
            <a:spLocks noGrp="1"/>
          </p:cNvSpPr>
          <p:nvPr/>
        </p:nvSpPr>
        <p:spPr>
          <a:xfrm>
            <a:off x="15521071" y="399119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7" name="c/pca-SPRSound-302">
            <a:extLst>
              <a:ext uri="{FF2B5EF4-FFF2-40B4-BE49-F238E27FC236}">
                <a16:creationId xmlns:a16="http://schemas.microsoft.com/office/drawing/2014/main" id="{E1AB2E3D-EB65-4AE0-810A-1AEB1AC6A1A9}"/>
              </a:ext>
            </a:extLst>
          </p:cNvPr>
          <p:cNvSpPr>
            <a:spLocks noGrp="1"/>
          </p:cNvSpPr>
          <p:nvPr/>
        </p:nvSpPr>
        <p:spPr>
          <a:xfrm>
            <a:off x="15521905" y="398636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8" name="c/pca-SPRSound-303">
            <a:extLst>
              <a:ext uri="{FF2B5EF4-FFF2-40B4-BE49-F238E27FC236}">
                <a16:creationId xmlns:a16="http://schemas.microsoft.com/office/drawing/2014/main" id="{A298E067-26C1-4AC7-8C7F-FCA428C95526}"/>
              </a:ext>
            </a:extLst>
          </p:cNvPr>
          <p:cNvSpPr>
            <a:spLocks noGrp="1"/>
          </p:cNvSpPr>
          <p:nvPr/>
        </p:nvSpPr>
        <p:spPr>
          <a:xfrm>
            <a:off x="15408297" y="403318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19" name="c/pca-SPRSound-304">
            <a:extLst>
              <a:ext uri="{FF2B5EF4-FFF2-40B4-BE49-F238E27FC236}">
                <a16:creationId xmlns:a16="http://schemas.microsoft.com/office/drawing/2014/main" id="{D312EB82-8A11-4A00-A5D4-31630D6EF9C9}"/>
              </a:ext>
            </a:extLst>
          </p:cNvPr>
          <p:cNvSpPr>
            <a:spLocks noGrp="1"/>
          </p:cNvSpPr>
          <p:nvPr/>
        </p:nvSpPr>
        <p:spPr>
          <a:xfrm>
            <a:off x="15670183" y="377401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0" name="c/pca-SPRSound-305">
            <a:extLst>
              <a:ext uri="{FF2B5EF4-FFF2-40B4-BE49-F238E27FC236}">
                <a16:creationId xmlns:a16="http://schemas.microsoft.com/office/drawing/2014/main" id="{F562B592-92CC-42C4-8F18-06A82552FC1F}"/>
              </a:ext>
            </a:extLst>
          </p:cNvPr>
          <p:cNvSpPr>
            <a:spLocks noGrp="1"/>
          </p:cNvSpPr>
          <p:nvPr/>
        </p:nvSpPr>
        <p:spPr>
          <a:xfrm>
            <a:off x="15471061" y="396104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1" name="c/pca-SPRSound-306">
            <a:extLst>
              <a:ext uri="{FF2B5EF4-FFF2-40B4-BE49-F238E27FC236}">
                <a16:creationId xmlns:a16="http://schemas.microsoft.com/office/drawing/2014/main" id="{901189AF-86B5-4101-93DF-9603A2C16F85}"/>
              </a:ext>
            </a:extLst>
          </p:cNvPr>
          <p:cNvSpPr>
            <a:spLocks noGrp="1"/>
          </p:cNvSpPr>
          <p:nvPr/>
        </p:nvSpPr>
        <p:spPr>
          <a:xfrm>
            <a:off x="15396892" y="413062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2" name="c/pca-SPRSound-307">
            <a:extLst>
              <a:ext uri="{FF2B5EF4-FFF2-40B4-BE49-F238E27FC236}">
                <a16:creationId xmlns:a16="http://schemas.microsoft.com/office/drawing/2014/main" id="{20DD2CA5-EDAD-467D-B535-A9D31851C1E9}"/>
              </a:ext>
            </a:extLst>
          </p:cNvPr>
          <p:cNvSpPr>
            <a:spLocks noGrp="1"/>
          </p:cNvSpPr>
          <p:nvPr/>
        </p:nvSpPr>
        <p:spPr>
          <a:xfrm>
            <a:off x="15487582" y="393482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3" name="c/pca-SPRSound-308">
            <a:extLst>
              <a:ext uri="{FF2B5EF4-FFF2-40B4-BE49-F238E27FC236}">
                <a16:creationId xmlns:a16="http://schemas.microsoft.com/office/drawing/2014/main" id="{14EE5B2D-0A9E-4BEF-8B35-3F628B85C3E9}"/>
              </a:ext>
            </a:extLst>
          </p:cNvPr>
          <p:cNvSpPr>
            <a:spLocks noGrp="1"/>
          </p:cNvSpPr>
          <p:nvPr/>
        </p:nvSpPr>
        <p:spPr>
          <a:xfrm>
            <a:off x="15579505" y="405674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4" name="c/pca-SPRSound-309">
            <a:extLst>
              <a:ext uri="{FF2B5EF4-FFF2-40B4-BE49-F238E27FC236}">
                <a16:creationId xmlns:a16="http://schemas.microsoft.com/office/drawing/2014/main" id="{A5D687D2-862D-4625-A863-3ECC4E630C15}"/>
              </a:ext>
            </a:extLst>
          </p:cNvPr>
          <p:cNvSpPr>
            <a:spLocks noGrp="1"/>
          </p:cNvSpPr>
          <p:nvPr/>
        </p:nvSpPr>
        <p:spPr>
          <a:xfrm>
            <a:off x="15373268" y="404213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5" name="c/pca-SPRSound-310">
            <a:extLst>
              <a:ext uri="{FF2B5EF4-FFF2-40B4-BE49-F238E27FC236}">
                <a16:creationId xmlns:a16="http://schemas.microsoft.com/office/drawing/2014/main" id="{B5BA81A1-8D98-4B87-B7EA-C731F87DF49D}"/>
              </a:ext>
            </a:extLst>
          </p:cNvPr>
          <p:cNvSpPr>
            <a:spLocks noGrp="1"/>
          </p:cNvSpPr>
          <p:nvPr/>
        </p:nvSpPr>
        <p:spPr>
          <a:xfrm>
            <a:off x="15539522" y="400263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6" name="c/pca-SPRSound-311">
            <a:extLst>
              <a:ext uri="{FF2B5EF4-FFF2-40B4-BE49-F238E27FC236}">
                <a16:creationId xmlns:a16="http://schemas.microsoft.com/office/drawing/2014/main" id="{8605CA0E-8C24-41A6-80B7-7E6F4779D252}"/>
              </a:ext>
            </a:extLst>
          </p:cNvPr>
          <p:cNvSpPr>
            <a:spLocks noGrp="1"/>
          </p:cNvSpPr>
          <p:nvPr/>
        </p:nvSpPr>
        <p:spPr>
          <a:xfrm>
            <a:off x="15525066" y="392688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7" name="c/pca-SPRSound-312">
            <a:extLst>
              <a:ext uri="{FF2B5EF4-FFF2-40B4-BE49-F238E27FC236}">
                <a16:creationId xmlns:a16="http://schemas.microsoft.com/office/drawing/2014/main" id="{0759F21C-EED8-4AE6-8134-8DCE1214D0B2}"/>
              </a:ext>
            </a:extLst>
          </p:cNvPr>
          <p:cNvSpPr>
            <a:spLocks noGrp="1"/>
          </p:cNvSpPr>
          <p:nvPr/>
        </p:nvSpPr>
        <p:spPr>
          <a:xfrm>
            <a:off x="15647612" y="382672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8" name="c/pca-SPRSound-313">
            <a:extLst>
              <a:ext uri="{FF2B5EF4-FFF2-40B4-BE49-F238E27FC236}">
                <a16:creationId xmlns:a16="http://schemas.microsoft.com/office/drawing/2014/main" id="{B6F948A4-4B25-468C-9EA7-21810B62BB81}"/>
              </a:ext>
            </a:extLst>
          </p:cNvPr>
          <p:cNvSpPr>
            <a:spLocks noGrp="1"/>
          </p:cNvSpPr>
          <p:nvPr/>
        </p:nvSpPr>
        <p:spPr>
          <a:xfrm>
            <a:off x="15442380" y="396214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29" name="c/pca-SPRSound-314">
            <a:extLst>
              <a:ext uri="{FF2B5EF4-FFF2-40B4-BE49-F238E27FC236}">
                <a16:creationId xmlns:a16="http://schemas.microsoft.com/office/drawing/2014/main" id="{52B90423-97C0-4AEF-8FC4-ED59041168F8}"/>
              </a:ext>
            </a:extLst>
          </p:cNvPr>
          <p:cNvSpPr>
            <a:spLocks noGrp="1"/>
          </p:cNvSpPr>
          <p:nvPr/>
        </p:nvSpPr>
        <p:spPr>
          <a:xfrm>
            <a:off x="15514635" y="394120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0" name="c/pca-SPRSound-315">
            <a:extLst>
              <a:ext uri="{FF2B5EF4-FFF2-40B4-BE49-F238E27FC236}">
                <a16:creationId xmlns:a16="http://schemas.microsoft.com/office/drawing/2014/main" id="{7977373A-5D54-4F82-9A3E-DD22231DAC52}"/>
              </a:ext>
            </a:extLst>
          </p:cNvPr>
          <p:cNvSpPr>
            <a:spLocks noGrp="1"/>
          </p:cNvSpPr>
          <p:nvPr/>
        </p:nvSpPr>
        <p:spPr>
          <a:xfrm>
            <a:off x="15445996" y="399498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1" name="c/pca-SPRSound-316">
            <a:extLst>
              <a:ext uri="{FF2B5EF4-FFF2-40B4-BE49-F238E27FC236}">
                <a16:creationId xmlns:a16="http://schemas.microsoft.com/office/drawing/2014/main" id="{9ACA27D9-61AA-4549-A769-67EF44F51E8A}"/>
              </a:ext>
            </a:extLst>
          </p:cNvPr>
          <p:cNvSpPr>
            <a:spLocks noGrp="1"/>
          </p:cNvSpPr>
          <p:nvPr/>
        </p:nvSpPr>
        <p:spPr>
          <a:xfrm>
            <a:off x="15482515" y="398440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2" name="c/pca-SPRSound-317">
            <a:extLst>
              <a:ext uri="{FF2B5EF4-FFF2-40B4-BE49-F238E27FC236}">
                <a16:creationId xmlns:a16="http://schemas.microsoft.com/office/drawing/2014/main" id="{0B89D4EE-427C-4C8A-A13E-0D52AF448397}"/>
              </a:ext>
            </a:extLst>
          </p:cNvPr>
          <p:cNvSpPr>
            <a:spLocks noGrp="1"/>
          </p:cNvSpPr>
          <p:nvPr/>
        </p:nvSpPr>
        <p:spPr>
          <a:xfrm>
            <a:off x="15651960" y="396907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3" name="c/pca-SPRSound-318">
            <a:extLst>
              <a:ext uri="{FF2B5EF4-FFF2-40B4-BE49-F238E27FC236}">
                <a16:creationId xmlns:a16="http://schemas.microsoft.com/office/drawing/2014/main" id="{31C21008-CCCD-49A9-A7AE-489EA712C2A5}"/>
              </a:ext>
            </a:extLst>
          </p:cNvPr>
          <p:cNvSpPr>
            <a:spLocks noGrp="1"/>
          </p:cNvSpPr>
          <p:nvPr/>
        </p:nvSpPr>
        <p:spPr>
          <a:xfrm>
            <a:off x="15473165" y="397040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4" name="c/pca-SPRSound-319">
            <a:extLst>
              <a:ext uri="{FF2B5EF4-FFF2-40B4-BE49-F238E27FC236}">
                <a16:creationId xmlns:a16="http://schemas.microsoft.com/office/drawing/2014/main" id="{04901193-4140-4D27-AD6F-39EB63E60F71}"/>
              </a:ext>
            </a:extLst>
          </p:cNvPr>
          <p:cNvSpPr>
            <a:spLocks noGrp="1"/>
          </p:cNvSpPr>
          <p:nvPr/>
        </p:nvSpPr>
        <p:spPr>
          <a:xfrm>
            <a:off x="15630452" y="390670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5" name="c/pca-SPRSound-320">
            <a:extLst>
              <a:ext uri="{FF2B5EF4-FFF2-40B4-BE49-F238E27FC236}">
                <a16:creationId xmlns:a16="http://schemas.microsoft.com/office/drawing/2014/main" id="{7AD6A12C-1853-4300-9B27-5D22C0F2C1E3}"/>
              </a:ext>
            </a:extLst>
          </p:cNvPr>
          <p:cNvSpPr>
            <a:spLocks noGrp="1"/>
          </p:cNvSpPr>
          <p:nvPr/>
        </p:nvSpPr>
        <p:spPr>
          <a:xfrm>
            <a:off x="15578972" y="396480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6" name="c/pca-SPRSound-321">
            <a:extLst>
              <a:ext uri="{FF2B5EF4-FFF2-40B4-BE49-F238E27FC236}">
                <a16:creationId xmlns:a16="http://schemas.microsoft.com/office/drawing/2014/main" id="{797657F1-3FD1-4775-BE82-6C466639F221}"/>
              </a:ext>
            </a:extLst>
          </p:cNvPr>
          <p:cNvSpPr>
            <a:spLocks noGrp="1"/>
          </p:cNvSpPr>
          <p:nvPr/>
        </p:nvSpPr>
        <p:spPr>
          <a:xfrm>
            <a:off x="15517241" y="394554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7" name="c/pca-SPRSound-322">
            <a:extLst>
              <a:ext uri="{FF2B5EF4-FFF2-40B4-BE49-F238E27FC236}">
                <a16:creationId xmlns:a16="http://schemas.microsoft.com/office/drawing/2014/main" id="{52586253-538B-413A-8ABA-36E1F60B7FE8}"/>
              </a:ext>
            </a:extLst>
          </p:cNvPr>
          <p:cNvSpPr>
            <a:spLocks noGrp="1"/>
          </p:cNvSpPr>
          <p:nvPr/>
        </p:nvSpPr>
        <p:spPr>
          <a:xfrm>
            <a:off x="15539400" y="397602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8" name="c/pca-SPRSound-323">
            <a:extLst>
              <a:ext uri="{FF2B5EF4-FFF2-40B4-BE49-F238E27FC236}">
                <a16:creationId xmlns:a16="http://schemas.microsoft.com/office/drawing/2014/main" id="{D3AA6433-C7BA-46CD-BEEA-C68A7753F8CB}"/>
              </a:ext>
            </a:extLst>
          </p:cNvPr>
          <p:cNvSpPr>
            <a:spLocks noGrp="1"/>
          </p:cNvSpPr>
          <p:nvPr/>
        </p:nvSpPr>
        <p:spPr>
          <a:xfrm>
            <a:off x="15608977" y="388407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39" name="c/pca-SPRSound-324">
            <a:extLst>
              <a:ext uri="{FF2B5EF4-FFF2-40B4-BE49-F238E27FC236}">
                <a16:creationId xmlns:a16="http://schemas.microsoft.com/office/drawing/2014/main" id="{F52A6B4B-3F99-4C86-B56F-43F15A681810}"/>
              </a:ext>
            </a:extLst>
          </p:cNvPr>
          <p:cNvSpPr>
            <a:spLocks noGrp="1"/>
          </p:cNvSpPr>
          <p:nvPr/>
        </p:nvSpPr>
        <p:spPr>
          <a:xfrm>
            <a:off x="15539491" y="401896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0" name="c/pca-SPRSound-325">
            <a:extLst>
              <a:ext uri="{FF2B5EF4-FFF2-40B4-BE49-F238E27FC236}">
                <a16:creationId xmlns:a16="http://schemas.microsoft.com/office/drawing/2014/main" id="{C5839EA7-E061-4A25-A05E-3D3E3C48B397}"/>
              </a:ext>
            </a:extLst>
          </p:cNvPr>
          <p:cNvSpPr>
            <a:spLocks noGrp="1"/>
          </p:cNvSpPr>
          <p:nvPr/>
        </p:nvSpPr>
        <p:spPr>
          <a:xfrm>
            <a:off x="15684851" y="386446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1" name="c/pca-SPRSound-326">
            <a:extLst>
              <a:ext uri="{FF2B5EF4-FFF2-40B4-BE49-F238E27FC236}">
                <a16:creationId xmlns:a16="http://schemas.microsoft.com/office/drawing/2014/main" id="{B56C4707-AB29-4D44-AAC1-77DB8700AC64}"/>
              </a:ext>
            </a:extLst>
          </p:cNvPr>
          <p:cNvSpPr>
            <a:spLocks noGrp="1"/>
          </p:cNvSpPr>
          <p:nvPr/>
        </p:nvSpPr>
        <p:spPr>
          <a:xfrm>
            <a:off x="15611353" y="400713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2" name="c/pca-SPRSound-327">
            <a:extLst>
              <a:ext uri="{FF2B5EF4-FFF2-40B4-BE49-F238E27FC236}">
                <a16:creationId xmlns:a16="http://schemas.microsoft.com/office/drawing/2014/main" id="{B21D11C1-6EDC-4E22-987F-B5951D12F578}"/>
              </a:ext>
            </a:extLst>
          </p:cNvPr>
          <p:cNvSpPr>
            <a:spLocks noGrp="1"/>
          </p:cNvSpPr>
          <p:nvPr/>
        </p:nvSpPr>
        <p:spPr>
          <a:xfrm>
            <a:off x="15455123" y="400182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3" name="c/pca-SPRSound-328">
            <a:extLst>
              <a:ext uri="{FF2B5EF4-FFF2-40B4-BE49-F238E27FC236}">
                <a16:creationId xmlns:a16="http://schemas.microsoft.com/office/drawing/2014/main" id="{D64EC0D5-7101-49D1-9F79-7203A5161053}"/>
              </a:ext>
            </a:extLst>
          </p:cNvPr>
          <p:cNvSpPr>
            <a:spLocks noGrp="1"/>
          </p:cNvSpPr>
          <p:nvPr/>
        </p:nvSpPr>
        <p:spPr>
          <a:xfrm>
            <a:off x="15622599" y="392808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4" name="c/pca-SPRSound-329">
            <a:extLst>
              <a:ext uri="{FF2B5EF4-FFF2-40B4-BE49-F238E27FC236}">
                <a16:creationId xmlns:a16="http://schemas.microsoft.com/office/drawing/2014/main" id="{3E1F4808-E100-497F-B274-1BBA346E5F92}"/>
              </a:ext>
            </a:extLst>
          </p:cNvPr>
          <p:cNvSpPr>
            <a:spLocks noGrp="1"/>
          </p:cNvSpPr>
          <p:nvPr/>
        </p:nvSpPr>
        <p:spPr>
          <a:xfrm>
            <a:off x="15573652" y="389741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5" name="c/pca-SPRSound-330">
            <a:extLst>
              <a:ext uri="{FF2B5EF4-FFF2-40B4-BE49-F238E27FC236}">
                <a16:creationId xmlns:a16="http://schemas.microsoft.com/office/drawing/2014/main" id="{A5F1E0B2-09FC-4461-A938-560FB142C432}"/>
              </a:ext>
            </a:extLst>
          </p:cNvPr>
          <p:cNvSpPr>
            <a:spLocks noGrp="1"/>
          </p:cNvSpPr>
          <p:nvPr/>
        </p:nvSpPr>
        <p:spPr>
          <a:xfrm>
            <a:off x="15526548" y="392565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6" name="c/pca-SPRSound-331">
            <a:extLst>
              <a:ext uri="{FF2B5EF4-FFF2-40B4-BE49-F238E27FC236}">
                <a16:creationId xmlns:a16="http://schemas.microsoft.com/office/drawing/2014/main" id="{7D003ED6-C80E-4E73-82A0-09D40074E53A}"/>
              </a:ext>
            </a:extLst>
          </p:cNvPr>
          <p:cNvSpPr>
            <a:spLocks noGrp="1"/>
          </p:cNvSpPr>
          <p:nvPr/>
        </p:nvSpPr>
        <p:spPr>
          <a:xfrm>
            <a:off x="15560469" y="393275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7" name="c/pca-SPRSound-332">
            <a:extLst>
              <a:ext uri="{FF2B5EF4-FFF2-40B4-BE49-F238E27FC236}">
                <a16:creationId xmlns:a16="http://schemas.microsoft.com/office/drawing/2014/main" id="{733E0E27-36E3-4EA4-8897-61D16719991A}"/>
              </a:ext>
            </a:extLst>
          </p:cNvPr>
          <p:cNvSpPr>
            <a:spLocks noGrp="1"/>
          </p:cNvSpPr>
          <p:nvPr/>
        </p:nvSpPr>
        <p:spPr>
          <a:xfrm>
            <a:off x="15428863" y="401702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8" name="c/pca-SPRSound-333">
            <a:extLst>
              <a:ext uri="{FF2B5EF4-FFF2-40B4-BE49-F238E27FC236}">
                <a16:creationId xmlns:a16="http://schemas.microsoft.com/office/drawing/2014/main" id="{75487C4C-2B0F-41EB-993D-C52667020D5C}"/>
              </a:ext>
            </a:extLst>
          </p:cNvPr>
          <p:cNvSpPr>
            <a:spLocks noGrp="1"/>
          </p:cNvSpPr>
          <p:nvPr/>
        </p:nvSpPr>
        <p:spPr>
          <a:xfrm>
            <a:off x="15519892" y="401127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49" name="c/pca-SPRSound-334">
            <a:extLst>
              <a:ext uri="{FF2B5EF4-FFF2-40B4-BE49-F238E27FC236}">
                <a16:creationId xmlns:a16="http://schemas.microsoft.com/office/drawing/2014/main" id="{FEEBF8FD-170F-4AA8-9A56-17334CEA1382}"/>
              </a:ext>
            </a:extLst>
          </p:cNvPr>
          <p:cNvSpPr>
            <a:spLocks noGrp="1"/>
          </p:cNvSpPr>
          <p:nvPr/>
        </p:nvSpPr>
        <p:spPr>
          <a:xfrm>
            <a:off x="15500500" y="395256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0" name="c/pca-SPRSound-335">
            <a:extLst>
              <a:ext uri="{FF2B5EF4-FFF2-40B4-BE49-F238E27FC236}">
                <a16:creationId xmlns:a16="http://schemas.microsoft.com/office/drawing/2014/main" id="{582737F5-C814-495B-99A7-63B8AE911A10}"/>
              </a:ext>
            </a:extLst>
          </p:cNvPr>
          <p:cNvSpPr>
            <a:spLocks noGrp="1"/>
          </p:cNvSpPr>
          <p:nvPr/>
        </p:nvSpPr>
        <p:spPr>
          <a:xfrm>
            <a:off x="15524170" y="387446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1" name="c/pca-SPRSound-336">
            <a:extLst>
              <a:ext uri="{FF2B5EF4-FFF2-40B4-BE49-F238E27FC236}">
                <a16:creationId xmlns:a16="http://schemas.microsoft.com/office/drawing/2014/main" id="{A7EA100F-DF49-421D-92F6-C4C0AC7F519A}"/>
              </a:ext>
            </a:extLst>
          </p:cNvPr>
          <p:cNvSpPr>
            <a:spLocks noGrp="1"/>
          </p:cNvSpPr>
          <p:nvPr/>
        </p:nvSpPr>
        <p:spPr>
          <a:xfrm>
            <a:off x="15527725" y="392236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2" name="c/pca-SPRSound-337">
            <a:extLst>
              <a:ext uri="{FF2B5EF4-FFF2-40B4-BE49-F238E27FC236}">
                <a16:creationId xmlns:a16="http://schemas.microsoft.com/office/drawing/2014/main" id="{ADCFA7AA-B268-4B0D-A70D-2DADB43B6891}"/>
              </a:ext>
            </a:extLst>
          </p:cNvPr>
          <p:cNvSpPr>
            <a:spLocks noGrp="1"/>
          </p:cNvSpPr>
          <p:nvPr/>
        </p:nvSpPr>
        <p:spPr>
          <a:xfrm>
            <a:off x="15423887" y="396122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3" name="c/pca-SPRSound-338">
            <a:extLst>
              <a:ext uri="{FF2B5EF4-FFF2-40B4-BE49-F238E27FC236}">
                <a16:creationId xmlns:a16="http://schemas.microsoft.com/office/drawing/2014/main" id="{E1A8AEC2-E2C5-4566-88FE-5093754B8D30}"/>
              </a:ext>
            </a:extLst>
          </p:cNvPr>
          <p:cNvSpPr>
            <a:spLocks noGrp="1"/>
          </p:cNvSpPr>
          <p:nvPr/>
        </p:nvSpPr>
        <p:spPr>
          <a:xfrm>
            <a:off x="15400909" y="395747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4" name="c/pca-SPRSound-339">
            <a:extLst>
              <a:ext uri="{FF2B5EF4-FFF2-40B4-BE49-F238E27FC236}">
                <a16:creationId xmlns:a16="http://schemas.microsoft.com/office/drawing/2014/main" id="{EF5CC2BD-FD93-45B7-8C59-0059104AA3F4}"/>
              </a:ext>
            </a:extLst>
          </p:cNvPr>
          <p:cNvSpPr>
            <a:spLocks noGrp="1"/>
          </p:cNvSpPr>
          <p:nvPr/>
        </p:nvSpPr>
        <p:spPr>
          <a:xfrm>
            <a:off x="15589044" y="397561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5" name="c/pca-SPRSound-340">
            <a:extLst>
              <a:ext uri="{FF2B5EF4-FFF2-40B4-BE49-F238E27FC236}">
                <a16:creationId xmlns:a16="http://schemas.microsoft.com/office/drawing/2014/main" id="{205FFDA1-4ADD-4F57-B801-010F1DE3492A}"/>
              </a:ext>
            </a:extLst>
          </p:cNvPr>
          <p:cNvSpPr>
            <a:spLocks noGrp="1"/>
          </p:cNvSpPr>
          <p:nvPr/>
        </p:nvSpPr>
        <p:spPr>
          <a:xfrm>
            <a:off x="15525758" y="392898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6" name="c/pca-SPRSound-341">
            <a:extLst>
              <a:ext uri="{FF2B5EF4-FFF2-40B4-BE49-F238E27FC236}">
                <a16:creationId xmlns:a16="http://schemas.microsoft.com/office/drawing/2014/main" id="{3F93CD94-6DD7-4DBC-9733-22BEDF6FA2C6}"/>
              </a:ext>
            </a:extLst>
          </p:cNvPr>
          <p:cNvSpPr>
            <a:spLocks noGrp="1"/>
          </p:cNvSpPr>
          <p:nvPr/>
        </p:nvSpPr>
        <p:spPr>
          <a:xfrm>
            <a:off x="15376942" y="398437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7" name="c/pca-SPRSound-342">
            <a:extLst>
              <a:ext uri="{FF2B5EF4-FFF2-40B4-BE49-F238E27FC236}">
                <a16:creationId xmlns:a16="http://schemas.microsoft.com/office/drawing/2014/main" id="{55219F87-B5F0-44C9-B967-37A9246B753C}"/>
              </a:ext>
            </a:extLst>
          </p:cNvPr>
          <p:cNvSpPr>
            <a:spLocks noGrp="1"/>
          </p:cNvSpPr>
          <p:nvPr/>
        </p:nvSpPr>
        <p:spPr>
          <a:xfrm>
            <a:off x="15465203" y="399949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8" name="c/pca-SPRSound-343">
            <a:extLst>
              <a:ext uri="{FF2B5EF4-FFF2-40B4-BE49-F238E27FC236}">
                <a16:creationId xmlns:a16="http://schemas.microsoft.com/office/drawing/2014/main" id="{ECAE00B8-3D29-4A5E-B840-EB2FECD193B9}"/>
              </a:ext>
            </a:extLst>
          </p:cNvPr>
          <p:cNvSpPr>
            <a:spLocks noGrp="1"/>
          </p:cNvSpPr>
          <p:nvPr/>
        </p:nvSpPr>
        <p:spPr>
          <a:xfrm>
            <a:off x="15434451" y="389405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59" name="c/pca-SPRSound-344">
            <a:extLst>
              <a:ext uri="{FF2B5EF4-FFF2-40B4-BE49-F238E27FC236}">
                <a16:creationId xmlns:a16="http://schemas.microsoft.com/office/drawing/2014/main" id="{80C8AE15-FCDF-483D-8CB0-FEA16B88A8A5}"/>
              </a:ext>
            </a:extLst>
          </p:cNvPr>
          <p:cNvSpPr>
            <a:spLocks noGrp="1"/>
          </p:cNvSpPr>
          <p:nvPr/>
        </p:nvSpPr>
        <p:spPr>
          <a:xfrm>
            <a:off x="15563817" y="402788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0" name="c/pca-SPRSound-345">
            <a:extLst>
              <a:ext uri="{FF2B5EF4-FFF2-40B4-BE49-F238E27FC236}">
                <a16:creationId xmlns:a16="http://schemas.microsoft.com/office/drawing/2014/main" id="{9E813B5A-CAC3-4B26-8876-AAA0FF8CE86D}"/>
              </a:ext>
            </a:extLst>
          </p:cNvPr>
          <p:cNvSpPr>
            <a:spLocks noGrp="1"/>
          </p:cNvSpPr>
          <p:nvPr/>
        </p:nvSpPr>
        <p:spPr>
          <a:xfrm>
            <a:off x="15649511" y="386108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1" name="c/pca-SPRSound-346">
            <a:extLst>
              <a:ext uri="{FF2B5EF4-FFF2-40B4-BE49-F238E27FC236}">
                <a16:creationId xmlns:a16="http://schemas.microsoft.com/office/drawing/2014/main" id="{C84D8D95-38DF-4809-99B5-5CF2D78479B6}"/>
              </a:ext>
            </a:extLst>
          </p:cNvPr>
          <p:cNvSpPr>
            <a:spLocks noGrp="1"/>
          </p:cNvSpPr>
          <p:nvPr/>
        </p:nvSpPr>
        <p:spPr>
          <a:xfrm>
            <a:off x="15567802" y="398144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2" name="c/pca-SPRSound-347">
            <a:extLst>
              <a:ext uri="{FF2B5EF4-FFF2-40B4-BE49-F238E27FC236}">
                <a16:creationId xmlns:a16="http://schemas.microsoft.com/office/drawing/2014/main" id="{E48B3D13-46C0-4C31-B468-6D5B267D0177}"/>
              </a:ext>
            </a:extLst>
          </p:cNvPr>
          <p:cNvSpPr>
            <a:spLocks noGrp="1"/>
          </p:cNvSpPr>
          <p:nvPr/>
        </p:nvSpPr>
        <p:spPr>
          <a:xfrm>
            <a:off x="15446283" y="394763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3" name="c/pca-SPRSound-348">
            <a:extLst>
              <a:ext uri="{FF2B5EF4-FFF2-40B4-BE49-F238E27FC236}">
                <a16:creationId xmlns:a16="http://schemas.microsoft.com/office/drawing/2014/main" id="{D3D5B067-7C83-405A-86CA-7336AE67835C}"/>
              </a:ext>
            </a:extLst>
          </p:cNvPr>
          <p:cNvSpPr>
            <a:spLocks noGrp="1"/>
          </p:cNvSpPr>
          <p:nvPr/>
        </p:nvSpPr>
        <p:spPr>
          <a:xfrm>
            <a:off x="15600632" y="388533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4" name="c/pca-SPRSound-349">
            <a:extLst>
              <a:ext uri="{FF2B5EF4-FFF2-40B4-BE49-F238E27FC236}">
                <a16:creationId xmlns:a16="http://schemas.microsoft.com/office/drawing/2014/main" id="{044B4342-F9B6-438F-B01A-1303F824E2AD}"/>
              </a:ext>
            </a:extLst>
          </p:cNvPr>
          <p:cNvSpPr>
            <a:spLocks noGrp="1"/>
          </p:cNvSpPr>
          <p:nvPr/>
        </p:nvSpPr>
        <p:spPr>
          <a:xfrm>
            <a:off x="15578444" y="392528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5" name="c/pca-SPRSound-350">
            <a:extLst>
              <a:ext uri="{FF2B5EF4-FFF2-40B4-BE49-F238E27FC236}">
                <a16:creationId xmlns:a16="http://schemas.microsoft.com/office/drawing/2014/main" id="{9265E303-5C41-4EEE-B37F-E245F2DDBCE6}"/>
              </a:ext>
            </a:extLst>
          </p:cNvPr>
          <p:cNvSpPr>
            <a:spLocks noGrp="1"/>
          </p:cNvSpPr>
          <p:nvPr/>
        </p:nvSpPr>
        <p:spPr>
          <a:xfrm>
            <a:off x="15530119" y="400806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6" name="c/pca-SPRSound-351">
            <a:extLst>
              <a:ext uri="{FF2B5EF4-FFF2-40B4-BE49-F238E27FC236}">
                <a16:creationId xmlns:a16="http://schemas.microsoft.com/office/drawing/2014/main" id="{E5B3BF15-FF13-403C-AC69-95202021D578}"/>
              </a:ext>
            </a:extLst>
          </p:cNvPr>
          <p:cNvSpPr>
            <a:spLocks noGrp="1"/>
          </p:cNvSpPr>
          <p:nvPr/>
        </p:nvSpPr>
        <p:spPr>
          <a:xfrm>
            <a:off x="15454828" y="392712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7" name="c/pca-SPRSound-352">
            <a:extLst>
              <a:ext uri="{FF2B5EF4-FFF2-40B4-BE49-F238E27FC236}">
                <a16:creationId xmlns:a16="http://schemas.microsoft.com/office/drawing/2014/main" id="{5B9D6C4F-A9A8-4521-8700-DEDCBDBF924C}"/>
              </a:ext>
            </a:extLst>
          </p:cNvPr>
          <p:cNvSpPr>
            <a:spLocks noGrp="1"/>
          </p:cNvSpPr>
          <p:nvPr/>
        </p:nvSpPr>
        <p:spPr>
          <a:xfrm>
            <a:off x="15406929" y="391593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8" name="c/pca-SPRSound-353">
            <a:extLst>
              <a:ext uri="{FF2B5EF4-FFF2-40B4-BE49-F238E27FC236}">
                <a16:creationId xmlns:a16="http://schemas.microsoft.com/office/drawing/2014/main" id="{483849A9-741C-48E4-B7A5-13D891E65171}"/>
              </a:ext>
            </a:extLst>
          </p:cNvPr>
          <p:cNvSpPr>
            <a:spLocks noGrp="1"/>
          </p:cNvSpPr>
          <p:nvPr/>
        </p:nvSpPr>
        <p:spPr>
          <a:xfrm>
            <a:off x="15802154" y="378407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69" name="c/pca-SPRSound-354">
            <a:extLst>
              <a:ext uri="{FF2B5EF4-FFF2-40B4-BE49-F238E27FC236}">
                <a16:creationId xmlns:a16="http://schemas.microsoft.com/office/drawing/2014/main" id="{412F9E54-749A-451E-99D9-07B270072EF9}"/>
              </a:ext>
            </a:extLst>
          </p:cNvPr>
          <p:cNvSpPr>
            <a:spLocks noGrp="1"/>
          </p:cNvSpPr>
          <p:nvPr/>
        </p:nvSpPr>
        <p:spPr>
          <a:xfrm>
            <a:off x="15547852" y="397454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0" name="c/pca-SPRSound-355">
            <a:extLst>
              <a:ext uri="{FF2B5EF4-FFF2-40B4-BE49-F238E27FC236}">
                <a16:creationId xmlns:a16="http://schemas.microsoft.com/office/drawing/2014/main" id="{821FA545-7557-4C6F-95CB-D31DA3457052}"/>
              </a:ext>
            </a:extLst>
          </p:cNvPr>
          <p:cNvSpPr>
            <a:spLocks noGrp="1"/>
          </p:cNvSpPr>
          <p:nvPr/>
        </p:nvSpPr>
        <p:spPr>
          <a:xfrm>
            <a:off x="15799768" y="362659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1" name="c/pca-SPRSound-356">
            <a:extLst>
              <a:ext uri="{FF2B5EF4-FFF2-40B4-BE49-F238E27FC236}">
                <a16:creationId xmlns:a16="http://schemas.microsoft.com/office/drawing/2014/main" id="{83C35C80-38BB-452A-8859-1E654DEB8A14}"/>
              </a:ext>
            </a:extLst>
          </p:cNvPr>
          <p:cNvSpPr>
            <a:spLocks noGrp="1"/>
          </p:cNvSpPr>
          <p:nvPr/>
        </p:nvSpPr>
        <p:spPr>
          <a:xfrm>
            <a:off x="15582103" y="393812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2" name="c/pca-SPRSound-357">
            <a:extLst>
              <a:ext uri="{FF2B5EF4-FFF2-40B4-BE49-F238E27FC236}">
                <a16:creationId xmlns:a16="http://schemas.microsoft.com/office/drawing/2014/main" id="{D600F9CC-A1CE-4B06-BD38-B778512D066F}"/>
              </a:ext>
            </a:extLst>
          </p:cNvPr>
          <p:cNvSpPr>
            <a:spLocks noGrp="1"/>
          </p:cNvSpPr>
          <p:nvPr/>
        </p:nvSpPr>
        <p:spPr>
          <a:xfrm>
            <a:off x="15544332" y="399025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3" name="c/pca-SPRSound-358">
            <a:extLst>
              <a:ext uri="{FF2B5EF4-FFF2-40B4-BE49-F238E27FC236}">
                <a16:creationId xmlns:a16="http://schemas.microsoft.com/office/drawing/2014/main" id="{3C4E4EAD-7C30-45E7-8DFD-463DFAFF58A0}"/>
              </a:ext>
            </a:extLst>
          </p:cNvPr>
          <p:cNvSpPr>
            <a:spLocks noGrp="1"/>
          </p:cNvSpPr>
          <p:nvPr/>
        </p:nvSpPr>
        <p:spPr>
          <a:xfrm>
            <a:off x="15501745" y="393266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4" name="c/pca-SPRSound-359">
            <a:extLst>
              <a:ext uri="{FF2B5EF4-FFF2-40B4-BE49-F238E27FC236}">
                <a16:creationId xmlns:a16="http://schemas.microsoft.com/office/drawing/2014/main" id="{8CB54DE4-ADE4-4F83-987B-2A56D261E8EE}"/>
              </a:ext>
            </a:extLst>
          </p:cNvPr>
          <p:cNvSpPr>
            <a:spLocks noGrp="1"/>
          </p:cNvSpPr>
          <p:nvPr/>
        </p:nvSpPr>
        <p:spPr>
          <a:xfrm>
            <a:off x="15452497" y="391528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5" name="c/pca-SPRSound-360">
            <a:extLst>
              <a:ext uri="{FF2B5EF4-FFF2-40B4-BE49-F238E27FC236}">
                <a16:creationId xmlns:a16="http://schemas.microsoft.com/office/drawing/2014/main" id="{41385BF0-7854-4065-8F79-E0168D6C8D64}"/>
              </a:ext>
            </a:extLst>
          </p:cNvPr>
          <p:cNvSpPr>
            <a:spLocks noGrp="1"/>
          </p:cNvSpPr>
          <p:nvPr/>
        </p:nvSpPr>
        <p:spPr>
          <a:xfrm>
            <a:off x="15497513" y="396434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6" name="c/pca-SPRSound-361">
            <a:extLst>
              <a:ext uri="{FF2B5EF4-FFF2-40B4-BE49-F238E27FC236}">
                <a16:creationId xmlns:a16="http://schemas.microsoft.com/office/drawing/2014/main" id="{42C74F31-8249-46CD-A4A6-977B8EB8AEA3}"/>
              </a:ext>
            </a:extLst>
          </p:cNvPr>
          <p:cNvSpPr>
            <a:spLocks noGrp="1"/>
          </p:cNvSpPr>
          <p:nvPr/>
        </p:nvSpPr>
        <p:spPr>
          <a:xfrm>
            <a:off x="15443519" y="391972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7" name="c/pca-SPRSound-362">
            <a:extLst>
              <a:ext uri="{FF2B5EF4-FFF2-40B4-BE49-F238E27FC236}">
                <a16:creationId xmlns:a16="http://schemas.microsoft.com/office/drawing/2014/main" id="{3A1EABDA-0B09-4C8D-B1B6-DEA4BC120344}"/>
              </a:ext>
            </a:extLst>
          </p:cNvPr>
          <p:cNvSpPr>
            <a:spLocks noGrp="1"/>
          </p:cNvSpPr>
          <p:nvPr/>
        </p:nvSpPr>
        <p:spPr>
          <a:xfrm>
            <a:off x="15414711" y="397677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8" name="c/pca-SPRSound-363">
            <a:extLst>
              <a:ext uri="{FF2B5EF4-FFF2-40B4-BE49-F238E27FC236}">
                <a16:creationId xmlns:a16="http://schemas.microsoft.com/office/drawing/2014/main" id="{F7600FED-315E-49F0-B3A0-D0F8D3429C28}"/>
              </a:ext>
            </a:extLst>
          </p:cNvPr>
          <p:cNvSpPr>
            <a:spLocks noGrp="1"/>
          </p:cNvSpPr>
          <p:nvPr/>
        </p:nvSpPr>
        <p:spPr>
          <a:xfrm>
            <a:off x="15619986" y="390410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79" name="c/pca-SPRSound-364">
            <a:extLst>
              <a:ext uri="{FF2B5EF4-FFF2-40B4-BE49-F238E27FC236}">
                <a16:creationId xmlns:a16="http://schemas.microsoft.com/office/drawing/2014/main" id="{77DC8A2A-0E3F-4D08-8CD8-43981551E1FB}"/>
              </a:ext>
            </a:extLst>
          </p:cNvPr>
          <p:cNvSpPr>
            <a:spLocks noGrp="1"/>
          </p:cNvSpPr>
          <p:nvPr/>
        </p:nvSpPr>
        <p:spPr>
          <a:xfrm>
            <a:off x="15420092" y="403770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0" name="c/pca-SPRSound-365">
            <a:extLst>
              <a:ext uri="{FF2B5EF4-FFF2-40B4-BE49-F238E27FC236}">
                <a16:creationId xmlns:a16="http://schemas.microsoft.com/office/drawing/2014/main" id="{E5380C13-178D-402C-BF66-7C50DB3E7504}"/>
              </a:ext>
            </a:extLst>
          </p:cNvPr>
          <p:cNvSpPr>
            <a:spLocks noGrp="1"/>
          </p:cNvSpPr>
          <p:nvPr/>
        </p:nvSpPr>
        <p:spPr>
          <a:xfrm>
            <a:off x="15491627" y="397972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1" name="c/pca-SPRSound-366">
            <a:extLst>
              <a:ext uri="{FF2B5EF4-FFF2-40B4-BE49-F238E27FC236}">
                <a16:creationId xmlns:a16="http://schemas.microsoft.com/office/drawing/2014/main" id="{B7795086-ABD6-4ECC-89F3-03556B3E8A1F}"/>
              </a:ext>
            </a:extLst>
          </p:cNvPr>
          <p:cNvSpPr>
            <a:spLocks noGrp="1"/>
          </p:cNvSpPr>
          <p:nvPr/>
        </p:nvSpPr>
        <p:spPr>
          <a:xfrm>
            <a:off x="15415380" y="391978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2" name="c/pca-SPRSound-367">
            <a:extLst>
              <a:ext uri="{FF2B5EF4-FFF2-40B4-BE49-F238E27FC236}">
                <a16:creationId xmlns:a16="http://schemas.microsoft.com/office/drawing/2014/main" id="{DBF888C3-3874-4EE6-A8C3-EFAE6D1C2D7E}"/>
              </a:ext>
            </a:extLst>
          </p:cNvPr>
          <p:cNvSpPr>
            <a:spLocks noGrp="1"/>
          </p:cNvSpPr>
          <p:nvPr/>
        </p:nvSpPr>
        <p:spPr>
          <a:xfrm>
            <a:off x="15404116" y="399923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3" name="c/pca-SPRSound-368">
            <a:extLst>
              <a:ext uri="{FF2B5EF4-FFF2-40B4-BE49-F238E27FC236}">
                <a16:creationId xmlns:a16="http://schemas.microsoft.com/office/drawing/2014/main" id="{C889BA5F-FAD1-4ED2-B0FF-6ED80669F284}"/>
              </a:ext>
            </a:extLst>
          </p:cNvPr>
          <p:cNvSpPr>
            <a:spLocks noGrp="1"/>
          </p:cNvSpPr>
          <p:nvPr/>
        </p:nvSpPr>
        <p:spPr>
          <a:xfrm>
            <a:off x="15437428" y="394757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4" name="c/pca-SPRSound-369">
            <a:extLst>
              <a:ext uri="{FF2B5EF4-FFF2-40B4-BE49-F238E27FC236}">
                <a16:creationId xmlns:a16="http://schemas.microsoft.com/office/drawing/2014/main" id="{A97555F5-B928-435D-B388-11715A59B179}"/>
              </a:ext>
            </a:extLst>
          </p:cNvPr>
          <p:cNvSpPr>
            <a:spLocks noGrp="1"/>
          </p:cNvSpPr>
          <p:nvPr/>
        </p:nvSpPr>
        <p:spPr>
          <a:xfrm>
            <a:off x="15454517" y="404223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5" name="c/pca-SPRSound-370">
            <a:extLst>
              <a:ext uri="{FF2B5EF4-FFF2-40B4-BE49-F238E27FC236}">
                <a16:creationId xmlns:a16="http://schemas.microsoft.com/office/drawing/2014/main" id="{DF10F4D7-1096-45C9-94C4-6ECD1D793AE1}"/>
              </a:ext>
            </a:extLst>
          </p:cNvPr>
          <p:cNvSpPr>
            <a:spLocks noGrp="1"/>
          </p:cNvSpPr>
          <p:nvPr/>
        </p:nvSpPr>
        <p:spPr>
          <a:xfrm>
            <a:off x="15467536" y="391024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6" name="c/pca-SPRSound-371">
            <a:extLst>
              <a:ext uri="{FF2B5EF4-FFF2-40B4-BE49-F238E27FC236}">
                <a16:creationId xmlns:a16="http://schemas.microsoft.com/office/drawing/2014/main" id="{C7FE7499-289F-4E6D-B3D5-660D70254AEA}"/>
              </a:ext>
            </a:extLst>
          </p:cNvPr>
          <p:cNvSpPr>
            <a:spLocks noGrp="1"/>
          </p:cNvSpPr>
          <p:nvPr/>
        </p:nvSpPr>
        <p:spPr>
          <a:xfrm>
            <a:off x="15503530" y="389225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7" name="c/pca-SPRSound-372">
            <a:extLst>
              <a:ext uri="{FF2B5EF4-FFF2-40B4-BE49-F238E27FC236}">
                <a16:creationId xmlns:a16="http://schemas.microsoft.com/office/drawing/2014/main" id="{7B604601-477D-4FB1-B630-AE058274AF3D}"/>
              </a:ext>
            </a:extLst>
          </p:cNvPr>
          <p:cNvSpPr>
            <a:spLocks noGrp="1"/>
          </p:cNvSpPr>
          <p:nvPr/>
        </p:nvSpPr>
        <p:spPr>
          <a:xfrm>
            <a:off x="15439360" y="401474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8" name="c/pca-SPRSound-373">
            <a:extLst>
              <a:ext uri="{FF2B5EF4-FFF2-40B4-BE49-F238E27FC236}">
                <a16:creationId xmlns:a16="http://schemas.microsoft.com/office/drawing/2014/main" id="{822FADD9-BA6C-44B1-985F-E5A797936D08}"/>
              </a:ext>
            </a:extLst>
          </p:cNvPr>
          <p:cNvSpPr>
            <a:spLocks noGrp="1"/>
          </p:cNvSpPr>
          <p:nvPr/>
        </p:nvSpPr>
        <p:spPr>
          <a:xfrm>
            <a:off x="15537050" y="400055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89" name="c/pca-SPRSound-374">
            <a:extLst>
              <a:ext uri="{FF2B5EF4-FFF2-40B4-BE49-F238E27FC236}">
                <a16:creationId xmlns:a16="http://schemas.microsoft.com/office/drawing/2014/main" id="{FF595AC0-6464-4174-956D-7C4B0FC92257}"/>
              </a:ext>
            </a:extLst>
          </p:cNvPr>
          <p:cNvSpPr>
            <a:spLocks noGrp="1"/>
          </p:cNvSpPr>
          <p:nvPr/>
        </p:nvSpPr>
        <p:spPr>
          <a:xfrm>
            <a:off x="15503727" y="398213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0" name="c/pca-SPRSound-375">
            <a:extLst>
              <a:ext uri="{FF2B5EF4-FFF2-40B4-BE49-F238E27FC236}">
                <a16:creationId xmlns:a16="http://schemas.microsoft.com/office/drawing/2014/main" id="{33230A61-2242-4E4D-9611-55AEB94EF96E}"/>
              </a:ext>
            </a:extLst>
          </p:cNvPr>
          <p:cNvSpPr>
            <a:spLocks noGrp="1"/>
          </p:cNvSpPr>
          <p:nvPr/>
        </p:nvSpPr>
        <p:spPr>
          <a:xfrm>
            <a:off x="15587383" y="398363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1" name="c/pca-SPRSound-376">
            <a:extLst>
              <a:ext uri="{FF2B5EF4-FFF2-40B4-BE49-F238E27FC236}">
                <a16:creationId xmlns:a16="http://schemas.microsoft.com/office/drawing/2014/main" id="{BC2A6B02-20A0-40EA-A7A5-CC70EDED1954}"/>
              </a:ext>
            </a:extLst>
          </p:cNvPr>
          <p:cNvSpPr>
            <a:spLocks noGrp="1"/>
          </p:cNvSpPr>
          <p:nvPr/>
        </p:nvSpPr>
        <p:spPr>
          <a:xfrm>
            <a:off x="15625510" y="392120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2" name="c/pca-SPRSound-377">
            <a:extLst>
              <a:ext uri="{FF2B5EF4-FFF2-40B4-BE49-F238E27FC236}">
                <a16:creationId xmlns:a16="http://schemas.microsoft.com/office/drawing/2014/main" id="{D70BC1D6-CCF3-40F0-9861-810ACAC790F3}"/>
              </a:ext>
            </a:extLst>
          </p:cNvPr>
          <p:cNvSpPr>
            <a:spLocks noGrp="1"/>
          </p:cNvSpPr>
          <p:nvPr/>
        </p:nvSpPr>
        <p:spPr>
          <a:xfrm>
            <a:off x="15531962" y="406242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3" name="c/pca-SPRSound-378">
            <a:extLst>
              <a:ext uri="{FF2B5EF4-FFF2-40B4-BE49-F238E27FC236}">
                <a16:creationId xmlns:a16="http://schemas.microsoft.com/office/drawing/2014/main" id="{A020ABD7-94FF-403A-9953-EBA798378FD3}"/>
              </a:ext>
            </a:extLst>
          </p:cNvPr>
          <p:cNvSpPr>
            <a:spLocks noGrp="1"/>
          </p:cNvSpPr>
          <p:nvPr/>
        </p:nvSpPr>
        <p:spPr>
          <a:xfrm>
            <a:off x="15564383" y="387513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4" name="c/pca-SPRSound-379">
            <a:extLst>
              <a:ext uri="{FF2B5EF4-FFF2-40B4-BE49-F238E27FC236}">
                <a16:creationId xmlns:a16="http://schemas.microsoft.com/office/drawing/2014/main" id="{937993ED-EEC9-47E3-ABC1-188B75B2D6BB}"/>
              </a:ext>
            </a:extLst>
          </p:cNvPr>
          <p:cNvSpPr>
            <a:spLocks noGrp="1"/>
          </p:cNvSpPr>
          <p:nvPr/>
        </p:nvSpPr>
        <p:spPr>
          <a:xfrm>
            <a:off x="15507108" y="394413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5" name="c/pca-SPRSound-380">
            <a:extLst>
              <a:ext uri="{FF2B5EF4-FFF2-40B4-BE49-F238E27FC236}">
                <a16:creationId xmlns:a16="http://schemas.microsoft.com/office/drawing/2014/main" id="{66CF4C82-7CD5-4075-87BF-B50D7263E557}"/>
              </a:ext>
            </a:extLst>
          </p:cNvPr>
          <p:cNvSpPr>
            <a:spLocks noGrp="1"/>
          </p:cNvSpPr>
          <p:nvPr/>
        </p:nvSpPr>
        <p:spPr>
          <a:xfrm>
            <a:off x="15504111" y="398231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6" name="c/pca-SPRSound-381">
            <a:extLst>
              <a:ext uri="{FF2B5EF4-FFF2-40B4-BE49-F238E27FC236}">
                <a16:creationId xmlns:a16="http://schemas.microsoft.com/office/drawing/2014/main" id="{4898B077-AEF4-40A9-8F29-CBE78236F4A4}"/>
              </a:ext>
            </a:extLst>
          </p:cNvPr>
          <p:cNvSpPr>
            <a:spLocks noGrp="1"/>
          </p:cNvSpPr>
          <p:nvPr/>
        </p:nvSpPr>
        <p:spPr>
          <a:xfrm>
            <a:off x="15483358" y="399894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7" name="c/pca-SPRSound-382">
            <a:extLst>
              <a:ext uri="{FF2B5EF4-FFF2-40B4-BE49-F238E27FC236}">
                <a16:creationId xmlns:a16="http://schemas.microsoft.com/office/drawing/2014/main" id="{B48CD374-AC1D-4911-8BB2-E912BD2C5394}"/>
              </a:ext>
            </a:extLst>
          </p:cNvPr>
          <p:cNvSpPr>
            <a:spLocks noGrp="1"/>
          </p:cNvSpPr>
          <p:nvPr/>
        </p:nvSpPr>
        <p:spPr>
          <a:xfrm>
            <a:off x="15531712" y="398086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8" name="c/pca-SPRSound-383">
            <a:extLst>
              <a:ext uri="{FF2B5EF4-FFF2-40B4-BE49-F238E27FC236}">
                <a16:creationId xmlns:a16="http://schemas.microsoft.com/office/drawing/2014/main" id="{5CF8CD86-B660-4789-ABBB-A9B1F2B222E2}"/>
              </a:ext>
            </a:extLst>
          </p:cNvPr>
          <p:cNvSpPr>
            <a:spLocks noGrp="1"/>
          </p:cNvSpPr>
          <p:nvPr/>
        </p:nvSpPr>
        <p:spPr>
          <a:xfrm>
            <a:off x="15530861" y="389998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499" name="c/pca-SPRSound-384">
            <a:extLst>
              <a:ext uri="{FF2B5EF4-FFF2-40B4-BE49-F238E27FC236}">
                <a16:creationId xmlns:a16="http://schemas.microsoft.com/office/drawing/2014/main" id="{432EEA98-455B-4933-8CA6-23456EABF56B}"/>
              </a:ext>
            </a:extLst>
          </p:cNvPr>
          <p:cNvSpPr>
            <a:spLocks noGrp="1"/>
          </p:cNvSpPr>
          <p:nvPr/>
        </p:nvSpPr>
        <p:spPr>
          <a:xfrm>
            <a:off x="15546321" y="382784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0" name="c/pca-SPRSound-385">
            <a:extLst>
              <a:ext uri="{FF2B5EF4-FFF2-40B4-BE49-F238E27FC236}">
                <a16:creationId xmlns:a16="http://schemas.microsoft.com/office/drawing/2014/main" id="{BA83F3EC-9541-4A2A-A6C8-59EF04F07F72}"/>
              </a:ext>
            </a:extLst>
          </p:cNvPr>
          <p:cNvSpPr>
            <a:spLocks noGrp="1"/>
          </p:cNvSpPr>
          <p:nvPr/>
        </p:nvSpPr>
        <p:spPr>
          <a:xfrm>
            <a:off x="15497950" y="398637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1" name="c/pca-SPRSound-386">
            <a:extLst>
              <a:ext uri="{FF2B5EF4-FFF2-40B4-BE49-F238E27FC236}">
                <a16:creationId xmlns:a16="http://schemas.microsoft.com/office/drawing/2014/main" id="{56C21155-83FE-4E4E-919C-CC8957FEF557}"/>
              </a:ext>
            </a:extLst>
          </p:cNvPr>
          <p:cNvSpPr>
            <a:spLocks noGrp="1"/>
          </p:cNvSpPr>
          <p:nvPr/>
        </p:nvSpPr>
        <p:spPr>
          <a:xfrm>
            <a:off x="15526079" y="386395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2" name="c/pca-SPRSound-387">
            <a:extLst>
              <a:ext uri="{FF2B5EF4-FFF2-40B4-BE49-F238E27FC236}">
                <a16:creationId xmlns:a16="http://schemas.microsoft.com/office/drawing/2014/main" id="{BFA128B3-61A3-4444-99AC-CC497A4B4764}"/>
              </a:ext>
            </a:extLst>
          </p:cNvPr>
          <p:cNvSpPr>
            <a:spLocks noGrp="1"/>
          </p:cNvSpPr>
          <p:nvPr/>
        </p:nvSpPr>
        <p:spPr>
          <a:xfrm>
            <a:off x="15468592" y="398150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3" name="c/pca-SPRSound-388">
            <a:extLst>
              <a:ext uri="{FF2B5EF4-FFF2-40B4-BE49-F238E27FC236}">
                <a16:creationId xmlns:a16="http://schemas.microsoft.com/office/drawing/2014/main" id="{3B7CFDC1-C8F4-4C95-83CC-48C92F233AC7}"/>
              </a:ext>
            </a:extLst>
          </p:cNvPr>
          <p:cNvSpPr>
            <a:spLocks noGrp="1"/>
          </p:cNvSpPr>
          <p:nvPr/>
        </p:nvSpPr>
        <p:spPr>
          <a:xfrm>
            <a:off x="15582525" y="388078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4" name="c/pca-SPRSound-389">
            <a:extLst>
              <a:ext uri="{FF2B5EF4-FFF2-40B4-BE49-F238E27FC236}">
                <a16:creationId xmlns:a16="http://schemas.microsoft.com/office/drawing/2014/main" id="{C3F91C30-9EDF-4825-B135-10DB9590DF8B}"/>
              </a:ext>
            </a:extLst>
          </p:cNvPr>
          <p:cNvSpPr>
            <a:spLocks noGrp="1"/>
          </p:cNvSpPr>
          <p:nvPr/>
        </p:nvSpPr>
        <p:spPr>
          <a:xfrm>
            <a:off x="15515211" y="393208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5" name="c/pca-SPRSound-390">
            <a:extLst>
              <a:ext uri="{FF2B5EF4-FFF2-40B4-BE49-F238E27FC236}">
                <a16:creationId xmlns:a16="http://schemas.microsoft.com/office/drawing/2014/main" id="{DE614A62-194F-42CA-A6D6-33EF3CD0B2DF}"/>
              </a:ext>
            </a:extLst>
          </p:cNvPr>
          <p:cNvSpPr>
            <a:spLocks noGrp="1"/>
          </p:cNvSpPr>
          <p:nvPr/>
        </p:nvSpPr>
        <p:spPr>
          <a:xfrm>
            <a:off x="15491607" y="395306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6" name="c/pca-SPRSound-391">
            <a:extLst>
              <a:ext uri="{FF2B5EF4-FFF2-40B4-BE49-F238E27FC236}">
                <a16:creationId xmlns:a16="http://schemas.microsoft.com/office/drawing/2014/main" id="{1086154D-BF9A-4648-8613-F3BBF6F5B63C}"/>
              </a:ext>
            </a:extLst>
          </p:cNvPr>
          <p:cNvSpPr>
            <a:spLocks noGrp="1"/>
          </p:cNvSpPr>
          <p:nvPr/>
        </p:nvSpPr>
        <p:spPr>
          <a:xfrm>
            <a:off x="15480510" y="388968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7" name="c/pca-SPRSound-392">
            <a:extLst>
              <a:ext uri="{FF2B5EF4-FFF2-40B4-BE49-F238E27FC236}">
                <a16:creationId xmlns:a16="http://schemas.microsoft.com/office/drawing/2014/main" id="{306CC797-A92E-415F-887E-AE1A761ED1CA}"/>
              </a:ext>
            </a:extLst>
          </p:cNvPr>
          <p:cNvSpPr>
            <a:spLocks noGrp="1"/>
          </p:cNvSpPr>
          <p:nvPr/>
        </p:nvSpPr>
        <p:spPr>
          <a:xfrm>
            <a:off x="15583050" y="396262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8" name="c/pca-SPRSound-393">
            <a:extLst>
              <a:ext uri="{FF2B5EF4-FFF2-40B4-BE49-F238E27FC236}">
                <a16:creationId xmlns:a16="http://schemas.microsoft.com/office/drawing/2014/main" id="{6AC927CB-1319-4874-A024-6D03D58E566F}"/>
              </a:ext>
            </a:extLst>
          </p:cNvPr>
          <p:cNvSpPr>
            <a:spLocks noGrp="1"/>
          </p:cNvSpPr>
          <p:nvPr/>
        </p:nvSpPr>
        <p:spPr>
          <a:xfrm>
            <a:off x="15632240" y="398272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09" name="c/pca-SPRSound-394">
            <a:extLst>
              <a:ext uri="{FF2B5EF4-FFF2-40B4-BE49-F238E27FC236}">
                <a16:creationId xmlns:a16="http://schemas.microsoft.com/office/drawing/2014/main" id="{87471768-BD01-4B2C-9FD7-AC0BE42C1955}"/>
              </a:ext>
            </a:extLst>
          </p:cNvPr>
          <p:cNvSpPr>
            <a:spLocks noGrp="1"/>
          </p:cNvSpPr>
          <p:nvPr/>
        </p:nvSpPr>
        <p:spPr>
          <a:xfrm>
            <a:off x="15578258" y="389283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0" name="c/pca-SPRSound-395">
            <a:extLst>
              <a:ext uri="{FF2B5EF4-FFF2-40B4-BE49-F238E27FC236}">
                <a16:creationId xmlns:a16="http://schemas.microsoft.com/office/drawing/2014/main" id="{11C865DF-2CEB-44AB-A0EB-BBA2A19D443F}"/>
              </a:ext>
            </a:extLst>
          </p:cNvPr>
          <p:cNvSpPr>
            <a:spLocks noGrp="1"/>
          </p:cNvSpPr>
          <p:nvPr/>
        </p:nvSpPr>
        <p:spPr>
          <a:xfrm>
            <a:off x="15279803" y="396619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1" name="c/pca-SPRSound-396">
            <a:extLst>
              <a:ext uri="{FF2B5EF4-FFF2-40B4-BE49-F238E27FC236}">
                <a16:creationId xmlns:a16="http://schemas.microsoft.com/office/drawing/2014/main" id="{5A43D802-1013-4312-8CD9-ABAED499B9EB}"/>
              </a:ext>
            </a:extLst>
          </p:cNvPr>
          <p:cNvSpPr>
            <a:spLocks noGrp="1"/>
          </p:cNvSpPr>
          <p:nvPr/>
        </p:nvSpPr>
        <p:spPr>
          <a:xfrm>
            <a:off x="15506848" y="397424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2" name="c/pca-SPRSound-397">
            <a:extLst>
              <a:ext uri="{FF2B5EF4-FFF2-40B4-BE49-F238E27FC236}">
                <a16:creationId xmlns:a16="http://schemas.microsoft.com/office/drawing/2014/main" id="{7319915A-5E35-44AF-9AE9-689BE1CC7EBB}"/>
              </a:ext>
            </a:extLst>
          </p:cNvPr>
          <p:cNvSpPr>
            <a:spLocks noGrp="1"/>
          </p:cNvSpPr>
          <p:nvPr/>
        </p:nvSpPr>
        <p:spPr>
          <a:xfrm>
            <a:off x="15589592" y="391794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3" name="c/pca-SPRSound-398">
            <a:extLst>
              <a:ext uri="{FF2B5EF4-FFF2-40B4-BE49-F238E27FC236}">
                <a16:creationId xmlns:a16="http://schemas.microsoft.com/office/drawing/2014/main" id="{087ABA93-2FF9-4A2A-81F3-DA642EDB1B16}"/>
              </a:ext>
            </a:extLst>
          </p:cNvPr>
          <p:cNvSpPr>
            <a:spLocks noGrp="1"/>
          </p:cNvSpPr>
          <p:nvPr/>
        </p:nvSpPr>
        <p:spPr>
          <a:xfrm>
            <a:off x="15437615" y="397433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4" name="c/pca-SPRSound-399">
            <a:extLst>
              <a:ext uri="{FF2B5EF4-FFF2-40B4-BE49-F238E27FC236}">
                <a16:creationId xmlns:a16="http://schemas.microsoft.com/office/drawing/2014/main" id="{58A79757-D02E-49EC-AFC2-C2BBE19173BA}"/>
              </a:ext>
            </a:extLst>
          </p:cNvPr>
          <p:cNvSpPr>
            <a:spLocks noGrp="1"/>
          </p:cNvSpPr>
          <p:nvPr/>
        </p:nvSpPr>
        <p:spPr>
          <a:xfrm>
            <a:off x="15627465" y="401937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5" name="c/pca-SPRSound-400">
            <a:extLst>
              <a:ext uri="{FF2B5EF4-FFF2-40B4-BE49-F238E27FC236}">
                <a16:creationId xmlns:a16="http://schemas.microsoft.com/office/drawing/2014/main" id="{01A59161-6880-4EE0-B5AC-3A82D0D9A586}"/>
              </a:ext>
            </a:extLst>
          </p:cNvPr>
          <p:cNvSpPr>
            <a:spLocks noGrp="1"/>
          </p:cNvSpPr>
          <p:nvPr/>
        </p:nvSpPr>
        <p:spPr>
          <a:xfrm>
            <a:off x="15370205" y="402618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6" name="c/pca-SPRSound-401">
            <a:extLst>
              <a:ext uri="{FF2B5EF4-FFF2-40B4-BE49-F238E27FC236}">
                <a16:creationId xmlns:a16="http://schemas.microsoft.com/office/drawing/2014/main" id="{A5ABFCC7-FB1F-414C-8AEF-D9735DFAB769}"/>
              </a:ext>
            </a:extLst>
          </p:cNvPr>
          <p:cNvSpPr>
            <a:spLocks noGrp="1"/>
          </p:cNvSpPr>
          <p:nvPr/>
        </p:nvSpPr>
        <p:spPr>
          <a:xfrm>
            <a:off x="15507545" y="400049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7" name="c/pca-SPRSound-402">
            <a:extLst>
              <a:ext uri="{FF2B5EF4-FFF2-40B4-BE49-F238E27FC236}">
                <a16:creationId xmlns:a16="http://schemas.microsoft.com/office/drawing/2014/main" id="{E306649B-EA58-4845-914E-246C85058FCD}"/>
              </a:ext>
            </a:extLst>
          </p:cNvPr>
          <p:cNvSpPr>
            <a:spLocks noGrp="1"/>
          </p:cNvSpPr>
          <p:nvPr/>
        </p:nvSpPr>
        <p:spPr>
          <a:xfrm>
            <a:off x="15563317" y="393206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8" name="c/pca-SPRSound-403">
            <a:extLst>
              <a:ext uri="{FF2B5EF4-FFF2-40B4-BE49-F238E27FC236}">
                <a16:creationId xmlns:a16="http://schemas.microsoft.com/office/drawing/2014/main" id="{09E51460-736E-4D67-9F8D-3D9E50A52829}"/>
              </a:ext>
            </a:extLst>
          </p:cNvPr>
          <p:cNvSpPr>
            <a:spLocks noGrp="1"/>
          </p:cNvSpPr>
          <p:nvPr/>
        </p:nvSpPr>
        <p:spPr>
          <a:xfrm>
            <a:off x="15413923" y="395457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19" name="c/pca-SPRSound-404">
            <a:extLst>
              <a:ext uri="{FF2B5EF4-FFF2-40B4-BE49-F238E27FC236}">
                <a16:creationId xmlns:a16="http://schemas.microsoft.com/office/drawing/2014/main" id="{5DB01B88-FC0E-4ACC-A004-72E13F924198}"/>
              </a:ext>
            </a:extLst>
          </p:cNvPr>
          <p:cNvSpPr>
            <a:spLocks noGrp="1"/>
          </p:cNvSpPr>
          <p:nvPr/>
        </p:nvSpPr>
        <p:spPr>
          <a:xfrm>
            <a:off x="15509310" y="398587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0" name="c/pca-SPRSound-405">
            <a:extLst>
              <a:ext uri="{FF2B5EF4-FFF2-40B4-BE49-F238E27FC236}">
                <a16:creationId xmlns:a16="http://schemas.microsoft.com/office/drawing/2014/main" id="{988AAAF1-8E41-4750-9781-F281B7824F84}"/>
              </a:ext>
            </a:extLst>
          </p:cNvPr>
          <p:cNvSpPr>
            <a:spLocks noGrp="1"/>
          </p:cNvSpPr>
          <p:nvPr/>
        </p:nvSpPr>
        <p:spPr>
          <a:xfrm>
            <a:off x="15484070" y="397158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1" name="c/pca-SPRSound-406">
            <a:extLst>
              <a:ext uri="{FF2B5EF4-FFF2-40B4-BE49-F238E27FC236}">
                <a16:creationId xmlns:a16="http://schemas.microsoft.com/office/drawing/2014/main" id="{E204B582-ECB3-47B1-A0FA-7D57801297CB}"/>
              </a:ext>
            </a:extLst>
          </p:cNvPr>
          <p:cNvSpPr>
            <a:spLocks noGrp="1"/>
          </p:cNvSpPr>
          <p:nvPr/>
        </p:nvSpPr>
        <p:spPr>
          <a:xfrm>
            <a:off x="15629119" y="396682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2" name="c/pca-SPRSound-407">
            <a:extLst>
              <a:ext uri="{FF2B5EF4-FFF2-40B4-BE49-F238E27FC236}">
                <a16:creationId xmlns:a16="http://schemas.microsoft.com/office/drawing/2014/main" id="{40BA19B0-3FE4-4CE6-9ED7-F8CD88D64888}"/>
              </a:ext>
            </a:extLst>
          </p:cNvPr>
          <p:cNvSpPr>
            <a:spLocks noGrp="1"/>
          </p:cNvSpPr>
          <p:nvPr/>
        </p:nvSpPr>
        <p:spPr>
          <a:xfrm>
            <a:off x="15486446" y="401603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3" name="c/pca-SPRSound-408">
            <a:extLst>
              <a:ext uri="{FF2B5EF4-FFF2-40B4-BE49-F238E27FC236}">
                <a16:creationId xmlns:a16="http://schemas.microsoft.com/office/drawing/2014/main" id="{23DAC568-DBBE-4D66-A284-AD3336FE3134}"/>
              </a:ext>
            </a:extLst>
          </p:cNvPr>
          <p:cNvSpPr>
            <a:spLocks noGrp="1"/>
          </p:cNvSpPr>
          <p:nvPr/>
        </p:nvSpPr>
        <p:spPr>
          <a:xfrm>
            <a:off x="15514597" y="397729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4" name="c/pca-SPRSound-409">
            <a:extLst>
              <a:ext uri="{FF2B5EF4-FFF2-40B4-BE49-F238E27FC236}">
                <a16:creationId xmlns:a16="http://schemas.microsoft.com/office/drawing/2014/main" id="{A9CF1B30-F5FF-44BB-8101-2113BE078048}"/>
              </a:ext>
            </a:extLst>
          </p:cNvPr>
          <p:cNvSpPr>
            <a:spLocks noGrp="1"/>
          </p:cNvSpPr>
          <p:nvPr/>
        </p:nvSpPr>
        <p:spPr>
          <a:xfrm>
            <a:off x="15402086" y="399236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5" name="c/pca-SPRSound-410">
            <a:extLst>
              <a:ext uri="{FF2B5EF4-FFF2-40B4-BE49-F238E27FC236}">
                <a16:creationId xmlns:a16="http://schemas.microsoft.com/office/drawing/2014/main" id="{6F258AE2-A312-4E1D-A16E-F35CDDED8E2D}"/>
              </a:ext>
            </a:extLst>
          </p:cNvPr>
          <p:cNvSpPr>
            <a:spLocks noGrp="1"/>
          </p:cNvSpPr>
          <p:nvPr/>
        </p:nvSpPr>
        <p:spPr>
          <a:xfrm>
            <a:off x="15560474" y="386040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6" name="c/pca-SPRSound-411">
            <a:extLst>
              <a:ext uri="{FF2B5EF4-FFF2-40B4-BE49-F238E27FC236}">
                <a16:creationId xmlns:a16="http://schemas.microsoft.com/office/drawing/2014/main" id="{91E67358-F270-450E-8C8E-9F7898E9254D}"/>
              </a:ext>
            </a:extLst>
          </p:cNvPr>
          <p:cNvSpPr>
            <a:spLocks noGrp="1"/>
          </p:cNvSpPr>
          <p:nvPr/>
        </p:nvSpPr>
        <p:spPr>
          <a:xfrm>
            <a:off x="15582245" y="388057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7" name="c/pca-SPRSound-412">
            <a:extLst>
              <a:ext uri="{FF2B5EF4-FFF2-40B4-BE49-F238E27FC236}">
                <a16:creationId xmlns:a16="http://schemas.microsoft.com/office/drawing/2014/main" id="{98AEE16F-D26A-4827-B204-FCE825AB44D7}"/>
              </a:ext>
            </a:extLst>
          </p:cNvPr>
          <p:cNvSpPr>
            <a:spLocks noGrp="1"/>
          </p:cNvSpPr>
          <p:nvPr/>
        </p:nvSpPr>
        <p:spPr>
          <a:xfrm>
            <a:off x="15540511" y="379927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8" name="c/pca-SPRSound-413">
            <a:extLst>
              <a:ext uri="{FF2B5EF4-FFF2-40B4-BE49-F238E27FC236}">
                <a16:creationId xmlns:a16="http://schemas.microsoft.com/office/drawing/2014/main" id="{3720FB29-4C46-47CB-A4E6-F0257427A07B}"/>
              </a:ext>
            </a:extLst>
          </p:cNvPr>
          <p:cNvSpPr>
            <a:spLocks noGrp="1"/>
          </p:cNvSpPr>
          <p:nvPr/>
        </p:nvSpPr>
        <p:spPr>
          <a:xfrm>
            <a:off x="15539075" y="390133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29" name="c/pca-SPRSound-414">
            <a:extLst>
              <a:ext uri="{FF2B5EF4-FFF2-40B4-BE49-F238E27FC236}">
                <a16:creationId xmlns:a16="http://schemas.microsoft.com/office/drawing/2014/main" id="{1EE673F9-68D5-4F15-A140-D8E16CC81634}"/>
              </a:ext>
            </a:extLst>
          </p:cNvPr>
          <p:cNvSpPr>
            <a:spLocks noGrp="1"/>
          </p:cNvSpPr>
          <p:nvPr/>
        </p:nvSpPr>
        <p:spPr>
          <a:xfrm>
            <a:off x="15688380" y="391352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0" name="c/pca-SPRSound-415">
            <a:extLst>
              <a:ext uri="{FF2B5EF4-FFF2-40B4-BE49-F238E27FC236}">
                <a16:creationId xmlns:a16="http://schemas.microsoft.com/office/drawing/2014/main" id="{471CE022-BDBF-432D-8326-95FDB7E521AA}"/>
              </a:ext>
            </a:extLst>
          </p:cNvPr>
          <p:cNvSpPr>
            <a:spLocks noGrp="1"/>
          </p:cNvSpPr>
          <p:nvPr/>
        </p:nvSpPr>
        <p:spPr>
          <a:xfrm>
            <a:off x="15509532" y="388496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1" name="c/pca-SPRSound-416">
            <a:extLst>
              <a:ext uri="{FF2B5EF4-FFF2-40B4-BE49-F238E27FC236}">
                <a16:creationId xmlns:a16="http://schemas.microsoft.com/office/drawing/2014/main" id="{BEB09A74-2140-45E0-9D64-A9030D8C54BB}"/>
              </a:ext>
            </a:extLst>
          </p:cNvPr>
          <p:cNvSpPr>
            <a:spLocks noGrp="1"/>
          </p:cNvSpPr>
          <p:nvPr/>
        </p:nvSpPr>
        <p:spPr>
          <a:xfrm>
            <a:off x="15521420" y="400482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2" name="c/pca-SPRSound-417">
            <a:extLst>
              <a:ext uri="{FF2B5EF4-FFF2-40B4-BE49-F238E27FC236}">
                <a16:creationId xmlns:a16="http://schemas.microsoft.com/office/drawing/2014/main" id="{61A6A223-9D7F-440D-93A3-C24C18F9A00C}"/>
              </a:ext>
            </a:extLst>
          </p:cNvPr>
          <p:cNvSpPr>
            <a:spLocks noGrp="1"/>
          </p:cNvSpPr>
          <p:nvPr/>
        </p:nvSpPr>
        <p:spPr>
          <a:xfrm>
            <a:off x="15525235" y="402371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3" name="c/pca-SPRSound-418">
            <a:extLst>
              <a:ext uri="{FF2B5EF4-FFF2-40B4-BE49-F238E27FC236}">
                <a16:creationId xmlns:a16="http://schemas.microsoft.com/office/drawing/2014/main" id="{A67DBC39-CEB0-412D-9E82-7E1F19EE26F6}"/>
              </a:ext>
            </a:extLst>
          </p:cNvPr>
          <p:cNvSpPr>
            <a:spLocks noGrp="1"/>
          </p:cNvSpPr>
          <p:nvPr/>
        </p:nvSpPr>
        <p:spPr>
          <a:xfrm>
            <a:off x="15489974" y="385490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4" name="c/pca-SPRSound-419">
            <a:extLst>
              <a:ext uri="{FF2B5EF4-FFF2-40B4-BE49-F238E27FC236}">
                <a16:creationId xmlns:a16="http://schemas.microsoft.com/office/drawing/2014/main" id="{03ED2502-4BE9-4083-9CF7-D5746797DA69}"/>
              </a:ext>
            </a:extLst>
          </p:cNvPr>
          <p:cNvSpPr>
            <a:spLocks noGrp="1"/>
          </p:cNvSpPr>
          <p:nvPr/>
        </p:nvSpPr>
        <p:spPr>
          <a:xfrm>
            <a:off x="15551465" y="403834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5" name="c/pca-SPRSound-420">
            <a:extLst>
              <a:ext uri="{FF2B5EF4-FFF2-40B4-BE49-F238E27FC236}">
                <a16:creationId xmlns:a16="http://schemas.microsoft.com/office/drawing/2014/main" id="{F899F701-20A3-4C3B-83F5-876D9798249C}"/>
              </a:ext>
            </a:extLst>
          </p:cNvPr>
          <p:cNvSpPr>
            <a:spLocks noGrp="1"/>
          </p:cNvSpPr>
          <p:nvPr/>
        </p:nvSpPr>
        <p:spPr>
          <a:xfrm>
            <a:off x="15726879" y="373322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6" name="c/pca-SPRSound-421">
            <a:extLst>
              <a:ext uri="{FF2B5EF4-FFF2-40B4-BE49-F238E27FC236}">
                <a16:creationId xmlns:a16="http://schemas.microsoft.com/office/drawing/2014/main" id="{C0D1665C-7546-48B2-A11A-948D3E16475B}"/>
              </a:ext>
            </a:extLst>
          </p:cNvPr>
          <p:cNvSpPr>
            <a:spLocks noGrp="1"/>
          </p:cNvSpPr>
          <p:nvPr/>
        </p:nvSpPr>
        <p:spPr>
          <a:xfrm>
            <a:off x="15520375" y="395841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7" name="c/pca-SPRSound-422">
            <a:extLst>
              <a:ext uri="{FF2B5EF4-FFF2-40B4-BE49-F238E27FC236}">
                <a16:creationId xmlns:a16="http://schemas.microsoft.com/office/drawing/2014/main" id="{0A880D91-E557-48C9-A269-16D1DBF4E901}"/>
              </a:ext>
            </a:extLst>
          </p:cNvPr>
          <p:cNvSpPr>
            <a:spLocks noGrp="1"/>
          </p:cNvSpPr>
          <p:nvPr/>
        </p:nvSpPr>
        <p:spPr>
          <a:xfrm>
            <a:off x="15460716" y="390518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8" name="c/pca-SPRSound-423">
            <a:extLst>
              <a:ext uri="{FF2B5EF4-FFF2-40B4-BE49-F238E27FC236}">
                <a16:creationId xmlns:a16="http://schemas.microsoft.com/office/drawing/2014/main" id="{E4816730-30DC-4A5A-9434-9049DF97DFFC}"/>
              </a:ext>
            </a:extLst>
          </p:cNvPr>
          <p:cNvSpPr>
            <a:spLocks noGrp="1"/>
          </p:cNvSpPr>
          <p:nvPr/>
        </p:nvSpPr>
        <p:spPr>
          <a:xfrm>
            <a:off x="15607161" y="391902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39" name="c/pca-SPRSound-424">
            <a:extLst>
              <a:ext uri="{FF2B5EF4-FFF2-40B4-BE49-F238E27FC236}">
                <a16:creationId xmlns:a16="http://schemas.microsoft.com/office/drawing/2014/main" id="{F1BEF717-8D0D-4630-AF1D-E23E9F4F00BB}"/>
              </a:ext>
            </a:extLst>
          </p:cNvPr>
          <p:cNvSpPr>
            <a:spLocks noGrp="1"/>
          </p:cNvSpPr>
          <p:nvPr/>
        </p:nvSpPr>
        <p:spPr>
          <a:xfrm>
            <a:off x="15739469" y="384708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0" name="c/pca-SPRSound-425">
            <a:extLst>
              <a:ext uri="{FF2B5EF4-FFF2-40B4-BE49-F238E27FC236}">
                <a16:creationId xmlns:a16="http://schemas.microsoft.com/office/drawing/2014/main" id="{307298FA-0904-478C-BDF2-BF8AAD19B44B}"/>
              </a:ext>
            </a:extLst>
          </p:cNvPr>
          <p:cNvSpPr>
            <a:spLocks noGrp="1"/>
          </p:cNvSpPr>
          <p:nvPr/>
        </p:nvSpPr>
        <p:spPr>
          <a:xfrm>
            <a:off x="15577894" y="396261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1" name="c/pca-SPRSound-426">
            <a:extLst>
              <a:ext uri="{FF2B5EF4-FFF2-40B4-BE49-F238E27FC236}">
                <a16:creationId xmlns:a16="http://schemas.microsoft.com/office/drawing/2014/main" id="{975937BE-6535-47DD-9EE1-A8FF3578240C}"/>
              </a:ext>
            </a:extLst>
          </p:cNvPr>
          <p:cNvSpPr>
            <a:spLocks noGrp="1"/>
          </p:cNvSpPr>
          <p:nvPr/>
        </p:nvSpPr>
        <p:spPr>
          <a:xfrm>
            <a:off x="15581909" y="393775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2" name="c/pca-SPRSound-427">
            <a:extLst>
              <a:ext uri="{FF2B5EF4-FFF2-40B4-BE49-F238E27FC236}">
                <a16:creationId xmlns:a16="http://schemas.microsoft.com/office/drawing/2014/main" id="{A5EBEFEE-D30D-4815-A2B5-FDC4A89F1124}"/>
              </a:ext>
            </a:extLst>
          </p:cNvPr>
          <p:cNvSpPr>
            <a:spLocks noGrp="1"/>
          </p:cNvSpPr>
          <p:nvPr/>
        </p:nvSpPr>
        <p:spPr>
          <a:xfrm>
            <a:off x="15488787" y="398466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3" name="c/pca-SPRSound-428">
            <a:extLst>
              <a:ext uri="{FF2B5EF4-FFF2-40B4-BE49-F238E27FC236}">
                <a16:creationId xmlns:a16="http://schemas.microsoft.com/office/drawing/2014/main" id="{2BD61314-E3C9-4D16-8884-B99129BD845F}"/>
              </a:ext>
            </a:extLst>
          </p:cNvPr>
          <p:cNvSpPr>
            <a:spLocks noGrp="1"/>
          </p:cNvSpPr>
          <p:nvPr/>
        </p:nvSpPr>
        <p:spPr>
          <a:xfrm>
            <a:off x="15541064" y="396097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4" name="c/pca-SPRSound-429">
            <a:extLst>
              <a:ext uri="{FF2B5EF4-FFF2-40B4-BE49-F238E27FC236}">
                <a16:creationId xmlns:a16="http://schemas.microsoft.com/office/drawing/2014/main" id="{21CB2589-594A-4685-9DAD-83381B983E34}"/>
              </a:ext>
            </a:extLst>
          </p:cNvPr>
          <p:cNvSpPr>
            <a:spLocks noGrp="1"/>
          </p:cNvSpPr>
          <p:nvPr/>
        </p:nvSpPr>
        <p:spPr>
          <a:xfrm>
            <a:off x="15446690" y="405201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5" name="c/pca-SPRSound-430">
            <a:extLst>
              <a:ext uri="{FF2B5EF4-FFF2-40B4-BE49-F238E27FC236}">
                <a16:creationId xmlns:a16="http://schemas.microsoft.com/office/drawing/2014/main" id="{CFFCDF63-FE48-4658-9505-104FF74AA6AB}"/>
              </a:ext>
            </a:extLst>
          </p:cNvPr>
          <p:cNvSpPr>
            <a:spLocks noGrp="1"/>
          </p:cNvSpPr>
          <p:nvPr/>
        </p:nvSpPr>
        <p:spPr>
          <a:xfrm>
            <a:off x="15564746" y="395293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6" name="c/pca-SPRSound-431">
            <a:extLst>
              <a:ext uri="{FF2B5EF4-FFF2-40B4-BE49-F238E27FC236}">
                <a16:creationId xmlns:a16="http://schemas.microsoft.com/office/drawing/2014/main" id="{04C51821-CC6B-4A8B-8562-6ED6FECD55F7}"/>
              </a:ext>
            </a:extLst>
          </p:cNvPr>
          <p:cNvSpPr>
            <a:spLocks noGrp="1"/>
          </p:cNvSpPr>
          <p:nvPr/>
        </p:nvSpPr>
        <p:spPr>
          <a:xfrm>
            <a:off x="15361863" y="395006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7" name="c/pca-SPRSound-432">
            <a:extLst>
              <a:ext uri="{FF2B5EF4-FFF2-40B4-BE49-F238E27FC236}">
                <a16:creationId xmlns:a16="http://schemas.microsoft.com/office/drawing/2014/main" id="{3DDDEE58-C9F9-4995-8DB4-3F9AF8055617}"/>
              </a:ext>
            </a:extLst>
          </p:cNvPr>
          <p:cNvSpPr>
            <a:spLocks noGrp="1"/>
          </p:cNvSpPr>
          <p:nvPr/>
        </p:nvSpPr>
        <p:spPr>
          <a:xfrm>
            <a:off x="15552508" y="395438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8" name="c/pca-SPRSound-433">
            <a:extLst>
              <a:ext uri="{FF2B5EF4-FFF2-40B4-BE49-F238E27FC236}">
                <a16:creationId xmlns:a16="http://schemas.microsoft.com/office/drawing/2014/main" id="{D080377A-B72A-4079-802D-1CFFDB11F8B7}"/>
              </a:ext>
            </a:extLst>
          </p:cNvPr>
          <p:cNvSpPr>
            <a:spLocks noGrp="1"/>
          </p:cNvSpPr>
          <p:nvPr/>
        </p:nvSpPr>
        <p:spPr>
          <a:xfrm>
            <a:off x="15595082" y="387861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49" name="c/pca-SPRSound-434">
            <a:extLst>
              <a:ext uri="{FF2B5EF4-FFF2-40B4-BE49-F238E27FC236}">
                <a16:creationId xmlns:a16="http://schemas.microsoft.com/office/drawing/2014/main" id="{45B374F8-AFBC-47FF-A619-55879D4B0568}"/>
              </a:ext>
            </a:extLst>
          </p:cNvPr>
          <p:cNvSpPr>
            <a:spLocks noGrp="1"/>
          </p:cNvSpPr>
          <p:nvPr/>
        </p:nvSpPr>
        <p:spPr>
          <a:xfrm>
            <a:off x="15515022" y="399944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0" name="c/pca-SPRSound-435">
            <a:extLst>
              <a:ext uri="{FF2B5EF4-FFF2-40B4-BE49-F238E27FC236}">
                <a16:creationId xmlns:a16="http://schemas.microsoft.com/office/drawing/2014/main" id="{333DA28D-D786-4BFC-BC53-EDE28BACAAE1}"/>
              </a:ext>
            </a:extLst>
          </p:cNvPr>
          <p:cNvSpPr>
            <a:spLocks noGrp="1"/>
          </p:cNvSpPr>
          <p:nvPr/>
        </p:nvSpPr>
        <p:spPr>
          <a:xfrm>
            <a:off x="15813845" y="370935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1" name="c/pca-SPRSound-436">
            <a:extLst>
              <a:ext uri="{FF2B5EF4-FFF2-40B4-BE49-F238E27FC236}">
                <a16:creationId xmlns:a16="http://schemas.microsoft.com/office/drawing/2014/main" id="{6FE50D5B-99DD-422B-9CE1-963ABD4BE008}"/>
              </a:ext>
            </a:extLst>
          </p:cNvPr>
          <p:cNvSpPr>
            <a:spLocks noGrp="1"/>
          </p:cNvSpPr>
          <p:nvPr/>
        </p:nvSpPr>
        <p:spPr>
          <a:xfrm>
            <a:off x="15416347" y="402992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2" name="c/pca-SPRSound-437">
            <a:extLst>
              <a:ext uri="{FF2B5EF4-FFF2-40B4-BE49-F238E27FC236}">
                <a16:creationId xmlns:a16="http://schemas.microsoft.com/office/drawing/2014/main" id="{B2ABCCB7-5A4F-4567-8F18-577D5DC99485}"/>
              </a:ext>
            </a:extLst>
          </p:cNvPr>
          <p:cNvSpPr>
            <a:spLocks noGrp="1"/>
          </p:cNvSpPr>
          <p:nvPr/>
        </p:nvSpPr>
        <p:spPr>
          <a:xfrm>
            <a:off x="15505926" y="401180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3" name="c/pca-SPRSound-438">
            <a:extLst>
              <a:ext uri="{FF2B5EF4-FFF2-40B4-BE49-F238E27FC236}">
                <a16:creationId xmlns:a16="http://schemas.microsoft.com/office/drawing/2014/main" id="{566C2ACF-64E6-45B6-8BA0-3676699348F4}"/>
              </a:ext>
            </a:extLst>
          </p:cNvPr>
          <p:cNvSpPr>
            <a:spLocks noGrp="1"/>
          </p:cNvSpPr>
          <p:nvPr/>
        </p:nvSpPr>
        <p:spPr>
          <a:xfrm>
            <a:off x="15517738" y="387017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4" name="c/pca-SPRSound-439">
            <a:extLst>
              <a:ext uri="{FF2B5EF4-FFF2-40B4-BE49-F238E27FC236}">
                <a16:creationId xmlns:a16="http://schemas.microsoft.com/office/drawing/2014/main" id="{E3D022F2-454C-408B-877B-D90A0537EA30}"/>
              </a:ext>
            </a:extLst>
          </p:cNvPr>
          <p:cNvSpPr>
            <a:spLocks noGrp="1"/>
          </p:cNvSpPr>
          <p:nvPr/>
        </p:nvSpPr>
        <p:spPr>
          <a:xfrm>
            <a:off x="15473854" y="394611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5" name="c/pca-SPRSound-440">
            <a:extLst>
              <a:ext uri="{FF2B5EF4-FFF2-40B4-BE49-F238E27FC236}">
                <a16:creationId xmlns:a16="http://schemas.microsoft.com/office/drawing/2014/main" id="{B6410315-B288-4494-B9E5-A1CC1B99696E}"/>
              </a:ext>
            </a:extLst>
          </p:cNvPr>
          <p:cNvSpPr>
            <a:spLocks noGrp="1"/>
          </p:cNvSpPr>
          <p:nvPr/>
        </p:nvSpPr>
        <p:spPr>
          <a:xfrm>
            <a:off x="15483300" y="404532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6" name="c/pca-SPRSound-441">
            <a:extLst>
              <a:ext uri="{FF2B5EF4-FFF2-40B4-BE49-F238E27FC236}">
                <a16:creationId xmlns:a16="http://schemas.microsoft.com/office/drawing/2014/main" id="{32171D5C-18DC-460B-979B-758896637E2A}"/>
              </a:ext>
            </a:extLst>
          </p:cNvPr>
          <p:cNvSpPr>
            <a:spLocks noGrp="1"/>
          </p:cNvSpPr>
          <p:nvPr/>
        </p:nvSpPr>
        <p:spPr>
          <a:xfrm>
            <a:off x="15624574" y="392664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7" name="c/pca-SPRSound-442">
            <a:extLst>
              <a:ext uri="{FF2B5EF4-FFF2-40B4-BE49-F238E27FC236}">
                <a16:creationId xmlns:a16="http://schemas.microsoft.com/office/drawing/2014/main" id="{09635FD9-94FC-4370-A2BE-E094BA50D74B}"/>
              </a:ext>
            </a:extLst>
          </p:cNvPr>
          <p:cNvSpPr>
            <a:spLocks noGrp="1"/>
          </p:cNvSpPr>
          <p:nvPr/>
        </p:nvSpPr>
        <p:spPr>
          <a:xfrm>
            <a:off x="15548069" y="401060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8" name="c/pca-SPRSound-443">
            <a:extLst>
              <a:ext uri="{FF2B5EF4-FFF2-40B4-BE49-F238E27FC236}">
                <a16:creationId xmlns:a16="http://schemas.microsoft.com/office/drawing/2014/main" id="{1FFA040D-CE7C-48C4-8CBE-5ADA07AAB163}"/>
              </a:ext>
            </a:extLst>
          </p:cNvPr>
          <p:cNvSpPr>
            <a:spLocks noGrp="1"/>
          </p:cNvSpPr>
          <p:nvPr/>
        </p:nvSpPr>
        <p:spPr>
          <a:xfrm>
            <a:off x="15581684" y="396553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59" name="c/pca-SPRSound-444">
            <a:extLst>
              <a:ext uri="{FF2B5EF4-FFF2-40B4-BE49-F238E27FC236}">
                <a16:creationId xmlns:a16="http://schemas.microsoft.com/office/drawing/2014/main" id="{9A9CA997-DBBD-4C25-9E27-9F71466ABBFA}"/>
              </a:ext>
            </a:extLst>
          </p:cNvPr>
          <p:cNvSpPr>
            <a:spLocks noGrp="1"/>
          </p:cNvSpPr>
          <p:nvPr/>
        </p:nvSpPr>
        <p:spPr>
          <a:xfrm>
            <a:off x="15702760" y="393918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0" name="c/pca-SPRSound-445">
            <a:extLst>
              <a:ext uri="{FF2B5EF4-FFF2-40B4-BE49-F238E27FC236}">
                <a16:creationId xmlns:a16="http://schemas.microsoft.com/office/drawing/2014/main" id="{055B8618-A311-4ECD-A2A4-67FCB10E4485}"/>
              </a:ext>
            </a:extLst>
          </p:cNvPr>
          <p:cNvSpPr>
            <a:spLocks noGrp="1"/>
          </p:cNvSpPr>
          <p:nvPr/>
        </p:nvSpPr>
        <p:spPr>
          <a:xfrm>
            <a:off x="15478775" y="397202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1" name="c/pca-SPRSound-446">
            <a:extLst>
              <a:ext uri="{FF2B5EF4-FFF2-40B4-BE49-F238E27FC236}">
                <a16:creationId xmlns:a16="http://schemas.microsoft.com/office/drawing/2014/main" id="{DAF418DB-17B5-4D72-B964-2259839B9225}"/>
              </a:ext>
            </a:extLst>
          </p:cNvPr>
          <p:cNvSpPr>
            <a:spLocks noGrp="1"/>
          </p:cNvSpPr>
          <p:nvPr/>
        </p:nvSpPr>
        <p:spPr>
          <a:xfrm>
            <a:off x="15537163" y="396288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2" name="c/pca-SPRSound-447">
            <a:extLst>
              <a:ext uri="{FF2B5EF4-FFF2-40B4-BE49-F238E27FC236}">
                <a16:creationId xmlns:a16="http://schemas.microsoft.com/office/drawing/2014/main" id="{32DC1614-CBB5-4DCF-AFF3-77E1F2A1C345}"/>
              </a:ext>
            </a:extLst>
          </p:cNvPr>
          <p:cNvSpPr>
            <a:spLocks noGrp="1"/>
          </p:cNvSpPr>
          <p:nvPr/>
        </p:nvSpPr>
        <p:spPr>
          <a:xfrm>
            <a:off x="15410012" y="398640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3" name="c/pca-SPRSound-448">
            <a:extLst>
              <a:ext uri="{FF2B5EF4-FFF2-40B4-BE49-F238E27FC236}">
                <a16:creationId xmlns:a16="http://schemas.microsoft.com/office/drawing/2014/main" id="{384663EF-BB4B-4224-830C-912C5FF12FEC}"/>
              </a:ext>
            </a:extLst>
          </p:cNvPr>
          <p:cNvSpPr>
            <a:spLocks noGrp="1"/>
          </p:cNvSpPr>
          <p:nvPr/>
        </p:nvSpPr>
        <p:spPr>
          <a:xfrm>
            <a:off x="15509982" y="397363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4" name="c/pca-SPRSound-449">
            <a:extLst>
              <a:ext uri="{FF2B5EF4-FFF2-40B4-BE49-F238E27FC236}">
                <a16:creationId xmlns:a16="http://schemas.microsoft.com/office/drawing/2014/main" id="{F4EE019F-1D46-417E-A9FE-551095B0B9D4}"/>
              </a:ext>
            </a:extLst>
          </p:cNvPr>
          <p:cNvSpPr>
            <a:spLocks noGrp="1"/>
          </p:cNvSpPr>
          <p:nvPr/>
        </p:nvSpPr>
        <p:spPr>
          <a:xfrm>
            <a:off x="15606972" y="396906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5" name="c/pca-SPRSound-450">
            <a:extLst>
              <a:ext uri="{FF2B5EF4-FFF2-40B4-BE49-F238E27FC236}">
                <a16:creationId xmlns:a16="http://schemas.microsoft.com/office/drawing/2014/main" id="{C67FB150-E558-497B-A280-0CCBD9E87E40}"/>
              </a:ext>
            </a:extLst>
          </p:cNvPr>
          <p:cNvSpPr>
            <a:spLocks noGrp="1"/>
          </p:cNvSpPr>
          <p:nvPr/>
        </p:nvSpPr>
        <p:spPr>
          <a:xfrm>
            <a:off x="15434222" y="398654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6" name="c/pca-SPRSound-451">
            <a:extLst>
              <a:ext uri="{FF2B5EF4-FFF2-40B4-BE49-F238E27FC236}">
                <a16:creationId xmlns:a16="http://schemas.microsoft.com/office/drawing/2014/main" id="{906F16B0-B9AF-4B10-94BD-CA65EDD05727}"/>
              </a:ext>
            </a:extLst>
          </p:cNvPr>
          <p:cNvSpPr>
            <a:spLocks noGrp="1"/>
          </p:cNvSpPr>
          <p:nvPr/>
        </p:nvSpPr>
        <p:spPr>
          <a:xfrm>
            <a:off x="15497268" y="388329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7" name="c/pca-SPRSound-452">
            <a:extLst>
              <a:ext uri="{FF2B5EF4-FFF2-40B4-BE49-F238E27FC236}">
                <a16:creationId xmlns:a16="http://schemas.microsoft.com/office/drawing/2014/main" id="{37F60A0D-2F51-4484-B92D-BD0C262D930A}"/>
              </a:ext>
            </a:extLst>
          </p:cNvPr>
          <p:cNvSpPr>
            <a:spLocks noGrp="1"/>
          </p:cNvSpPr>
          <p:nvPr/>
        </p:nvSpPr>
        <p:spPr>
          <a:xfrm>
            <a:off x="15280717" y="392114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8" name="c/pca-SPRSound-453">
            <a:extLst>
              <a:ext uri="{FF2B5EF4-FFF2-40B4-BE49-F238E27FC236}">
                <a16:creationId xmlns:a16="http://schemas.microsoft.com/office/drawing/2014/main" id="{BEF76929-B15E-4C53-955F-9FDAC3D390DA}"/>
              </a:ext>
            </a:extLst>
          </p:cNvPr>
          <p:cNvSpPr>
            <a:spLocks noGrp="1"/>
          </p:cNvSpPr>
          <p:nvPr/>
        </p:nvSpPr>
        <p:spPr>
          <a:xfrm>
            <a:off x="15555449" y="397074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69" name="c/pca-SPRSound-454">
            <a:extLst>
              <a:ext uri="{FF2B5EF4-FFF2-40B4-BE49-F238E27FC236}">
                <a16:creationId xmlns:a16="http://schemas.microsoft.com/office/drawing/2014/main" id="{9C8792E2-8D2B-445E-BD14-80658BA47EC2}"/>
              </a:ext>
            </a:extLst>
          </p:cNvPr>
          <p:cNvSpPr>
            <a:spLocks noGrp="1"/>
          </p:cNvSpPr>
          <p:nvPr/>
        </p:nvSpPr>
        <p:spPr>
          <a:xfrm>
            <a:off x="15591595" y="387762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0" name="c/pca-SPRSound-455">
            <a:extLst>
              <a:ext uri="{FF2B5EF4-FFF2-40B4-BE49-F238E27FC236}">
                <a16:creationId xmlns:a16="http://schemas.microsoft.com/office/drawing/2014/main" id="{2D986CDD-8A40-48FE-91CD-D99ADA1293A2}"/>
              </a:ext>
            </a:extLst>
          </p:cNvPr>
          <p:cNvSpPr>
            <a:spLocks noGrp="1"/>
          </p:cNvSpPr>
          <p:nvPr/>
        </p:nvSpPr>
        <p:spPr>
          <a:xfrm>
            <a:off x="15559176" y="396586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1" name="c/pca-SPRSound-456">
            <a:extLst>
              <a:ext uri="{FF2B5EF4-FFF2-40B4-BE49-F238E27FC236}">
                <a16:creationId xmlns:a16="http://schemas.microsoft.com/office/drawing/2014/main" id="{0F8112E2-C2BE-4057-B201-8AC8CF9C766A}"/>
              </a:ext>
            </a:extLst>
          </p:cNvPr>
          <p:cNvSpPr>
            <a:spLocks noGrp="1"/>
          </p:cNvSpPr>
          <p:nvPr/>
        </p:nvSpPr>
        <p:spPr>
          <a:xfrm>
            <a:off x="15333600" y="398733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2" name="c/pca-SPRSound-457">
            <a:extLst>
              <a:ext uri="{FF2B5EF4-FFF2-40B4-BE49-F238E27FC236}">
                <a16:creationId xmlns:a16="http://schemas.microsoft.com/office/drawing/2014/main" id="{D36814E9-E755-4E5E-84E3-A9B3C01BD5AE}"/>
              </a:ext>
            </a:extLst>
          </p:cNvPr>
          <p:cNvSpPr>
            <a:spLocks noGrp="1"/>
          </p:cNvSpPr>
          <p:nvPr/>
        </p:nvSpPr>
        <p:spPr>
          <a:xfrm>
            <a:off x="15356722" y="392688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3" name="c/pca-SPRSound-458">
            <a:extLst>
              <a:ext uri="{FF2B5EF4-FFF2-40B4-BE49-F238E27FC236}">
                <a16:creationId xmlns:a16="http://schemas.microsoft.com/office/drawing/2014/main" id="{0D75F11E-5124-4D2D-9D56-89048C214695}"/>
              </a:ext>
            </a:extLst>
          </p:cNvPr>
          <p:cNvSpPr>
            <a:spLocks noGrp="1"/>
          </p:cNvSpPr>
          <p:nvPr/>
        </p:nvSpPr>
        <p:spPr>
          <a:xfrm>
            <a:off x="15512383" y="397810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4" name="c/pca-SPRSound-459">
            <a:extLst>
              <a:ext uri="{FF2B5EF4-FFF2-40B4-BE49-F238E27FC236}">
                <a16:creationId xmlns:a16="http://schemas.microsoft.com/office/drawing/2014/main" id="{CB5E36C7-575F-46ED-A1F6-A9A2C4A4B89B}"/>
              </a:ext>
            </a:extLst>
          </p:cNvPr>
          <p:cNvSpPr>
            <a:spLocks noGrp="1"/>
          </p:cNvSpPr>
          <p:nvPr/>
        </p:nvSpPr>
        <p:spPr>
          <a:xfrm>
            <a:off x="15516049" y="398582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5" name="c/pca-SPRSound-460">
            <a:extLst>
              <a:ext uri="{FF2B5EF4-FFF2-40B4-BE49-F238E27FC236}">
                <a16:creationId xmlns:a16="http://schemas.microsoft.com/office/drawing/2014/main" id="{DC5FE101-23CD-4DF2-ACA3-B4622684E7F8}"/>
              </a:ext>
            </a:extLst>
          </p:cNvPr>
          <p:cNvSpPr>
            <a:spLocks noGrp="1"/>
          </p:cNvSpPr>
          <p:nvPr/>
        </p:nvSpPr>
        <p:spPr>
          <a:xfrm>
            <a:off x="15531318" y="394276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6" name="c/pca-SPRSound-461">
            <a:extLst>
              <a:ext uri="{FF2B5EF4-FFF2-40B4-BE49-F238E27FC236}">
                <a16:creationId xmlns:a16="http://schemas.microsoft.com/office/drawing/2014/main" id="{BEAD1973-75A9-486D-B694-0DB2E34C5075}"/>
              </a:ext>
            </a:extLst>
          </p:cNvPr>
          <p:cNvSpPr>
            <a:spLocks noGrp="1"/>
          </p:cNvSpPr>
          <p:nvPr/>
        </p:nvSpPr>
        <p:spPr>
          <a:xfrm>
            <a:off x="15436012" y="392525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7" name="c/pca-SPRSound-462">
            <a:extLst>
              <a:ext uri="{FF2B5EF4-FFF2-40B4-BE49-F238E27FC236}">
                <a16:creationId xmlns:a16="http://schemas.microsoft.com/office/drawing/2014/main" id="{014A5FEB-E2B5-41E9-A75A-B25D454FA846}"/>
              </a:ext>
            </a:extLst>
          </p:cNvPr>
          <p:cNvSpPr>
            <a:spLocks noGrp="1"/>
          </p:cNvSpPr>
          <p:nvPr/>
        </p:nvSpPr>
        <p:spPr>
          <a:xfrm>
            <a:off x="15486290" y="402395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8" name="c/pca-SPRSound-463">
            <a:extLst>
              <a:ext uri="{FF2B5EF4-FFF2-40B4-BE49-F238E27FC236}">
                <a16:creationId xmlns:a16="http://schemas.microsoft.com/office/drawing/2014/main" id="{C77D2910-19E5-4C04-AE61-AAD1DD0D91DC}"/>
              </a:ext>
            </a:extLst>
          </p:cNvPr>
          <p:cNvSpPr>
            <a:spLocks noGrp="1"/>
          </p:cNvSpPr>
          <p:nvPr/>
        </p:nvSpPr>
        <p:spPr>
          <a:xfrm>
            <a:off x="15488029" y="396709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79" name="c/pca-SPRSound-464">
            <a:extLst>
              <a:ext uri="{FF2B5EF4-FFF2-40B4-BE49-F238E27FC236}">
                <a16:creationId xmlns:a16="http://schemas.microsoft.com/office/drawing/2014/main" id="{BE493012-A9A9-41AA-AC72-3C0151B0E827}"/>
              </a:ext>
            </a:extLst>
          </p:cNvPr>
          <p:cNvSpPr>
            <a:spLocks noGrp="1"/>
          </p:cNvSpPr>
          <p:nvPr/>
        </p:nvSpPr>
        <p:spPr>
          <a:xfrm>
            <a:off x="15686085" y="391520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0" name="c/pca-SPRSound-465">
            <a:extLst>
              <a:ext uri="{FF2B5EF4-FFF2-40B4-BE49-F238E27FC236}">
                <a16:creationId xmlns:a16="http://schemas.microsoft.com/office/drawing/2014/main" id="{42A19349-687E-4DB0-BC6D-8B91E6DE916F}"/>
              </a:ext>
            </a:extLst>
          </p:cNvPr>
          <p:cNvSpPr>
            <a:spLocks noGrp="1"/>
          </p:cNvSpPr>
          <p:nvPr/>
        </p:nvSpPr>
        <p:spPr>
          <a:xfrm>
            <a:off x="15516731" y="396346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1" name="c/pca-SPRSound-466">
            <a:extLst>
              <a:ext uri="{FF2B5EF4-FFF2-40B4-BE49-F238E27FC236}">
                <a16:creationId xmlns:a16="http://schemas.microsoft.com/office/drawing/2014/main" id="{CEED1297-7C12-4FB1-9A59-3B129E4F2325}"/>
              </a:ext>
            </a:extLst>
          </p:cNvPr>
          <p:cNvSpPr>
            <a:spLocks noGrp="1"/>
          </p:cNvSpPr>
          <p:nvPr/>
        </p:nvSpPr>
        <p:spPr>
          <a:xfrm>
            <a:off x="15423735" y="397539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2" name="c/pca-SPRSound-467">
            <a:extLst>
              <a:ext uri="{FF2B5EF4-FFF2-40B4-BE49-F238E27FC236}">
                <a16:creationId xmlns:a16="http://schemas.microsoft.com/office/drawing/2014/main" id="{6D962E5C-6F1A-41F5-A5F3-56EDBCA6E923}"/>
              </a:ext>
            </a:extLst>
          </p:cNvPr>
          <p:cNvSpPr>
            <a:spLocks noGrp="1"/>
          </p:cNvSpPr>
          <p:nvPr/>
        </p:nvSpPr>
        <p:spPr>
          <a:xfrm>
            <a:off x="15491478" y="399601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3" name="c/pca-SPRSound-468">
            <a:extLst>
              <a:ext uri="{FF2B5EF4-FFF2-40B4-BE49-F238E27FC236}">
                <a16:creationId xmlns:a16="http://schemas.microsoft.com/office/drawing/2014/main" id="{672437CC-6052-4005-AFC4-68446115F19C}"/>
              </a:ext>
            </a:extLst>
          </p:cNvPr>
          <p:cNvSpPr>
            <a:spLocks noGrp="1"/>
          </p:cNvSpPr>
          <p:nvPr/>
        </p:nvSpPr>
        <p:spPr>
          <a:xfrm>
            <a:off x="15683770" y="390729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4" name="c/pca-SPRSound-469">
            <a:extLst>
              <a:ext uri="{FF2B5EF4-FFF2-40B4-BE49-F238E27FC236}">
                <a16:creationId xmlns:a16="http://schemas.microsoft.com/office/drawing/2014/main" id="{11DFD3F2-8FF6-4000-AF9A-C5E0D5FD70CF}"/>
              </a:ext>
            </a:extLst>
          </p:cNvPr>
          <p:cNvSpPr>
            <a:spLocks noGrp="1"/>
          </p:cNvSpPr>
          <p:nvPr/>
        </p:nvSpPr>
        <p:spPr>
          <a:xfrm>
            <a:off x="15472329" y="394726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5" name="c/pca-SPRSound-470">
            <a:extLst>
              <a:ext uri="{FF2B5EF4-FFF2-40B4-BE49-F238E27FC236}">
                <a16:creationId xmlns:a16="http://schemas.microsoft.com/office/drawing/2014/main" id="{CAA54AE8-6707-4ABE-9953-014761A907F6}"/>
              </a:ext>
            </a:extLst>
          </p:cNvPr>
          <p:cNvSpPr>
            <a:spLocks noGrp="1"/>
          </p:cNvSpPr>
          <p:nvPr/>
        </p:nvSpPr>
        <p:spPr>
          <a:xfrm>
            <a:off x="15517425" y="398980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6" name="c/pca-SPRSound-471">
            <a:extLst>
              <a:ext uri="{FF2B5EF4-FFF2-40B4-BE49-F238E27FC236}">
                <a16:creationId xmlns:a16="http://schemas.microsoft.com/office/drawing/2014/main" id="{D89BCDF3-A92F-4391-89A2-D022FA6EA60B}"/>
              </a:ext>
            </a:extLst>
          </p:cNvPr>
          <p:cNvSpPr>
            <a:spLocks noGrp="1"/>
          </p:cNvSpPr>
          <p:nvPr/>
        </p:nvSpPr>
        <p:spPr>
          <a:xfrm>
            <a:off x="15606439" y="386628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7" name="c/pca-SPRSound-472">
            <a:extLst>
              <a:ext uri="{FF2B5EF4-FFF2-40B4-BE49-F238E27FC236}">
                <a16:creationId xmlns:a16="http://schemas.microsoft.com/office/drawing/2014/main" id="{131B7043-0C9F-49A8-94E5-E799BB41062E}"/>
              </a:ext>
            </a:extLst>
          </p:cNvPr>
          <p:cNvSpPr>
            <a:spLocks noGrp="1"/>
          </p:cNvSpPr>
          <p:nvPr/>
        </p:nvSpPr>
        <p:spPr>
          <a:xfrm>
            <a:off x="15325654" y="400246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8" name="c/pca-SPRSound-473">
            <a:extLst>
              <a:ext uri="{FF2B5EF4-FFF2-40B4-BE49-F238E27FC236}">
                <a16:creationId xmlns:a16="http://schemas.microsoft.com/office/drawing/2014/main" id="{48CED01A-8AEB-429C-B3E7-E08D60148300}"/>
              </a:ext>
            </a:extLst>
          </p:cNvPr>
          <p:cNvSpPr>
            <a:spLocks noGrp="1"/>
          </p:cNvSpPr>
          <p:nvPr/>
        </p:nvSpPr>
        <p:spPr>
          <a:xfrm>
            <a:off x="15508482" y="393856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89" name="c/pca-SPRSound-474">
            <a:extLst>
              <a:ext uri="{FF2B5EF4-FFF2-40B4-BE49-F238E27FC236}">
                <a16:creationId xmlns:a16="http://schemas.microsoft.com/office/drawing/2014/main" id="{25B4B2D1-8B96-4BF4-892B-A8B9295567C5}"/>
              </a:ext>
            </a:extLst>
          </p:cNvPr>
          <p:cNvSpPr>
            <a:spLocks noGrp="1"/>
          </p:cNvSpPr>
          <p:nvPr/>
        </p:nvSpPr>
        <p:spPr>
          <a:xfrm>
            <a:off x="15469604" y="393218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0" name="c/pca-SPRSound-475">
            <a:extLst>
              <a:ext uri="{FF2B5EF4-FFF2-40B4-BE49-F238E27FC236}">
                <a16:creationId xmlns:a16="http://schemas.microsoft.com/office/drawing/2014/main" id="{B96714DD-0CD7-44A7-B0F3-65B3A49D9C41}"/>
              </a:ext>
            </a:extLst>
          </p:cNvPr>
          <p:cNvSpPr>
            <a:spLocks noGrp="1"/>
          </p:cNvSpPr>
          <p:nvPr/>
        </p:nvSpPr>
        <p:spPr>
          <a:xfrm>
            <a:off x="15626114" y="383058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1" name="c/pca-SPRSound-476">
            <a:extLst>
              <a:ext uri="{FF2B5EF4-FFF2-40B4-BE49-F238E27FC236}">
                <a16:creationId xmlns:a16="http://schemas.microsoft.com/office/drawing/2014/main" id="{0E46308D-E367-4FAE-B7B2-0FA12C4903AF}"/>
              </a:ext>
            </a:extLst>
          </p:cNvPr>
          <p:cNvSpPr>
            <a:spLocks noGrp="1"/>
          </p:cNvSpPr>
          <p:nvPr/>
        </p:nvSpPr>
        <p:spPr>
          <a:xfrm>
            <a:off x="15453376" y="400648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2" name="c/pca-SPRSound-477">
            <a:extLst>
              <a:ext uri="{FF2B5EF4-FFF2-40B4-BE49-F238E27FC236}">
                <a16:creationId xmlns:a16="http://schemas.microsoft.com/office/drawing/2014/main" id="{488FB16F-C08A-44E3-9804-93771DEECC9C}"/>
              </a:ext>
            </a:extLst>
          </p:cNvPr>
          <p:cNvSpPr>
            <a:spLocks noGrp="1"/>
          </p:cNvSpPr>
          <p:nvPr/>
        </p:nvSpPr>
        <p:spPr>
          <a:xfrm>
            <a:off x="15612550" y="397639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3" name="c/pca-SPRSound-478">
            <a:extLst>
              <a:ext uri="{FF2B5EF4-FFF2-40B4-BE49-F238E27FC236}">
                <a16:creationId xmlns:a16="http://schemas.microsoft.com/office/drawing/2014/main" id="{396293BC-117D-475B-9D05-315288D40ED2}"/>
              </a:ext>
            </a:extLst>
          </p:cNvPr>
          <p:cNvSpPr>
            <a:spLocks noGrp="1"/>
          </p:cNvSpPr>
          <p:nvPr/>
        </p:nvSpPr>
        <p:spPr>
          <a:xfrm>
            <a:off x="15562072" y="398335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4" name="c/pca-SPRSound-479">
            <a:extLst>
              <a:ext uri="{FF2B5EF4-FFF2-40B4-BE49-F238E27FC236}">
                <a16:creationId xmlns:a16="http://schemas.microsoft.com/office/drawing/2014/main" id="{D2031FB3-9605-408D-86EC-19053C2C1033}"/>
              </a:ext>
            </a:extLst>
          </p:cNvPr>
          <p:cNvSpPr>
            <a:spLocks noGrp="1"/>
          </p:cNvSpPr>
          <p:nvPr/>
        </p:nvSpPr>
        <p:spPr>
          <a:xfrm>
            <a:off x="15487984" y="387841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5" name="c/pca-SPRSound-480">
            <a:extLst>
              <a:ext uri="{FF2B5EF4-FFF2-40B4-BE49-F238E27FC236}">
                <a16:creationId xmlns:a16="http://schemas.microsoft.com/office/drawing/2014/main" id="{CBC87B33-EB34-47CD-A969-0C6713F53BCC}"/>
              </a:ext>
            </a:extLst>
          </p:cNvPr>
          <p:cNvSpPr>
            <a:spLocks noGrp="1"/>
          </p:cNvSpPr>
          <p:nvPr/>
        </p:nvSpPr>
        <p:spPr>
          <a:xfrm>
            <a:off x="15566779" y="395330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6" name="c/pca-SPRSound-481">
            <a:extLst>
              <a:ext uri="{FF2B5EF4-FFF2-40B4-BE49-F238E27FC236}">
                <a16:creationId xmlns:a16="http://schemas.microsoft.com/office/drawing/2014/main" id="{ED48C7DE-85AE-4CA8-9435-E1C7F7C34DBE}"/>
              </a:ext>
            </a:extLst>
          </p:cNvPr>
          <p:cNvSpPr>
            <a:spLocks noGrp="1"/>
          </p:cNvSpPr>
          <p:nvPr/>
        </p:nvSpPr>
        <p:spPr>
          <a:xfrm>
            <a:off x="15495185" y="396097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7" name="c/pca-SPRSound-482">
            <a:extLst>
              <a:ext uri="{FF2B5EF4-FFF2-40B4-BE49-F238E27FC236}">
                <a16:creationId xmlns:a16="http://schemas.microsoft.com/office/drawing/2014/main" id="{D719BE07-6715-488E-9C01-D95BF8F27D04}"/>
              </a:ext>
            </a:extLst>
          </p:cNvPr>
          <p:cNvSpPr>
            <a:spLocks noGrp="1"/>
          </p:cNvSpPr>
          <p:nvPr/>
        </p:nvSpPr>
        <p:spPr>
          <a:xfrm>
            <a:off x="15639133" y="394339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8" name="c/pca-SPRSound-483">
            <a:extLst>
              <a:ext uri="{FF2B5EF4-FFF2-40B4-BE49-F238E27FC236}">
                <a16:creationId xmlns:a16="http://schemas.microsoft.com/office/drawing/2014/main" id="{A5541979-5388-4E05-B50A-8BFE42898198}"/>
              </a:ext>
            </a:extLst>
          </p:cNvPr>
          <p:cNvSpPr>
            <a:spLocks noGrp="1"/>
          </p:cNvSpPr>
          <p:nvPr/>
        </p:nvSpPr>
        <p:spPr>
          <a:xfrm>
            <a:off x="15559148" y="387948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599" name="c/pca-SPRSound-484">
            <a:extLst>
              <a:ext uri="{FF2B5EF4-FFF2-40B4-BE49-F238E27FC236}">
                <a16:creationId xmlns:a16="http://schemas.microsoft.com/office/drawing/2014/main" id="{F9B088EC-8B3D-4035-AEE5-EC56DA100A78}"/>
              </a:ext>
            </a:extLst>
          </p:cNvPr>
          <p:cNvSpPr>
            <a:spLocks noGrp="1"/>
          </p:cNvSpPr>
          <p:nvPr/>
        </p:nvSpPr>
        <p:spPr>
          <a:xfrm>
            <a:off x="15488378" y="400182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0" name="c/pca-SPRSound-485">
            <a:extLst>
              <a:ext uri="{FF2B5EF4-FFF2-40B4-BE49-F238E27FC236}">
                <a16:creationId xmlns:a16="http://schemas.microsoft.com/office/drawing/2014/main" id="{F9FCF203-43AF-4A55-BEFB-D6599D0DBABA}"/>
              </a:ext>
            </a:extLst>
          </p:cNvPr>
          <p:cNvSpPr>
            <a:spLocks noGrp="1"/>
          </p:cNvSpPr>
          <p:nvPr/>
        </p:nvSpPr>
        <p:spPr>
          <a:xfrm>
            <a:off x="15498048" y="399160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1" name="c/pca-SPRSound-486">
            <a:extLst>
              <a:ext uri="{FF2B5EF4-FFF2-40B4-BE49-F238E27FC236}">
                <a16:creationId xmlns:a16="http://schemas.microsoft.com/office/drawing/2014/main" id="{8FBFB6C0-5F89-4E47-8E46-C041A625CC36}"/>
              </a:ext>
            </a:extLst>
          </p:cNvPr>
          <p:cNvSpPr>
            <a:spLocks noGrp="1"/>
          </p:cNvSpPr>
          <p:nvPr/>
        </p:nvSpPr>
        <p:spPr>
          <a:xfrm>
            <a:off x="15616711" y="397750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2" name="c/pca-SPRSound-487">
            <a:extLst>
              <a:ext uri="{FF2B5EF4-FFF2-40B4-BE49-F238E27FC236}">
                <a16:creationId xmlns:a16="http://schemas.microsoft.com/office/drawing/2014/main" id="{607B6B32-E7C5-45E8-90DC-4897F5CC3F5C}"/>
              </a:ext>
            </a:extLst>
          </p:cNvPr>
          <p:cNvSpPr>
            <a:spLocks noGrp="1"/>
          </p:cNvSpPr>
          <p:nvPr/>
        </p:nvSpPr>
        <p:spPr>
          <a:xfrm>
            <a:off x="15499000" y="387811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3" name="c/pca-SPRSound-488">
            <a:extLst>
              <a:ext uri="{FF2B5EF4-FFF2-40B4-BE49-F238E27FC236}">
                <a16:creationId xmlns:a16="http://schemas.microsoft.com/office/drawing/2014/main" id="{63751E5A-4980-47CD-A644-52EB0DBAD6C0}"/>
              </a:ext>
            </a:extLst>
          </p:cNvPr>
          <p:cNvSpPr>
            <a:spLocks noGrp="1"/>
          </p:cNvSpPr>
          <p:nvPr/>
        </p:nvSpPr>
        <p:spPr>
          <a:xfrm>
            <a:off x="15526293" y="388671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4" name="c/pca-SPRSound-489">
            <a:extLst>
              <a:ext uri="{FF2B5EF4-FFF2-40B4-BE49-F238E27FC236}">
                <a16:creationId xmlns:a16="http://schemas.microsoft.com/office/drawing/2014/main" id="{26855AF7-AFA6-41D3-A038-02023D9B3C17}"/>
              </a:ext>
            </a:extLst>
          </p:cNvPr>
          <p:cNvSpPr>
            <a:spLocks noGrp="1"/>
          </p:cNvSpPr>
          <p:nvPr/>
        </p:nvSpPr>
        <p:spPr>
          <a:xfrm>
            <a:off x="15503662" y="388853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5" name="c/pca-SPRSound-490">
            <a:extLst>
              <a:ext uri="{FF2B5EF4-FFF2-40B4-BE49-F238E27FC236}">
                <a16:creationId xmlns:a16="http://schemas.microsoft.com/office/drawing/2014/main" id="{FDB9226C-28F1-4888-9A20-F8FC0E3D0785}"/>
              </a:ext>
            </a:extLst>
          </p:cNvPr>
          <p:cNvSpPr>
            <a:spLocks noGrp="1"/>
          </p:cNvSpPr>
          <p:nvPr/>
        </p:nvSpPr>
        <p:spPr>
          <a:xfrm>
            <a:off x="15646572" y="390864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6" name="c/pca-SPRSound-491">
            <a:extLst>
              <a:ext uri="{FF2B5EF4-FFF2-40B4-BE49-F238E27FC236}">
                <a16:creationId xmlns:a16="http://schemas.microsoft.com/office/drawing/2014/main" id="{925B97BF-941B-430A-B82C-B5DC8C8265CC}"/>
              </a:ext>
            </a:extLst>
          </p:cNvPr>
          <p:cNvSpPr>
            <a:spLocks noGrp="1"/>
          </p:cNvSpPr>
          <p:nvPr/>
        </p:nvSpPr>
        <p:spPr>
          <a:xfrm>
            <a:off x="15449129" y="398026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7" name="c/pca-SPRSound-492">
            <a:extLst>
              <a:ext uri="{FF2B5EF4-FFF2-40B4-BE49-F238E27FC236}">
                <a16:creationId xmlns:a16="http://schemas.microsoft.com/office/drawing/2014/main" id="{B97EA53B-7810-4B48-8CD6-853A05B7C2F1}"/>
              </a:ext>
            </a:extLst>
          </p:cNvPr>
          <p:cNvSpPr>
            <a:spLocks noGrp="1"/>
          </p:cNvSpPr>
          <p:nvPr/>
        </p:nvSpPr>
        <p:spPr>
          <a:xfrm>
            <a:off x="15592579" y="392431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8" name="c/pca-SPRSound-493">
            <a:extLst>
              <a:ext uri="{FF2B5EF4-FFF2-40B4-BE49-F238E27FC236}">
                <a16:creationId xmlns:a16="http://schemas.microsoft.com/office/drawing/2014/main" id="{63021F55-0345-4CA3-AA5E-EE0573B81701}"/>
              </a:ext>
            </a:extLst>
          </p:cNvPr>
          <p:cNvSpPr>
            <a:spLocks noGrp="1"/>
          </p:cNvSpPr>
          <p:nvPr/>
        </p:nvSpPr>
        <p:spPr>
          <a:xfrm>
            <a:off x="15460517" y="398573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09" name="c/pca-SPRSound-494">
            <a:extLst>
              <a:ext uri="{FF2B5EF4-FFF2-40B4-BE49-F238E27FC236}">
                <a16:creationId xmlns:a16="http://schemas.microsoft.com/office/drawing/2014/main" id="{FF5CCED8-7D20-46AB-93A4-E8F6E2DB8AF9}"/>
              </a:ext>
            </a:extLst>
          </p:cNvPr>
          <p:cNvSpPr>
            <a:spLocks noGrp="1"/>
          </p:cNvSpPr>
          <p:nvPr/>
        </p:nvSpPr>
        <p:spPr>
          <a:xfrm>
            <a:off x="15521736" y="395517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0" name="c/pca-SPRSound-495">
            <a:extLst>
              <a:ext uri="{FF2B5EF4-FFF2-40B4-BE49-F238E27FC236}">
                <a16:creationId xmlns:a16="http://schemas.microsoft.com/office/drawing/2014/main" id="{F352A25E-BC31-4064-A47E-1A6CA6FBA625}"/>
              </a:ext>
            </a:extLst>
          </p:cNvPr>
          <p:cNvSpPr>
            <a:spLocks noGrp="1"/>
          </p:cNvSpPr>
          <p:nvPr/>
        </p:nvSpPr>
        <p:spPr>
          <a:xfrm>
            <a:off x="15683608" y="379057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1" name="c/pca-SPRSound-496">
            <a:extLst>
              <a:ext uri="{FF2B5EF4-FFF2-40B4-BE49-F238E27FC236}">
                <a16:creationId xmlns:a16="http://schemas.microsoft.com/office/drawing/2014/main" id="{0D0FAF75-CCB6-40A2-9ADC-636117486503}"/>
              </a:ext>
            </a:extLst>
          </p:cNvPr>
          <p:cNvSpPr>
            <a:spLocks noGrp="1"/>
          </p:cNvSpPr>
          <p:nvPr/>
        </p:nvSpPr>
        <p:spPr>
          <a:xfrm>
            <a:off x="15580914" y="402476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2" name="c/pca-SPRSound-497">
            <a:extLst>
              <a:ext uri="{FF2B5EF4-FFF2-40B4-BE49-F238E27FC236}">
                <a16:creationId xmlns:a16="http://schemas.microsoft.com/office/drawing/2014/main" id="{12B18DAD-28D3-4C44-ACE0-64FB53362D6C}"/>
              </a:ext>
            </a:extLst>
          </p:cNvPr>
          <p:cNvSpPr>
            <a:spLocks noGrp="1"/>
          </p:cNvSpPr>
          <p:nvPr/>
        </p:nvSpPr>
        <p:spPr>
          <a:xfrm>
            <a:off x="15484368" y="402959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3" name="c/pca-SPRSound-498">
            <a:extLst>
              <a:ext uri="{FF2B5EF4-FFF2-40B4-BE49-F238E27FC236}">
                <a16:creationId xmlns:a16="http://schemas.microsoft.com/office/drawing/2014/main" id="{1836A3B2-AE9D-4FE4-BE77-630AD2330FFF}"/>
              </a:ext>
            </a:extLst>
          </p:cNvPr>
          <p:cNvSpPr>
            <a:spLocks noGrp="1"/>
          </p:cNvSpPr>
          <p:nvPr/>
        </p:nvSpPr>
        <p:spPr>
          <a:xfrm>
            <a:off x="15608803" y="388673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4" name="c/pca-SPRSound-499">
            <a:extLst>
              <a:ext uri="{FF2B5EF4-FFF2-40B4-BE49-F238E27FC236}">
                <a16:creationId xmlns:a16="http://schemas.microsoft.com/office/drawing/2014/main" id="{AA760F38-F0B1-46FE-89F4-DAE3E73FE5DF}"/>
              </a:ext>
            </a:extLst>
          </p:cNvPr>
          <p:cNvSpPr>
            <a:spLocks noGrp="1"/>
          </p:cNvSpPr>
          <p:nvPr/>
        </p:nvSpPr>
        <p:spPr>
          <a:xfrm>
            <a:off x="15570463" y="382539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5" name="c/pca-SPRSound-500">
            <a:extLst>
              <a:ext uri="{FF2B5EF4-FFF2-40B4-BE49-F238E27FC236}">
                <a16:creationId xmlns:a16="http://schemas.microsoft.com/office/drawing/2014/main" id="{A131D451-DE96-45D7-8659-DDF1A566C5ED}"/>
              </a:ext>
            </a:extLst>
          </p:cNvPr>
          <p:cNvSpPr>
            <a:spLocks noGrp="1"/>
          </p:cNvSpPr>
          <p:nvPr/>
        </p:nvSpPr>
        <p:spPr>
          <a:xfrm>
            <a:off x="15476876" y="401888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6" name="c/pca-SPRSound-501">
            <a:extLst>
              <a:ext uri="{FF2B5EF4-FFF2-40B4-BE49-F238E27FC236}">
                <a16:creationId xmlns:a16="http://schemas.microsoft.com/office/drawing/2014/main" id="{793B9F45-D148-4B20-A307-A4F51F7C4597}"/>
              </a:ext>
            </a:extLst>
          </p:cNvPr>
          <p:cNvSpPr>
            <a:spLocks noGrp="1"/>
          </p:cNvSpPr>
          <p:nvPr/>
        </p:nvSpPr>
        <p:spPr>
          <a:xfrm>
            <a:off x="15474220" y="409552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7" name="c/pca-SPRSound-502">
            <a:extLst>
              <a:ext uri="{FF2B5EF4-FFF2-40B4-BE49-F238E27FC236}">
                <a16:creationId xmlns:a16="http://schemas.microsoft.com/office/drawing/2014/main" id="{375CE4FE-FC12-48D3-A40E-263E6C2979EB}"/>
              </a:ext>
            </a:extLst>
          </p:cNvPr>
          <p:cNvSpPr>
            <a:spLocks noGrp="1"/>
          </p:cNvSpPr>
          <p:nvPr/>
        </p:nvSpPr>
        <p:spPr>
          <a:xfrm>
            <a:off x="15525402" y="396439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8" name="c/pca-SPRSound-503">
            <a:extLst>
              <a:ext uri="{FF2B5EF4-FFF2-40B4-BE49-F238E27FC236}">
                <a16:creationId xmlns:a16="http://schemas.microsoft.com/office/drawing/2014/main" id="{E044805D-5D03-4939-84FE-A6974A397F99}"/>
              </a:ext>
            </a:extLst>
          </p:cNvPr>
          <p:cNvSpPr>
            <a:spLocks noGrp="1"/>
          </p:cNvSpPr>
          <p:nvPr/>
        </p:nvSpPr>
        <p:spPr>
          <a:xfrm>
            <a:off x="15487658" y="409231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19" name="c/pca-SPRSound-504">
            <a:extLst>
              <a:ext uri="{FF2B5EF4-FFF2-40B4-BE49-F238E27FC236}">
                <a16:creationId xmlns:a16="http://schemas.microsoft.com/office/drawing/2014/main" id="{AF13429E-A4E5-485E-A7B8-481C699B3B30}"/>
              </a:ext>
            </a:extLst>
          </p:cNvPr>
          <p:cNvSpPr>
            <a:spLocks noGrp="1"/>
          </p:cNvSpPr>
          <p:nvPr/>
        </p:nvSpPr>
        <p:spPr>
          <a:xfrm>
            <a:off x="15672983" y="406720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0" name="c/pca-SPRSound-505">
            <a:extLst>
              <a:ext uri="{FF2B5EF4-FFF2-40B4-BE49-F238E27FC236}">
                <a16:creationId xmlns:a16="http://schemas.microsoft.com/office/drawing/2014/main" id="{45A0B4E4-BF6F-43D2-B809-11CCB5595A1D}"/>
              </a:ext>
            </a:extLst>
          </p:cNvPr>
          <p:cNvSpPr>
            <a:spLocks noGrp="1"/>
          </p:cNvSpPr>
          <p:nvPr/>
        </p:nvSpPr>
        <p:spPr>
          <a:xfrm>
            <a:off x="15519559" y="396299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1" name="c/pca-SPRSound-506">
            <a:extLst>
              <a:ext uri="{FF2B5EF4-FFF2-40B4-BE49-F238E27FC236}">
                <a16:creationId xmlns:a16="http://schemas.microsoft.com/office/drawing/2014/main" id="{DA1141BD-8B4D-4E43-BCBD-058A56B1532C}"/>
              </a:ext>
            </a:extLst>
          </p:cNvPr>
          <p:cNvSpPr>
            <a:spLocks noGrp="1"/>
          </p:cNvSpPr>
          <p:nvPr/>
        </p:nvSpPr>
        <p:spPr>
          <a:xfrm>
            <a:off x="15554942" y="404704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2" name="c/pca-SPRSound-507">
            <a:extLst>
              <a:ext uri="{FF2B5EF4-FFF2-40B4-BE49-F238E27FC236}">
                <a16:creationId xmlns:a16="http://schemas.microsoft.com/office/drawing/2014/main" id="{0EC3FD2D-1669-41FC-8557-7688ACE6A215}"/>
              </a:ext>
            </a:extLst>
          </p:cNvPr>
          <p:cNvSpPr>
            <a:spLocks noGrp="1"/>
          </p:cNvSpPr>
          <p:nvPr/>
        </p:nvSpPr>
        <p:spPr>
          <a:xfrm>
            <a:off x="15617276" y="380760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3" name="c/pca-SPRSound-508">
            <a:extLst>
              <a:ext uri="{FF2B5EF4-FFF2-40B4-BE49-F238E27FC236}">
                <a16:creationId xmlns:a16="http://schemas.microsoft.com/office/drawing/2014/main" id="{9799AF16-1179-42EB-8BEF-817E86FBB106}"/>
              </a:ext>
            </a:extLst>
          </p:cNvPr>
          <p:cNvSpPr>
            <a:spLocks noGrp="1"/>
          </p:cNvSpPr>
          <p:nvPr/>
        </p:nvSpPr>
        <p:spPr>
          <a:xfrm>
            <a:off x="15565994" y="389130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4" name="c/pca-SPRSound-509">
            <a:extLst>
              <a:ext uri="{FF2B5EF4-FFF2-40B4-BE49-F238E27FC236}">
                <a16:creationId xmlns:a16="http://schemas.microsoft.com/office/drawing/2014/main" id="{99446A0A-F611-4394-A794-9E273729F36C}"/>
              </a:ext>
            </a:extLst>
          </p:cNvPr>
          <p:cNvSpPr>
            <a:spLocks noGrp="1"/>
          </p:cNvSpPr>
          <p:nvPr/>
        </p:nvSpPr>
        <p:spPr>
          <a:xfrm>
            <a:off x="15796211" y="374650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5" name="c/pca-SPRSound-510">
            <a:extLst>
              <a:ext uri="{FF2B5EF4-FFF2-40B4-BE49-F238E27FC236}">
                <a16:creationId xmlns:a16="http://schemas.microsoft.com/office/drawing/2014/main" id="{096CD81A-308A-49B4-B605-46142BC4A68F}"/>
              </a:ext>
            </a:extLst>
          </p:cNvPr>
          <p:cNvSpPr>
            <a:spLocks noGrp="1"/>
          </p:cNvSpPr>
          <p:nvPr/>
        </p:nvSpPr>
        <p:spPr>
          <a:xfrm>
            <a:off x="15451447" y="401043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6" name="c/pca-SPRSound-511">
            <a:extLst>
              <a:ext uri="{FF2B5EF4-FFF2-40B4-BE49-F238E27FC236}">
                <a16:creationId xmlns:a16="http://schemas.microsoft.com/office/drawing/2014/main" id="{D5164EBA-1FE8-4140-897A-035643F72073}"/>
              </a:ext>
            </a:extLst>
          </p:cNvPr>
          <p:cNvSpPr>
            <a:spLocks noGrp="1"/>
          </p:cNvSpPr>
          <p:nvPr/>
        </p:nvSpPr>
        <p:spPr>
          <a:xfrm>
            <a:off x="15536613" y="395503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7" name="c/pca-SPRSound-512">
            <a:extLst>
              <a:ext uri="{FF2B5EF4-FFF2-40B4-BE49-F238E27FC236}">
                <a16:creationId xmlns:a16="http://schemas.microsoft.com/office/drawing/2014/main" id="{1D09A774-6AE0-4ADA-9D57-1DBF51DF880A}"/>
              </a:ext>
            </a:extLst>
          </p:cNvPr>
          <p:cNvSpPr>
            <a:spLocks noGrp="1"/>
          </p:cNvSpPr>
          <p:nvPr/>
        </p:nvSpPr>
        <p:spPr>
          <a:xfrm>
            <a:off x="15527960" y="399247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8" name="c/pca-SPRSound-513">
            <a:extLst>
              <a:ext uri="{FF2B5EF4-FFF2-40B4-BE49-F238E27FC236}">
                <a16:creationId xmlns:a16="http://schemas.microsoft.com/office/drawing/2014/main" id="{CD76AA29-F70E-4AF5-988E-5A4B68E8A20F}"/>
              </a:ext>
            </a:extLst>
          </p:cNvPr>
          <p:cNvSpPr>
            <a:spLocks noGrp="1"/>
          </p:cNvSpPr>
          <p:nvPr/>
        </p:nvSpPr>
        <p:spPr>
          <a:xfrm>
            <a:off x="15640181" y="402214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29" name="c/pca-SPRSound-514">
            <a:extLst>
              <a:ext uri="{FF2B5EF4-FFF2-40B4-BE49-F238E27FC236}">
                <a16:creationId xmlns:a16="http://schemas.microsoft.com/office/drawing/2014/main" id="{2D13F56A-B0B9-47BD-A3F7-B3725B29A261}"/>
              </a:ext>
            </a:extLst>
          </p:cNvPr>
          <p:cNvSpPr>
            <a:spLocks noGrp="1"/>
          </p:cNvSpPr>
          <p:nvPr/>
        </p:nvSpPr>
        <p:spPr>
          <a:xfrm>
            <a:off x="15710520" y="381540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0" name="c/pca-SPRSound-515">
            <a:extLst>
              <a:ext uri="{FF2B5EF4-FFF2-40B4-BE49-F238E27FC236}">
                <a16:creationId xmlns:a16="http://schemas.microsoft.com/office/drawing/2014/main" id="{33D20290-D72A-4395-9C13-0CE47EC62EC0}"/>
              </a:ext>
            </a:extLst>
          </p:cNvPr>
          <p:cNvSpPr>
            <a:spLocks noGrp="1"/>
          </p:cNvSpPr>
          <p:nvPr/>
        </p:nvSpPr>
        <p:spPr>
          <a:xfrm>
            <a:off x="15568115" y="389021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1" name="c/pca-SPRSound-516">
            <a:extLst>
              <a:ext uri="{FF2B5EF4-FFF2-40B4-BE49-F238E27FC236}">
                <a16:creationId xmlns:a16="http://schemas.microsoft.com/office/drawing/2014/main" id="{F7212486-EE45-4CEC-9C03-727241B36831}"/>
              </a:ext>
            </a:extLst>
          </p:cNvPr>
          <p:cNvSpPr>
            <a:spLocks noGrp="1"/>
          </p:cNvSpPr>
          <p:nvPr/>
        </p:nvSpPr>
        <p:spPr>
          <a:xfrm>
            <a:off x="15311282" y="395412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2" name="c/pca-SPRSound-517">
            <a:extLst>
              <a:ext uri="{FF2B5EF4-FFF2-40B4-BE49-F238E27FC236}">
                <a16:creationId xmlns:a16="http://schemas.microsoft.com/office/drawing/2014/main" id="{76AF21D2-1E21-4ED9-8D59-2FABE32095B5}"/>
              </a:ext>
            </a:extLst>
          </p:cNvPr>
          <p:cNvSpPr>
            <a:spLocks noGrp="1"/>
          </p:cNvSpPr>
          <p:nvPr/>
        </p:nvSpPr>
        <p:spPr>
          <a:xfrm>
            <a:off x="15465448" y="402193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3" name="c/pca-SPRSound-518">
            <a:extLst>
              <a:ext uri="{FF2B5EF4-FFF2-40B4-BE49-F238E27FC236}">
                <a16:creationId xmlns:a16="http://schemas.microsoft.com/office/drawing/2014/main" id="{887BB4E7-4957-4376-A7E4-46D9BA26854F}"/>
              </a:ext>
            </a:extLst>
          </p:cNvPr>
          <p:cNvSpPr>
            <a:spLocks noGrp="1"/>
          </p:cNvSpPr>
          <p:nvPr/>
        </p:nvSpPr>
        <p:spPr>
          <a:xfrm>
            <a:off x="15330959" y="397588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4" name="c/pca-SPRSound-519">
            <a:extLst>
              <a:ext uri="{FF2B5EF4-FFF2-40B4-BE49-F238E27FC236}">
                <a16:creationId xmlns:a16="http://schemas.microsoft.com/office/drawing/2014/main" id="{3B0CBBEC-CD8B-40E1-98FF-F845174CFB86}"/>
              </a:ext>
            </a:extLst>
          </p:cNvPr>
          <p:cNvSpPr>
            <a:spLocks noGrp="1"/>
          </p:cNvSpPr>
          <p:nvPr/>
        </p:nvSpPr>
        <p:spPr>
          <a:xfrm>
            <a:off x="15563618" y="399559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5" name="c/pca-SPRSound-520">
            <a:extLst>
              <a:ext uri="{FF2B5EF4-FFF2-40B4-BE49-F238E27FC236}">
                <a16:creationId xmlns:a16="http://schemas.microsoft.com/office/drawing/2014/main" id="{8245F623-8956-45FA-A11D-B380750B19BC}"/>
              </a:ext>
            </a:extLst>
          </p:cNvPr>
          <p:cNvSpPr>
            <a:spLocks noGrp="1"/>
          </p:cNvSpPr>
          <p:nvPr/>
        </p:nvSpPr>
        <p:spPr>
          <a:xfrm>
            <a:off x="15503758" y="396160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6" name="c/pca-SPRSound-521">
            <a:extLst>
              <a:ext uri="{FF2B5EF4-FFF2-40B4-BE49-F238E27FC236}">
                <a16:creationId xmlns:a16="http://schemas.microsoft.com/office/drawing/2014/main" id="{FF8F191D-0CB5-4950-874E-4DE9E8B8B84E}"/>
              </a:ext>
            </a:extLst>
          </p:cNvPr>
          <p:cNvSpPr>
            <a:spLocks noGrp="1"/>
          </p:cNvSpPr>
          <p:nvPr/>
        </p:nvSpPr>
        <p:spPr>
          <a:xfrm>
            <a:off x="15474470" y="394064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7" name="c/pca-SPRSound-522">
            <a:extLst>
              <a:ext uri="{FF2B5EF4-FFF2-40B4-BE49-F238E27FC236}">
                <a16:creationId xmlns:a16="http://schemas.microsoft.com/office/drawing/2014/main" id="{2412A96E-EA34-4DBB-BAB8-72219872DE0A}"/>
              </a:ext>
            </a:extLst>
          </p:cNvPr>
          <p:cNvSpPr>
            <a:spLocks noGrp="1"/>
          </p:cNvSpPr>
          <p:nvPr/>
        </p:nvSpPr>
        <p:spPr>
          <a:xfrm>
            <a:off x="15439923" y="394271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8" name="c/pca-SPRSound-523">
            <a:extLst>
              <a:ext uri="{FF2B5EF4-FFF2-40B4-BE49-F238E27FC236}">
                <a16:creationId xmlns:a16="http://schemas.microsoft.com/office/drawing/2014/main" id="{91AFBE4E-16EF-4B04-B500-DF12F3005787}"/>
              </a:ext>
            </a:extLst>
          </p:cNvPr>
          <p:cNvSpPr>
            <a:spLocks noGrp="1"/>
          </p:cNvSpPr>
          <p:nvPr/>
        </p:nvSpPr>
        <p:spPr>
          <a:xfrm>
            <a:off x="15379964" y="384823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39" name="c/pca-SPRSound-524">
            <a:extLst>
              <a:ext uri="{FF2B5EF4-FFF2-40B4-BE49-F238E27FC236}">
                <a16:creationId xmlns:a16="http://schemas.microsoft.com/office/drawing/2014/main" id="{1F3DE08C-84D8-4F8A-A999-E08AC0A6769E}"/>
              </a:ext>
            </a:extLst>
          </p:cNvPr>
          <p:cNvSpPr>
            <a:spLocks noGrp="1"/>
          </p:cNvSpPr>
          <p:nvPr/>
        </p:nvSpPr>
        <p:spPr>
          <a:xfrm>
            <a:off x="15551743" y="394931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0" name="c/pca-SPRSound-525">
            <a:extLst>
              <a:ext uri="{FF2B5EF4-FFF2-40B4-BE49-F238E27FC236}">
                <a16:creationId xmlns:a16="http://schemas.microsoft.com/office/drawing/2014/main" id="{75C1F99E-1B00-4177-9A62-FBD6D6FD65CD}"/>
              </a:ext>
            </a:extLst>
          </p:cNvPr>
          <p:cNvSpPr>
            <a:spLocks noGrp="1"/>
          </p:cNvSpPr>
          <p:nvPr/>
        </p:nvSpPr>
        <p:spPr>
          <a:xfrm>
            <a:off x="15658386" y="389098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1" name="c/pca-SPRSound-526">
            <a:extLst>
              <a:ext uri="{FF2B5EF4-FFF2-40B4-BE49-F238E27FC236}">
                <a16:creationId xmlns:a16="http://schemas.microsoft.com/office/drawing/2014/main" id="{6B0BF85A-761E-48CC-A7CA-F9E2C3956661}"/>
              </a:ext>
            </a:extLst>
          </p:cNvPr>
          <p:cNvSpPr>
            <a:spLocks noGrp="1"/>
          </p:cNvSpPr>
          <p:nvPr/>
        </p:nvSpPr>
        <p:spPr>
          <a:xfrm>
            <a:off x="15537433" y="386217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2" name="c/pca-SPRSound-527">
            <a:extLst>
              <a:ext uri="{FF2B5EF4-FFF2-40B4-BE49-F238E27FC236}">
                <a16:creationId xmlns:a16="http://schemas.microsoft.com/office/drawing/2014/main" id="{8E5D9875-3626-41AF-BBE1-59A1D56C2ADA}"/>
              </a:ext>
            </a:extLst>
          </p:cNvPr>
          <p:cNvSpPr>
            <a:spLocks noGrp="1"/>
          </p:cNvSpPr>
          <p:nvPr/>
        </p:nvSpPr>
        <p:spPr>
          <a:xfrm>
            <a:off x="15661699" y="390479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3" name="c/pca-SPRSound-528">
            <a:extLst>
              <a:ext uri="{FF2B5EF4-FFF2-40B4-BE49-F238E27FC236}">
                <a16:creationId xmlns:a16="http://schemas.microsoft.com/office/drawing/2014/main" id="{0D6F11AB-9374-405A-B90D-15DEF09C2032}"/>
              </a:ext>
            </a:extLst>
          </p:cNvPr>
          <p:cNvSpPr>
            <a:spLocks noGrp="1"/>
          </p:cNvSpPr>
          <p:nvPr/>
        </p:nvSpPr>
        <p:spPr>
          <a:xfrm>
            <a:off x="15743872" y="374835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4" name="c/pca-SPRSound-529">
            <a:extLst>
              <a:ext uri="{FF2B5EF4-FFF2-40B4-BE49-F238E27FC236}">
                <a16:creationId xmlns:a16="http://schemas.microsoft.com/office/drawing/2014/main" id="{0A5CFBB1-A76C-428E-9CBA-6FBE9B35A75A}"/>
              </a:ext>
            </a:extLst>
          </p:cNvPr>
          <p:cNvSpPr>
            <a:spLocks noGrp="1"/>
          </p:cNvSpPr>
          <p:nvPr/>
        </p:nvSpPr>
        <p:spPr>
          <a:xfrm>
            <a:off x="15628182" y="391353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5" name="c/pca-SPRSound-530">
            <a:extLst>
              <a:ext uri="{FF2B5EF4-FFF2-40B4-BE49-F238E27FC236}">
                <a16:creationId xmlns:a16="http://schemas.microsoft.com/office/drawing/2014/main" id="{BD9C0BBD-6915-42AA-B944-0DE2B800F2DD}"/>
              </a:ext>
            </a:extLst>
          </p:cNvPr>
          <p:cNvSpPr>
            <a:spLocks noGrp="1"/>
          </p:cNvSpPr>
          <p:nvPr/>
        </p:nvSpPr>
        <p:spPr>
          <a:xfrm>
            <a:off x="15529255" y="394324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6" name="c/pca-SPRSound-531">
            <a:extLst>
              <a:ext uri="{FF2B5EF4-FFF2-40B4-BE49-F238E27FC236}">
                <a16:creationId xmlns:a16="http://schemas.microsoft.com/office/drawing/2014/main" id="{FEEF5724-E44E-4EE2-9B9B-1E304C04AC6F}"/>
              </a:ext>
            </a:extLst>
          </p:cNvPr>
          <p:cNvSpPr>
            <a:spLocks noGrp="1"/>
          </p:cNvSpPr>
          <p:nvPr/>
        </p:nvSpPr>
        <p:spPr>
          <a:xfrm>
            <a:off x="15552475" y="401325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7" name="c/pca-SPRSound-532">
            <a:extLst>
              <a:ext uri="{FF2B5EF4-FFF2-40B4-BE49-F238E27FC236}">
                <a16:creationId xmlns:a16="http://schemas.microsoft.com/office/drawing/2014/main" id="{BACAF688-D5F8-4E67-B435-1605C774D923}"/>
              </a:ext>
            </a:extLst>
          </p:cNvPr>
          <p:cNvSpPr>
            <a:spLocks noGrp="1"/>
          </p:cNvSpPr>
          <p:nvPr/>
        </p:nvSpPr>
        <p:spPr>
          <a:xfrm>
            <a:off x="15522443" y="396825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8" name="c/pca-SPRSound-533">
            <a:extLst>
              <a:ext uri="{FF2B5EF4-FFF2-40B4-BE49-F238E27FC236}">
                <a16:creationId xmlns:a16="http://schemas.microsoft.com/office/drawing/2014/main" id="{432E830F-C610-4AB8-BEC9-AB122AFB183C}"/>
              </a:ext>
            </a:extLst>
          </p:cNvPr>
          <p:cNvSpPr>
            <a:spLocks noGrp="1"/>
          </p:cNvSpPr>
          <p:nvPr/>
        </p:nvSpPr>
        <p:spPr>
          <a:xfrm>
            <a:off x="15492069" y="399080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49" name="c/pca-SPRSound-534">
            <a:extLst>
              <a:ext uri="{FF2B5EF4-FFF2-40B4-BE49-F238E27FC236}">
                <a16:creationId xmlns:a16="http://schemas.microsoft.com/office/drawing/2014/main" id="{E3FD0683-EBFD-4C35-AF75-F21950FFDE2D}"/>
              </a:ext>
            </a:extLst>
          </p:cNvPr>
          <p:cNvSpPr>
            <a:spLocks noGrp="1"/>
          </p:cNvSpPr>
          <p:nvPr/>
        </p:nvSpPr>
        <p:spPr>
          <a:xfrm>
            <a:off x="15540670" y="3839490"/>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0" name="c/pca-SPRSound-535">
            <a:extLst>
              <a:ext uri="{FF2B5EF4-FFF2-40B4-BE49-F238E27FC236}">
                <a16:creationId xmlns:a16="http://schemas.microsoft.com/office/drawing/2014/main" id="{BA22BA79-AEBB-475B-A8A6-8A4616E51CAF}"/>
              </a:ext>
            </a:extLst>
          </p:cNvPr>
          <p:cNvSpPr>
            <a:spLocks noGrp="1"/>
          </p:cNvSpPr>
          <p:nvPr/>
        </p:nvSpPr>
        <p:spPr>
          <a:xfrm>
            <a:off x="15461115" y="402976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1" name="c/pca-SPRSound-536">
            <a:extLst>
              <a:ext uri="{FF2B5EF4-FFF2-40B4-BE49-F238E27FC236}">
                <a16:creationId xmlns:a16="http://schemas.microsoft.com/office/drawing/2014/main" id="{E5011F82-122A-4D91-8C2C-2C383178B289}"/>
              </a:ext>
            </a:extLst>
          </p:cNvPr>
          <p:cNvSpPr>
            <a:spLocks noGrp="1"/>
          </p:cNvSpPr>
          <p:nvPr/>
        </p:nvSpPr>
        <p:spPr>
          <a:xfrm>
            <a:off x="15518142" y="395967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2" name="c/pca-SPRSound-537">
            <a:extLst>
              <a:ext uri="{FF2B5EF4-FFF2-40B4-BE49-F238E27FC236}">
                <a16:creationId xmlns:a16="http://schemas.microsoft.com/office/drawing/2014/main" id="{F5AD02EB-DBFE-4533-9101-CD2F805594F4}"/>
              </a:ext>
            </a:extLst>
          </p:cNvPr>
          <p:cNvSpPr>
            <a:spLocks noGrp="1"/>
          </p:cNvSpPr>
          <p:nvPr/>
        </p:nvSpPr>
        <p:spPr>
          <a:xfrm>
            <a:off x="15511704" y="400517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3" name="c/pca-SPRSound-538">
            <a:extLst>
              <a:ext uri="{FF2B5EF4-FFF2-40B4-BE49-F238E27FC236}">
                <a16:creationId xmlns:a16="http://schemas.microsoft.com/office/drawing/2014/main" id="{36841697-A80B-44F8-930E-6A5DDB18B632}"/>
              </a:ext>
            </a:extLst>
          </p:cNvPr>
          <p:cNvSpPr>
            <a:spLocks noGrp="1"/>
          </p:cNvSpPr>
          <p:nvPr/>
        </p:nvSpPr>
        <p:spPr>
          <a:xfrm>
            <a:off x="15478508" y="398341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4" name="c/pca-SPRSound-539">
            <a:extLst>
              <a:ext uri="{FF2B5EF4-FFF2-40B4-BE49-F238E27FC236}">
                <a16:creationId xmlns:a16="http://schemas.microsoft.com/office/drawing/2014/main" id="{B8C808C1-E160-44FC-946D-DF64F2893995}"/>
              </a:ext>
            </a:extLst>
          </p:cNvPr>
          <p:cNvSpPr>
            <a:spLocks noGrp="1"/>
          </p:cNvSpPr>
          <p:nvPr/>
        </p:nvSpPr>
        <p:spPr>
          <a:xfrm>
            <a:off x="15434060" y="396461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5" name="c/pca-SPRSound-540">
            <a:extLst>
              <a:ext uri="{FF2B5EF4-FFF2-40B4-BE49-F238E27FC236}">
                <a16:creationId xmlns:a16="http://schemas.microsoft.com/office/drawing/2014/main" id="{44F7DCF1-69CD-46B9-9C95-5AB5E7953C38}"/>
              </a:ext>
            </a:extLst>
          </p:cNvPr>
          <p:cNvSpPr>
            <a:spLocks noGrp="1"/>
          </p:cNvSpPr>
          <p:nvPr/>
        </p:nvSpPr>
        <p:spPr>
          <a:xfrm>
            <a:off x="15635987" y="390755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6" name="c/pca-SPRSound-541">
            <a:extLst>
              <a:ext uri="{FF2B5EF4-FFF2-40B4-BE49-F238E27FC236}">
                <a16:creationId xmlns:a16="http://schemas.microsoft.com/office/drawing/2014/main" id="{28C15CA7-0961-401F-8F59-7A01980271C5}"/>
              </a:ext>
            </a:extLst>
          </p:cNvPr>
          <p:cNvSpPr>
            <a:spLocks noGrp="1"/>
          </p:cNvSpPr>
          <p:nvPr/>
        </p:nvSpPr>
        <p:spPr>
          <a:xfrm>
            <a:off x="15400493" y="401604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7" name="c/pca-SPRSound-542">
            <a:extLst>
              <a:ext uri="{FF2B5EF4-FFF2-40B4-BE49-F238E27FC236}">
                <a16:creationId xmlns:a16="http://schemas.microsoft.com/office/drawing/2014/main" id="{9D4B8488-11D2-4194-A571-BDF5CD065AE2}"/>
              </a:ext>
            </a:extLst>
          </p:cNvPr>
          <p:cNvSpPr>
            <a:spLocks noGrp="1"/>
          </p:cNvSpPr>
          <p:nvPr/>
        </p:nvSpPr>
        <p:spPr>
          <a:xfrm>
            <a:off x="15511350" y="398501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8" name="c/pca-SPRSound-543">
            <a:extLst>
              <a:ext uri="{FF2B5EF4-FFF2-40B4-BE49-F238E27FC236}">
                <a16:creationId xmlns:a16="http://schemas.microsoft.com/office/drawing/2014/main" id="{EC1A7C17-F3DD-46BA-803A-AA5831ABB29F}"/>
              </a:ext>
            </a:extLst>
          </p:cNvPr>
          <p:cNvSpPr>
            <a:spLocks noGrp="1"/>
          </p:cNvSpPr>
          <p:nvPr/>
        </p:nvSpPr>
        <p:spPr>
          <a:xfrm>
            <a:off x="15518309" y="399642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59" name="c/pca-SPRSound-544">
            <a:extLst>
              <a:ext uri="{FF2B5EF4-FFF2-40B4-BE49-F238E27FC236}">
                <a16:creationId xmlns:a16="http://schemas.microsoft.com/office/drawing/2014/main" id="{75E425C3-49D8-4FEC-AA75-2D2D5FE2C641}"/>
              </a:ext>
            </a:extLst>
          </p:cNvPr>
          <p:cNvSpPr>
            <a:spLocks noGrp="1"/>
          </p:cNvSpPr>
          <p:nvPr/>
        </p:nvSpPr>
        <p:spPr>
          <a:xfrm>
            <a:off x="15627864" y="3822057"/>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0" name="c/pca-SPRSound-545">
            <a:extLst>
              <a:ext uri="{FF2B5EF4-FFF2-40B4-BE49-F238E27FC236}">
                <a16:creationId xmlns:a16="http://schemas.microsoft.com/office/drawing/2014/main" id="{BF3F5CF8-EBB0-4870-9A8D-1C0D7798F3AA}"/>
              </a:ext>
            </a:extLst>
          </p:cNvPr>
          <p:cNvSpPr>
            <a:spLocks noGrp="1"/>
          </p:cNvSpPr>
          <p:nvPr/>
        </p:nvSpPr>
        <p:spPr>
          <a:xfrm>
            <a:off x="15406679" y="3975514"/>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1" name="c/pca-SPRSound-546">
            <a:extLst>
              <a:ext uri="{FF2B5EF4-FFF2-40B4-BE49-F238E27FC236}">
                <a16:creationId xmlns:a16="http://schemas.microsoft.com/office/drawing/2014/main" id="{220B9900-B227-436F-8BAC-514D8F3A6521}"/>
              </a:ext>
            </a:extLst>
          </p:cNvPr>
          <p:cNvSpPr>
            <a:spLocks noGrp="1"/>
          </p:cNvSpPr>
          <p:nvPr/>
        </p:nvSpPr>
        <p:spPr>
          <a:xfrm>
            <a:off x="15463868" y="395158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2" name="c/pca-SPRSound-547">
            <a:extLst>
              <a:ext uri="{FF2B5EF4-FFF2-40B4-BE49-F238E27FC236}">
                <a16:creationId xmlns:a16="http://schemas.microsoft.com/office/drawing/2014/main" id="{4C9A95F5-3D54-4694-A631-484DF35F131E}"/>
              </a:ext>
            </a:extLst>
          </p:cNvPr>
          <p:cNvSpPr>
            <a:spLocks noGrp="1"/>
          </p:cNvSpPr>
          <p:nvPr/>
        </p:nvSpPr>
        <p:spPr>
          <a:xfrm>
            <a:off x="15710843" y="394533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3" name="c/pca-SPRSound-548">
            <a:extLst>
              <a:ext uri="{FF2B5EF4-FFF2-40B4-BE49-F238E27FC236}">
                <a16:creationId xmlns:a16="http://schemas.microsoft.com/office/drawing/2014/main" id="{06E9CE97-EEFE-423E-9C26-708B9E74FFCB}"/>
              </a:ext>
            </a:extLst>
          </p:cNvPr>
          <p:cNvSpPr>
            <a:spLocks noGrp="1"/>
          </p:cNvSpPr>
          <p:nvPr/>
        </p:nvSpPr>
        <p:spPr>
          <a:xfrm>
            <a:off x="15437552" y="397113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4" name="c/pca-SPRSound-549">
            <a:extLst>
              <a:ext uri="{FF2B5EF4-FFF2-40B4-BE49-F238E27FC236}">
                <a16:creationId xmlns:a16="http://schemas.microsoft.com/office/drawing/2014/main" id="{FDA98CB3-3095-48F8-861D-6E35DCEFE3B3}"/>
              </a:ext>
            </a:extLst>
          </p:cNvPr>
          <p:cNvSpPr>
            <a:spLocks noGrp="1"/>
          </p:cNvSpPr>
          <p:nvPr/>
        </p:nvSpPr>
        <p:spPr>
          <a:xfrm>
            <a:off x="15508914" y="392899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5" name="c/pca-SPRSound-550">
            <a:extLst>
              <a:ext uri="{FF2B5EF4-FFF2-40B4-BE49-F238E27FC236}">
                <a16:creationId xmlns:a16="http://schemas.microsoft.com/office/drawing/2014/main" id="{A18558BD-133B-400B-981A-F76B8A10ED1D}"/>
              </a:ext>
            </a:extLst>
          </p:cNvPr>
          <p:cNvSpPr>
            <a:spLocks noGrp="1"/>
          </p:cNvSpPr>
          <p:nvPr/>
        </p:nvSpPr>
        <p:spPr>
          <a:xfrm>
            <a:off x="15583712" y="400278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6" name="c/pca-SPRSound-551">
            <a:extLst>
              <a:ext uri="{FF2B5EF4-FFF2-40B4-BE49-F238E27FC236}">
                <a16:creationId xmlns:a16="http://schemas.microsoft.com/office/drawing/2014/main" id="{2244C892-AFD2-4412-8BE3-574500684FBA}"/>
              </a:ext>
            </a:extLst>
          </p:cNvPr>
          <p:cNvSpPr>
            <a:spLocks noGrp="1"/>
          </p:cNvSpPr>
          <p:nvPr/>
        </p:nvSpPr>
        <p:spPr>
          <a:xfrm>
            <a:off x="15590294" y="4012548"/>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7" name="c/pca-SPRSound-552">
            <a:extLst>
              <a:ext uri="{FF2B5EF4-FFF2-40B4-BE49-F238E27FC236}">
                <a16:creationId xmlns:a16="http://schemas.microsoft.com/office/drawing/2014/main" id="{F0D1C0BD-6DE9-4AF0-AB41-02FA510DAB03}"/>
              </a:ext>
            </a:extLst>
          </p:cNvPr>
          <p:cNvSpPr>
            <a:spLocks noGrp="1"/>
          </p:cNvSpPr>
          <p:nvPr/>
        </p:nvSpPr>
        <p:spPr>
          <a:xfrm>
            <a:off x="15405479" y="397594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8" name="c/pca-SPRSound-553">
            <a:extLst>
              <a:ext uri="{FF2B5EF4-FFF2-40B4-BE49-F238E27FC236}">
                <a16:creationId xmlns:a16="http://schemas.microsoft.com/office/drawing/2014/main" id="{735B8B99-F89C-4E34-A7C4-27955A05CFAA}"/>
              </a:ext>
            </a:extLst>
          </p:cNvPr>
          <p:cNvSpPr>
            <a:spLocks noGrp="1"/>
          </p:cNvSpPr>
          <p:nvPr/>
        </p:nvSpPr>
        <p:spPr>
          <a:xfrm>
            <a:off x="15468897" y="398871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69" name="c/pca-SPRSound-554">
            <a:extLst>
              <a:ext uri="{FF2B5EF4-FFF2-40B4-BE49-F238E27FC236}">
                <a16:creationId xmlns:a16="http://schemas.microsoft.com/office/drawing/2014/main" id="{A6EC3E4C-B44A-4535-A022-B844AC1CFE9A}"/>
              </a:ext>
            </a:extLst>
          </p:cNvPr>
          <p:cNvSpPr>
            <a:spLocks noGrp="1"/>
          </p:cNvSpPr>
          <p:nvPr/>
        </p:nvSpPr>
        <p:spPr>
          <a:xfrm>
            <a:off x="15561908" y="398322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70" name="c/pca-SPRSound-555">
            <a:extLst>
              <a:ext uri="{FF2B5EF4-FFF2-40B4-BE49-F238E27FC236}">
                <a16:creationId xmlns:a16="http://schemas.microsoft.com/office/drawing/2014/main" id="{B6FE5D14-2C93-48D8-89BC-C69E2EC0333B}"/>
              </a:ext>
            </a:extLst>
          </p:cNvPr>
          <p:cNvSpPr>
            <a:spLocks noGrp="1"/>
          </p:cNvSpPr>
          <p:nvPr/>
        </p:nvSpPr>
        <p:spPr>
          <a:xfrm>
            <a:off x="15475654" y="3975519"/>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71" name="c/pca-SPRSound-556">
            <a:extLst>
              <a:ext uri="{FF2B5EF4-FFF2-40B4-BE49-F238E27FC236}">
                <a16:creationId xmlns:a16="http://schemas.microsoft.com/office/drawing/2014/main" id="{41747E1A-96FA-41C3-9248-6ABE431E1591}"/>
              </a:ext>
            </a:extLst>
          </p:cNvPr>
          <p:cNvSpPr>
            <a:spLocks noGrp="1"/>
          </p:cNvSpPr>
          <p:nvPr/>
        </p:nvSpPr>
        <p:spPr>
          <a:xfrm>
            <a:off x="15694392" y="3864636"/>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72" name="c/pca-SPRSound-557">
            <a:extLst>
              <a:ext uri="{FF2B5EF4-FFF2-40B4-BE49-F238E27FC236}">
                <a16:creationId xmlns:a16="http://schemas.microsoft.com/office/drawing/2014/main" id="{FA78C5DF-DD08-4DB3-A69F-CADE786BE6ED}"/>
              </a:ext>
            </a:extLst>
          </p:cNvPr>
          <p:cNvSpPr>
            <a:spLocks noGrp="1"/>
          </p:cNvSpPr>
          <p:nvPr/>
        </p:nvSpPr>
        <p:spPr>
          <a:xfrm>
            <a:off x="15656740" y="3975403"/>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73" name="c/pca-SPRSound-558">
            <a:extLst>
              <a:ext uri="{FF2B5EF4-FFF2-40B4-BE49-F238E27FC236}">
                <a16:creationId xmlns:a16="http://schemas.microsoft.com/office/drawing/2014/main" id="{F7451294-D99D-4A56-8AFA-C66D19735525}"/>
              </a:ext>
            </a:extLst>
          </p:cNvPr>
          <p:cNvSpPr>
            <a:spLocks noGrp="1"/>
          </p:cNvSpPr>
          <p:nvPr/>
        </p:nvSpPr>
        <p:spPr>
          <a:xfrm>
            <a:off x="15369897" y="3977171"/>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74" name="c/pca-SPRSound-559">
            <a:extLst>
              <a:ext uri="{FF2B5EF4-FFF2-40B4-BE49-F238E27FC236}">
                <a16:creationId xmlns:a16="http://schemas.microsoft.com/office/drawing/2014/main" id="{BDF03579-9F7F-41C0-855E-79D4227CA771}"/>
              </a:ext>
            </a:extLst>
          </p:cNvPr>
          <p:cNvSpPr>
            <a:spLocks noGrp="1"/>
          </p:cNvSpPr>
          <p:nvPr/>
        </p:nvSpPr>
        <p:spPr>
          <a:xfrm>
            <a:off x="15796849" y="3646012"/>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75" name="c/pca-SPRSound-560">
            <a:extLst>
              <a:ext uri="{FF2B5EF4-FFF2-40B4-BE49-F238E27FC236}">
                <a16:creationId xmlns:a16="http://schemas.microsoft.com/office/drawing/2014/main" id="{D6739E7B-90D7-4736-A38C-0AC190CB50CE}"/>
              </a:ext>
            </a:extLst>
          </p:cNvPr>
          <p:cNvSpPr>
            <a:spLocks noGrp="1"/>
          </p:cNvSpPr>
          <p:nvPr/>
        </p:nvSpPr>
        <p:spPr>
          <a:xfrm>
            <a:off x="15697246" y="3893235"/>
            <a:ext cx="41960" cy="41960"/>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sz="4545"/>
          </a:p>
        </p:txBody>
      </p:sp>
      <p:sp>
        <p:nvSpPr>
          <p:cNvPr id="676" name="c/pca-HF_Lung-000">
            <a:extLst>
              <a:ext uri="{FF2B5EF4-FFF2-40B4-BE49-F238E27FC236}">
                <a16:creationId xmlns:a16="http://schemas.microsoft.com/office/drawing/2014/main" id="{BCA1A74D-C15E-49D9-BB57-6303CC86CD36}"/>
              </a:ext>
            </a:extLst>
          </p:cNvPr>
          <p:cNvSpPr>
            <a:spLocks noGrp="1"/>
          </p:cNvSpPr>
          <p:nvPr/>
        </p:nvSpPr>
        <p:spPr>
          <a:xfrm>
            <a:off x="16036485" y="4112248"/>
            <a:ext cx="41960" cy="41960"/>
          </a:xfrm>
          <a:prstGeom prst="rect">
            <a:avLst/>
          </a:prstGeom>
          <a:solidFill>
            <a:srgbClr val="9365A9">
              <a:alpha val="64000"/>
            </a:srgbClr>
          </a:solidFill>
          <a:ln w="0">
            <a:noFill/>
          </a:ln>
        </p:spPr>
        <p:txBody>
          <a:bodyPr/>
          <a:lstStyle/>
          <a:p>
            <a:endParaRPr lang="en-US" sz="4545"/>
          </a:p>
        </p:txBody>
      </p:sp>
      <p:sp>
        <p:nvSpPr>
          <p:cNvPr id="677" name="c/pca-HF_Lung-001">
            <a:extLst>
              <a:ext uri="{FF2B5EF4-FFF2-40B4-BE49-F238E27FC236}">
                <a16:creationId xmlns:a16="http://schemas.microsoft.com/office/drawing/2014/main" id="{C1546F38-727A-490F-80C9-70157DC6122F}"/>
              </a:ext>
            </a:extLst>
          </p:cNvPr>
          <p:cNvSpPr>
            <a:spLocks noGrp="1"/>
          </p:cNvSpPr>
          <p:nvPr/>
        </p:nvSpPr>
        <p:spPr>
          <a:xfrm>
            <a:off x="15854124" y="4252108"/>
            <a:ext cx="41960" cy="41960"/>
          </a:xfrm>
          <a:prstGeom prst="rect">
            <a:avLst/>
          </a:prstGeom>
          <a:solidFill>
            <a:srgbClr val="9365A9">
              <a:alpha val="64000"/>
            </a:srgbClr>
          </a:solidFill>
          <a:ln w="0">
            <a:noFill/>
          </a:ln>
        </p:spPr>
        <p:txBody>
          <a:bodyPr/>
          <a:lstStyle/>
          <a:p>
            <a:endParaRPr lang="en-US" sz="4545"/>
          </a:p>
        </p:txBody>
      </p:sp>
      <p:sp>
        <p:nvSpPr>
          <p:cNvPr id="678" name="c/pca-HF_Lung-002">
            <a:extLst>
              <a:ext uri="{FF2B5EF4-FFF2-40B4-BE49-F238E27FC236}">
                <a16:creationId xmlns:a16="http://schemas.microsoft.com/office/drawing/2014/main" id="{BB87C013-C4A5-496C-B55D-B92F19EFBD52}"/>
              </a:ext>
            </a:extLst>
          </p:cNvPr>
          <p:cNvSpPr>
            <a:spLocks noGrp="1"/>
          </p:cNvSpPr>
          <p:nvPr/>
        </p:nvSpPr>
        <p:spPr>
          <a:xfrm>
            <a:off x="15871190" y="4109897"/>
            <a:ext cx="41960" cy="41960"/>
          </a:xfrm>
          <a:prstGeom prst="rect">
            <a:avLst/>
          </a:prstGeom>
          <a:solidFill>
            <a:srgbClr val="9365A9">
              <a:alpha val="64000"/>
            </a:srgbClr>
          </a:solidFill>
          <a:ln w="0">
            <a:noFill/>
          </a:ln>
        </p:spPr>
        <p:txBody>
          <a:bodyPr/>
          <a:lstStyle/>
          <a:p>
            <a:endParaRPr lang="en-US" sz="4545"/>
          </a:p>
        </p:txBody>
      </p:sp>
      <p:sp>
        <p:nvSpPr>
          <p:cNvPr id="679" name="c/pca-HF_Lung-003">
            <a:extLst>
              <a:ext uri="{FF2B5EF4-FFF2-40B4-BE49-F238E27FC236}">
                <a16:creationId xmlns:a16="http://schemas.microsoft.com/office/drawing/2014/main" id="{8D770C00-F178-4070-B6E3-7D05F82EC20B}"/>
              </a:ext>
            </a:extLst>
          </p:cNvPr>
          <p:cNvSpPr>
            <a:spLocks noGrp="1"/>
          </p:cNvSpPr>
          <p:nvPr/>
        </p:nvSpPr>
        <p:spPr>
          <a:xfrm>
            <a:off x="15917825" y="4044280"/>
            <a:ext cx="41960" cy="41960"/>
          </a:xfrm>
          <a:prstGeom prst="rect">
            <a:avLst/>
          </a:prstGeom>
          <a:solidFill>
            <a:srgbClr val="9365A9">
              <a:alpha val="64000"/>
            </a:srgbClr>
          </a:solidFill>
          <a:ln w="0">
            <a:noFill/>
          </a:ln>
        </p:spPr>
        <p:txBody>
          <a:bodyPr/>
          <a:lstStyle/>
          <a:p>
            <a:endParaRPr lang="en-US" sz="4545"/>
          </a:p>
        </p:txBody>
      </p:sp>
      <p:sp>
        <p:nvSpPr>
          <p:cNvPr id="680" name="c/pca-HF_Lung-004">
            <a:extLst>
              <a:ext uri="{FF2B5EF4-FFF2-40B4-BE49-F238E27FC236}">
                <a16:creationId xmlns:a16="http://schemas.microsoft.com/office/drawing/2014/main" id="{EC8FDA73-5854-42FC-B1E2-FA58CA047FDB}"/>
              </a:ext>
            </a:extLst>
          </p:cNvPr>
          <p:cNvSpPr>
            <a:spLocks noGrp="1"/>
          </p:cNvSpPr>
          <p:nvPr/>
        </p:nvSpPr>
        <p:spPr>
          <a:xfrm>
            <a:off x="15926849" y="3834551"/>
            <a:ext cx="41960" cy="41960"/>
          </a:xfrm>
          <a:prstGeom prst="rect">
            <a:avLst/>
          </a:prstGeom>
          <a:solidFill>
            <a:srgbClr val="9365A9">
              <a:alpha val="64000"/>
            </a:srgbClr>
          </a:solidFill>
          <a:ln w="0">
            <a:noFill/>
          </a:ln>
        </p:spPr>
        <p:txBody>
          <a:bodyPr/>
          <a:lstStyle/>
          <a:p>
            <a:endParaRPr lang="en-US" sz="4545"/>
          </a:p>
        </p:txBody>
      </p:sp>
      <p:sp>
        <p:nvSpPr>
          <p:cNvPr id="681" name="c/pca-HF_Lung-005">
            <a:extLst>
              <a:ext uri="{FF2B5EF4-FFF2-40B4-BE49-F238E27FC236}">
                <a16:creationId xmlns:a16="http://schemas.microsoft.com/office/drawing/2014/main" id="{93F934F7-4A13-4963-9DD0-C752009DFC59}"/>
              </a:ext>
            </a:extLst>
          </p:cNvPr>
          <p:cNvSpPr>
            <a:spLocks noGrp="1"/>
          </p:cNvSpPr>
          <p:nvPr/>
        </p:nvSpPr>
        <p:spPr>
          <a:xfrm>
            <a:off x="15907598" y="4122325"/>
            <a:ext cx="41960" cy="41960"/>
          </a:xfrm>
          <a:prstGeom prst="rect">
            <a:avLst/>
          </a:prstGeom>
          <a:solidFill>
            <a:srgbClr val="9365A9">
              <a:alpha val="64000"/>
            </a:srgbClr>
          </a:solidFill>
          <a:ln w="0">
            <a:noFill/>
          </a:ln>
        </p:spPr>
        <p:txBody>
          <a:bodyPr/>
          <a:lstStyle/>
          <a:p>
            <a:endParaRPr lang="en-US" sz="4545"/>
          </a:p>
        </p:txBody>
      </p:sp>
      <p:sp>
        <p:nvSpPr>
          <p:cNvPr id="682" name="c/pca-HF_Lung-006">
            <a:extLst>
              <a:ext uri="{FF2B5EF4-FFF2-40B4-BE49-F238E27FC236}">
                <a16:creationId xmlns:a16="http://schemas.microsoft.com/office/drawing/2014/main" id="{2F4BC540-930B-440F-A36D-39F86DF13254}"/>
              </a:ext>
            </a:extLst>
          </p:cNvPr>
          <p:cNvSpPr>
            <a:spLocks noGrp="1"/>
          </p:cNvSpPr>
          <p:nvPr/>
        </p:nvSpPr>
        <p:spPr>
          <a:xfrm>
            <a:off x="15678609" y="4339291"/>
            <a:ext cx="41960" cy="41960"/>
          </a:xfrm>
          <a:prstGeom prst="rect">
            <a:avLst/>
          </a:prstGeom>
          <a:solidFill>
            <a:srgbClr val="9365A9">
              <a:alpha val="64000"/>
            </a:srgbClr>
          </a:solidFill>
          <a:ln w="0">
            <a:noFill/>
          </a:ln>
        </p:spPr>
        <p:txBody>
          <a:bodyPr/>
          <a:lstStyle/>
          <a:p>
            <a:endParaRPr lang="en-US" sz="4545"/>
          </a:p>
        </p:txBody>
      </p:sp>
      <p:sp>
        <p:nvSpPr>
          <p:cNvPr id="683" name="c/pca-HF_Lung-007">
            <a:extLst>
              <a:ext uri="{FF2B5EF4-FFF2-40B4-BE49-F238E27FC236}">
                <a16:creationId xmlns:a16="http://schemas.microsoft.com/office/drawing/2014/main" id="{68B2ECDA-CE89-43E4-A046-A0EE0D459457}"/>
              </a:ext>
            </a:extLst>
          </p:cNvPr>
          <p:cNvSpPr>
            <a:spLocks noGrp="1"/>
          </p:cNvSpPr>
          <p:nvPr/>
        </p:nvSpPr>
        <p:spPr>
          <a:xfrm>
            <a:off x="15883002" y="4168290"/>
            <a:ext cx="41960" cy="41960"/>
          </a:xfrm>
          <a:prstGeom prst="rect">
            <a:avLst/>
          </a:prstGeom>
          <a:solidFill>
            <a:srgbClr val="9365A9">
              <a:alpha val="64000"/>
            </a:srgbClr>
          </a:solidFill>
          <a:ln w="0">
            <a:noFill/>
          </a:ln>
        </p:spPr>
        <p:txBody>
          <a:bodyPr/>
          <a:lstStyle/>
          <a:p>
            <a:endParaRPr lang="en-US" sz="4545"/>
          </a:p>
        </p:txBody>
      </p:sp>
      <p:sp>
        <p:nvSpPr>
          <p:cNvPr id="684" name="c/pca-HF_Lung-008">
            <a:extLst>
              <a:ext uri="{FF2B5EF4-FFF2-40B4-BE49-F238E27FC236}">
                <a16:creationId xmlns:a16="http://schemas.microsoft.com/office/drawing/2014/main" id="{99F2AE58-F3ED-4291-A59B-8805D62D59EB}"/>
              </a:ext>
            </a:extLst>
          </p:cNvPr>
          <p:cNvSpPr>
            <a:spLocks noGrp="1"/>
          </p:cNvSpPr>
          <p:nvPr/>
        </p:nvSpPr>
        <p:spPr>
          <a:xfrm>
            <a:off x="15983646" y="4329125"/>
            <a:ext cx="41960" cy="41960"/>
          </a:xfrm>
          <a:prstGeom prst="rect">
            <a:avLst/>
          </a:prstGeom>
          <a:solidFill>
            <a:srgbClr val="9365A9">
              <a:alpha val="64000"/>
            </a:srgbClr>
          </a:solidFill>
          <a:ln w="0">
            <a:noFill/>
          </a:ln>
        </p:spPr>
        <p:txBody>
          <a:bodyPr/>
          <a:lstStyle/>
          <a:p>
            <a:endParaRPr lang="en-US" sz="4545"/>
          </a:p>
        </p:txBody>
      </p:sp>
      <p:sp>
        <p:nvSpPr>
          <p:cNvPr id="685" name="c/pca-HF_Lung-009">
            <a:extLst>
              <a:ext uri="{FF2B5EF4-FFF2-40B4-BE49-F238E27FC236}">
                <a16:creationId xmlns:a16="http://schemas.microsoft.com/office/drawing/2014/main" id="{8FEDEF89-1622-4A6C-B852-A2BF3FB799EF}"/>
              </a:ext>
            </a:extLst>
          </p:cNvPr>
          <p:cNvSpPr>
            <a:spLocks noGrp="1"/>
          </p:cNvSpPr>
          <p:nvPr/>
        </p:nvSpPr>
        <p:spPr>
          <a:xfrm>
            <a:off x="15877604" y="4132496"/>
            <a:ext cx="41960" cy="41960"/>
          </a:xfrm>
          <a:prstGeom prst="rect">
            <a:avLst/>
          </a:prstGeom>
          <a:solidFill>
            <a:srgbClr val="9365A9">
              <a:alpha val="64000"/>
            </a:srgbClr>
          </a:solidFill>
          <a:ln w="0">
            <a:noFill/>
          </a:ln>
        </p:spPr>
        <p:txBody>
          <a:bodyPr/>
          <a:lstStyle/>
          <a:p>
            <a:endParaRPr lang="en-US" sz="4545"/>
          </a:p>
        </p:txBody>
      </p:sp>
      <p:sp>
        <p:nvSpPr>
          <p:cNvPr id="686" name="c/pca-HF_Lung-010">
            <a:extLst>
              <a:ext uri="{FF2B5EF4-FFF2-40B4-BE49-F238E27FC236}">
                <a16:creationId xmlns:a16="http://schemas.microsoft.com/office/drawing/2014/main" id="{193C69A6-7745-4949-ABE5-16DFCA30C5C8}"/>
              </a:ext>
            </a:extLst>
          </p:cNvPr>
          <p:cNvSpPr>
            <a:spLocks noGrp="1"/>
          </p:cNvSpPr>
          <p:nvPr/>
        </p:nvSpPr>
        <p:spPr>
          <a:xfrm>
            <a:off x="15783272" y="4142599"/>
            <a:ext cx="41960" cy="41960"/>
          </a:xfrm>
          <a:prstGeom prst="rect">
            <a:avLst/>
          </a:prstGeom>
          <a:solidFill>
            <a:srgbClr val="9365A9">
              <a:alpha val="64000"/>
            </a:srgbClr>
          </a:solidFill>
          <a:ln w="0">
            <a:noFill/>
          </a:ln>
        </p:spPr>
        <p:txBody>
          <a:bodyPr/>
          <a:lstStyle/>
          <a:p>
            <a:endParaRPr lang="en-US" sz="4545"/>
          </a:p>
        </p:txBody>
      </p:sp>
      <p:sp>
        <p:nvSpPr>
          <p:cNvPr id="687" name="c/pca-HF_Lung-011">
            <a:extLst>
              <a:ext uri="{FF2B5EF4-FFF2-40B4-BE49-F238E27FC236}">
                <a16:creationId xmlns:a16="http://schemas.microsoft.com/office/drawing/2014/main" id="{D37D0BCB-9EF5-4C78-8A7B-DF41330E0C17}"/>
              </a:ext>
            </a:extLst>
          </p:cNvPr>
          <p:cNvSpPr>
            <a:spLocks noGrp="1"/>
          </p:cNvSpPr>
          <p:nvPr/>
        </p:nvSpPr>
        <p:spPr>
          <a:xfrm>
            <a:off x="16001180" y="4076345"/>
            <a:ext cx="41960" cy="41960"/>
          </a:xfrm>
          <a:prstGeom prst="rect">
            <a:avLst/>
          </a:prstGeom>
          <a:solidFill>
            <a:srgbClr val="9365A9">
              <a:alpha val="64000"/>
            </a:srgbClr>
          </a:solidFill>
          <a:ln w="0">
            <a:noFill/>
          </a:ln>
        </p:spPr>
        <p:txBody>
          <a:bodyPr/>
          <a:lstStyle/>
          <a:p>
            <a:endParaRPr lang="en-US" sz="4545"/>
          </a:p>
        </p:txBody>
      </p:sp>
      <p:sp>
        <p:nvSpPr>
          <p:cNvPr id="688" name="c/pca-HF_Lung-012">
            <a:extLst>
              <a:ext uri="{FF2B5EF4-FFF2-40B4-BE49-F238E27FC236}">
                <a16:creationId xmlns:a16="http://schemas.microsoft.com/office/drawing/2014/main" id="{7E0FBFFF-189A-4BCF-977E-A376B038B7D0}"/>
              </a:ext>
            </a:extLst>
          </p:cNvPr>
          <p:cNvSpPr>
            <a:spLocks noGrp="1"/>
          </p:cNvSpPr>
          <p:nvPr/>
        </p:nvSpPr>
        <p:spPr>
          <a:xfrm>
            <a:off x="15823577" y="4167995"/>
            <a:ext cx="41960" cy="41960"/>
          </a:xfrm>
          <a:prstGeom prst="rect">
            <a:avLst/>
          </a:prstGeom>
          <a:solidFill>
            <a:srgbClr val="9365A9">
              <a:alpha val="64000"/>
            </a:srgbClr>
          </a:solidFill>
          <a:ln w="0">
            <a:noFill/>
          </a:ln>
        </p:spPr>
        <p:txBody>
          <a:bodyPr/>
          <a:lstStyle/>
          <a:p>
            <a:endParaRPr lang="en-US" sz="4545"/>
          </a:p>
        </p:txBody>
      </p:sp>
      <p:sp>
        <p:nvSpPr>
          <p:cNvPr id="689" name="c/pca-HF_Lung-013">
            <a:extLst>
              <a:ext uri="{FF2B5EF4-FFF2-40B4-BE49-F238E27FC236}">
                <a16:creationId xmlns:a16="http://schemas.microsoft.com/office/drawing/2014/main" id="{364E1D8C-E296-409D-8B84-2CFAC6CEBF51}"/>
              </a:ext>
            </a:extLst>
          </p:cNvPr>
          <p:cNvSpPr>
            <a:spLocks noGrp="1"/>
          </p:cNvSpPr>
          <p:nvPr/>
        </p:nvSpPr>
        <p:spPr>
          <a:xfrm>
            <a:off x="15861989" y="4005880"/>
            <a:ext cx="41960" cy="41960"/>
          </a:xfrm>
          <a:prstGeom prst="rect">
            <a:avLst/>
          </a:prstGeom>
          <a:solidFill>
            <a:srgbClr val="9365A9">
              <a:alpha val="64000"/>
            </a:srgbClr>
          </a:solidFill>
          <a:ln w="0">
            <a:noFill/>
          </a:ln>
        </p:spPr>
        <p:txBody>
          <a:bodyPr/>
          <a:lstStyle/>
          <a:p>
            <a:endParaRPr lang="en-US" sz="4545"/>
          </a:p>
        </p:txBody>
      </p:sp>
      <p:sp>
        <p:nvSpPr>
          <p:cNvPr id="690" name="c/pca-HF_Lung-014">
            <a:extLst>
              <a:ext uri="{FF2B5EF4-FFF2-40B4-BE49-F238E27FC236}">
                <a16:creationId xmlns:a16="http://schemas.microsoft.com/office/drawing/2014/main" id="{D8CF2861-18CF-445E-86B9-A7FED66A536A}"/>
              </a:ext>
            </a:extLst>
          </p:cNvPr>
          <p:cNvSpPr>
            <a:spLocks noGrp="1"/>
          </p:cNvSpPr>
          <p:nvPr/>
        </p:nvSpPr>
        <p:spPr>
          <a:xfrm>
            <a:off x="15922498" y="4329855"/>
            <a:ext cx="41960" cy="41960"/>
          </a:xfrm>
          <a:prstGeom prst="rect">
            <a:avLst/>
          </a:prstGeom>
          <a:solidFill>
            <a:srgbClr val="9365A9">
              <a:alpha val="64000"/>
            </a:srgbClr>
          </a:solidFill>
          <a:ln w="0">
            <a:noFill/>
          </a:ln>
        </p:spPr>
        <p:txBody>
          <a:bodyPr/>
          <a:lstStyle/>
          <a:p>
            <a:endParaRPr lang="en-US" sz="4545"/>
          </a:p>
        </p:txBody>
      </p:sp>
      <p:sp>
        <p:nvSpPr>
          <p:cNvPr id="691" name="c/pca-HF_Lung-015">
            <a:extLst>
              <a:ext uri="{FF2B5EF4-FFF2-40B4-BE49-F238E27FC236}">
                <a16:creationId xmlns:a16="http://schemas.microsoft.com/office/drawing/2014/main" id="{8D12CADB-C918-4B4A-98D0-81B835B070AB}"/>
              </a:ext>
            </a:extLst>
          </p:cNvPr>
          <p:cNvSpPr>
            <a:spLocks noGrp="1"/>
          </p:cNvSpPr>
          <p:nvPr/>
        </p:nvSpPr>
        <p:spPr>
          <a:xfrm>
            <a:off x="15880462" y="3965508"/>
            <a:ext cx="41960" cy="41960"/>
          </a:xfrm>
          <a:prstGeom prst="rect">
            <a:avLst/>
          </a:prstGeom>
          <a:solidFill>
            <a:srgbClr val="9365A9">
              <a:alpha val="64000"/>
            </a:srgbClr>
          </a:solidFill>
          <a:ln w="0">
            <a:noFill/>
          </a:ln>
        </p:spPr>
        <p:txBody>
          <a:bodyPr/>
          <a:lstStyle/>
          <a:p>
            <a:endParaRPr lang="en-US" sz="4545"/>
          </a:p>
        </p:txBody>
      </p:sp>
      <p:sp>
        <p:nvSpPr>
          <p:cNvPr id="692" name="c/pca-HF_Lung-016">
            <a:extLst>
              <a:ext uri="{FF2B5EF4-FFF2-40B4-BE49-F238E27FC236}">
                <a16:creationId xmlns:a16="http://schemas.microsoft.com/office/drawing/2014/main" id="{64FE0074-F65E-4220-AC06-251F5E23F316}"/>
              </a:ext>
            </a:extLst>
          </p:cNvPr>
          <p:cNvSpPr>
            <a:spLocks noGrp="1"/>
          </p:cNvSpPr>
          <p:nvPr/>
        </p:nvSpPr>
        <p:spPr>
          <a:xfrm>
            <a:off x="15685850" y="4268515"/>
            <a:ext cx="41960" cy="41960"/>
          </a:xfrm>
          <a:prstGeom prst="rect">
            <a:avLst/>
          </a:prstGeom>
          <a:solidFill>
            <a:srgbClr val="9365A9">
              <a:alpha val="64000"/>
            </a:srgbClr>
          </a:solidFill>
          <a:ln w="0">
            <a:noFill/>
          </a:ln>
        </p:spPr>
        <p:txBody>
          <a:bodyPr/>
          <a:lstStyle/>
          <a:p>
            <a:endParaRPr lang="en-US" sz="4545"/>
          </a:p>
        </p:txBody>
      </p:sp>
      <p:sp>
        <p:nvSpPr>
          <p:cNvPr id="693" name="c/pca-HF_Lung-017">
            <a:extLst>
              <a:ext uri="{FF2B5EF4-FFF2-40B4-BE49-F238E27FC236}">
                <a16:creationId xmlns:a16="http://schemas.microsoft.com/office/drawing/2014/main" id="{CBE1B0B6-CF68-4BC4-977F-3296FA1BA047}"/>
              </a:ext>
            </a:extLst>
          </p:cNvPr>
          <p:cNvSpPr>
            <a:spLocks noGrp="1"/>
          </p:cNvSpPr>
          <p:nvPr/>
        </p:nvSpPr>
        <p:spPr>
          <a:xfrm>
            <a:off x="15759828" y="3889950"/>
            <a:ext cx="41960" cy="41960"/>
          </a:xfrm>
          <a:prstGeom prst="rect">
            <a:avLst/>
          </a:prstGeom>
          <a:solidFill>
            <a:srgbClr val="9365A9">
              <a:alpha val="64000"/>
            </a:srgbClr>
          </a:solidFill>
          <a:ln w="0">
            <a:noFill/>
          </a:ln>
        </p:spPr>
        <p:txBody>
          <a:bodyPr/>
          <a:lstStyle/>
          <a:p>
            <a:endParaRPr lang="en-US" sz="4545"/>
          </a:p>
        </p:txBody>
      </p:sp>
      <p:sp>
        <p:nvSpPr>
          <p:cNvPr id="694" name="c/pca-HF_Lung-018">
            <a:extLst>
              <a:ext uri="{FF2B5EF4-FFF2-40B4-BE49-F238E27FC236}">
                <a16:creationId xmlns:a16="http://schemas.microsoft.com/office/drawing/2014/main" id="{B29713DA-2DB0-4EEE-8938-55E0E9C53232}"/>
              </a:ext>
            </a:extLst>
          </p:cNvPr>
          <p:cNvSpPr>
            <a:spLocks noGrp="1"/>
          </p:cNvSpPr>
          <p:nvPr/>
        </p:nvSpPr>
        <p:spPr>
          <a:xfrm>
            <a:off x="15848842" y="4281943"/>
            <a:ext cx="41960" cy="41960"/>
          </a:xfrm>
          <a:prstGeom prst="rect">
            <a:avLst/>
          </a:prstGeom>
          <a:solidFill>
            <a:srgbClr val="9365A9">
              <a:alpha val="64000"/>
            </a:srgbClr>
          </a:solidFill>
          <a:ln w="0">
            <a:noFill/>
          </a:ln>
        </p:spPr>
        <p:txBody>
          <a:bodyPr/>
          <a:lstStyle/>
          <a:p>
            <a:endParaRPr lang="en-US" sz="4545"/>
          </a:p>
        </p:txBody>
      </p:sp>
      <p:sp>
        <p:nvSpPr>
          <p:cNvPr id="695" name="c/pca-HF_Lung-019">
            <a:extLst>
              <a:ext uri="{FF2B5EF4-FFF2-40B4-BE49-F238E27FC236}">
                <a16:creationId xmlns:a16="http://schemas.microsoft.com/office/drawing/2014/main" id="{B4E92ED0-B7C1-41F2-918E-3793D628C2D6}"/>
              </a:ext>
            </a:extLst>
          </p:cNvPr>
          <p:cNvSpPr>
            <a:spLocks noGrp="1"/>
          </p:cNvSpPr>
          <p:nvPr/>
        </p:nvSpPr>
        <p:spPr>
          <a:xfrm>
            <a:off x="15852672" y="4312188"/>
            <a:ext cx="41960" cy="41960"/>
          </a:xfrm>
          <a:prstGeom prst="rect">
            <a:avLst/>
          </a:prstGeom>
          <a:solidFill>
            <a:srgbClr val="9365A9">
              <a:alpha val="64000"/>
            </a:srgbClr>
          </a:solidFill>
          <a:ln w="0">
            <a:noFill/>
          </a:ln>
        </p:spPr>
        <p:txBody>
          <a:bodyPr/>
          <a:lstStyle/>
          <a:p>
            <a:endParaRPr lang="en-US" sz="4545"/>
          </a:p>
        </p:txBody>
      </p:sp>
      <p:sp>
        <p:nvSpPr>
          <p:cNvPr id="696" name="c/pca-HF_Lung-020">
            <a:extLst>
              <a:ext uri="{FF2B5EF4-FFF2-40B4-BE49-F238E27FC236}">
                <a16:creationId xmlns:a16="http://schemas.microsoft.com/office/drawing/2014/main" id="{3A397B8F-FCCA-40ED-AF53-A481FED1516A}"/>
              </a:ext>
            </a:extLst>
          </p:cNvPr>
          <p:cNvSpPr>
            <a:spLocks noGrp="1"/>
          </p:cNvSpPr>
          <p:nvPr/>
        </p:nvSpPr>
        <p:spPr>
          <a:xfrm>
            <a:off x="15740981" y="4245725"/>
            <a:ext cx="41960" cy="41960"/>
          </a:xfrm>
          <a:prstGeom prst="rect">
            <a:avLst/>
          </a:prstGeom>
          <a:solidFill>
            <a:srgbClr val="9365A9">
              <a:alpha val="64000"/>
            </a:srgbClr>
          </a:solidFill>
          <a:ln w="0">
            <a:noFill/>
          </a:ln>
        </p:spPr>
        <p:txBody>
          <a:bodyPr/>
          <a:lstStyle/>
          <a:p>
            <a:endParaRPr lang="en-US" sz="4545"/>
          </a:p>
        </p:txBody>
      </p:sp>
      <p:sp>
        <p:nvSpPr>
          <p:cNvPr id="697" name="c/pca-HF_Lung-021">
            <a:extLst>
              <a:ext uri="{FF2B5EF4-FFF2-40B4-BE49-F238E27FC236}">
                <a16:creationId xmlns:a16="http://schemas.microsoft.com/office/drawing/2014/main" id="{9B4F72DB-9C37-40A0-B33D-4ACA322437F6}"/>
              </a:ext>
            </a:extLst>
          </p:cNvPr>
          <p:cNvSpPr>
            <a:spLocks noGrp="1"/>
          </p:cNvSpPr>
          <p:nvPr/>
        </p:nvSpPr>
        <p:spPr>
          <a:xfrm>
            <a:off x="15914499" y="4252282"/>
            <a:ext cx="41960" cy="41960"/>
          </a:xfrm>
          <a:prstGeom prst="rect">
            <a:avLst/>
          </a:prstGeom>
          <a:solidFill>
            <a:srgbClr val="9365A9">
              <a:alpha val="64000"/>
            </a:srgbClr>
          </a:solidFill>
          <a:ln w="0">
            <a:noFill/>
          </a:ln>
        </p:spPr>
        <p:txBody>
          <a:bodyPr/>
          <a:lstStyle/>
          <a:p>
            <a:endParaRPr lang="en-US" sz="4545"/>
          </a:p>
        </p:txBody>
      </p:sp>
      <p:sp>
        <p:nvSpPr>
          <p:cNvPr id="698" name="c/pca-HF_Lung-022">
            <a:extLst>
              <a:ext uri="{FF2B5EF4-FFF2-40B4-BE49-F238E27FC236}">
                <a16:creationId xmlns:a16="http://schemas.microsoft.com/office/drawing/2014/main" id="{E7474187-8708-45CC-AA0F-ECAC65317F48}"/>
              </a:ext>
            </a:extLst>
          </p:cNvPr>
          <p:cNvSpPr>
            <a:spLocks noGrp="1"/>
          </p:cNvSpPr>
          <p:nvPr/>
        </p:nvSpPr>
        <p:spPr>
          <a:xfrm>
            <a:off x="15940262" y="4183698"/>
            <a:ext cx="41960" cy="41960"/>
          </a:xfrm>
          <a:prstGeom prst="rect">
            <a:avLst/>
          </a:prstGeom>
          <a:solidFill>
            <a:srgbClr val="9365A9">
              <a:alpha val="64000"/>
            </a:srgbClr>
          </a:solidFill>
          <a:ln w="0">
            <a:noFill/>
          </a:ln>
        </p:spPr>
        <p:txBody>
          <a:bodyPr/>
          <a:lstStyle/>
          <a:p>
            <a:endParaRPr lang="en-US" sz="4545"/>
          </a:p>
        </p:txBody>
      </p:sp>
      <p:sp>
        <p:nvSpPr>
          <p:cNvPr id="699" name="c/pca-HF_Lung-023">
            <a:extLst>
              <a:ext uri="{FF2B5EF4-FFF2-40B4-BE49-F238E27FC236}">
                <a16:creationId xmlns:a16="http://schemas.microsoft.com/office/drawing/2014/main" id="{C34CE6B2-A793-4333-849C-3F215481A265}"/>
              </a:ext>
            </a:extLst>
          </p:cNvPr>
          <p:cNvSpPr>
            <a:spLocks noGrp="1"/>
          </p:cNvSpPr>
          <p:nvPr/>
        </p:nvSpPr>
        <p:spPr>
          <a:xfrm>
            <a:off x="15938568" y="4325037"/>
            <a:ext cx="41960" cy="41960"/>
          </a:xfrm>
          <a:prstGeom prst="rect">
            <a:avLst/>
          </a:prstGeom>
          <a:solidFill>
            <a:srgbClr val="9365A9">
              <a:alpha val="64000"/>
            </a:srgbClr>
          </a:solidFill>
          <a:ln w="0">
            <a:noFill/>
          </a:ln>
        </p:spPr>
        <p:txBody>
          <a:bodyPr/>
          <a:lstStyle/>
          <a:p>
            <a:endParaRPr lang="en-US" sz="4545"/>
          </a:p>
        </p:txBody>
      </p:sp>
      <p:sp>
        <p:nvSpPr>
          <p:cNvPr id="700" name="c/pca-HF_Lung-024">
            <a:extLst>
              <a:ext uri="{FF2B5EF4-FFF2-40B4-BE49-F238E27FC236}">
                <a16:creationId xmlns:a16="http://schemas.microsoft.com/office/drawing/2014/main" id="{FF2FBE7B-4C76-442C-9492-820D905A1735}"/>
              </a:ext>
            </a:extLst>
          </p:cNvPr>
          <p:cNvSpPr>
            <a:spLocks noGrp="1"/>
          </p:cNvSpPr>
          <p:nvPr/>
        </p:nvSpPr>
        <p:spPr>
          <a:xfrm>
            <a:off x="15833482" y="4178999"/>
            <a:ext cx="41960" cy="41960"/>
          </a:xfrm>
          <a:prstGeom prst="rect">
            <a:avLst/>
          </a:prstGeom>
          <a:solidFill>
            <a:srgbClr val="9365A9">
              <a:alpha val="64000"/>
            </a:srgbClr>
          </a:solidFill>
          <a:ln w="0">
            <a:noFill/>
          </a:ln>
        </p:spPr>
        <p:txBody>
          <a:bodyPr/>
          <a:lstStyle/>
          <a:p>
            <a:endParaRPr lang="en-US" sz="4545"/>
          </a:p>
        </p:txBody>
      </p:sp>
      <p:sp>
        <p:nvSpPr>
          <p:cNvPr id="701" name="c/pca-HF_Lung-025">
            <a:extLst>
              <a:ext uri="{FF2B5EF4-FFF2-40B4-BE49-F238E27FC236}">
                <a16:creationId xmlns:a16="http://schemas.microsoft.com/office/drawing/2014/main" id="{3B3A261A-18B0-4A89-AFC5-E5FEA0198F61}"/>
              </a:ext>
            </a:extLst>
          </p:cNvPr>
          <p:cNvSpPr>
            <a:spLocks noGrp="1"/>
          </p:cNvSpPr>
          <p:nvPr/>
        </p:nvSpPr>
        <p:spPr>
          <a:xfrm>
            <a:off x="15907487" y="4148464"/>
            <a:ext cx="41960" cy="41960"/>
          </a:xfrm>
          <a:prstGeom prst="rect">
            <a:avLst/>
          </a:prstGeom>
          <a:solidFill>
            <a:srgbClr val="9365A9">
              <a:alpha val="64000"/>
            </a:srgbClr>
          </a:solidFill>
          <a:ln w="0">
            <a:noFill/>
          </a:ln>
        </p:spPr>
        <p:txBody>
          <a:bodyPr/>
          <a:lstStyle/>
          <a:p>
            <a:endParaRPr lang="en-US" sz="4545"/>
          </a:p>
        </p:txBody>
      </p:sp>
      <p:sp>
        <p:nvSpPr>
          <p:cNvPr id="702" name="c/pca-HF_Lung-026">
            <a:extLst>
              <a:ext uri="{FF2B5EF4-FFF2-40B4-BE49-F238E27FC236}">
                <a16:creationId xmlns:a16="http://schemas.microsoft.com/office/drawing/2014/main" id="{17A25624-24F7-4760-B8EB-7F5057625BEC}"/>
              </a:ext>
            </a:extLst>
          </p:cNvPr>
          <p:cNvSpPr>
            <a:spLocks noGrp="1"/>
          </p:cNvSpPr>
          <p:nvPr/>
        </p:nvSpPr>
        <p:spPr>
          <a:xfrm>
            <a:off x="16017577" y="4028183"/>
            <a:ext cx="41960" cy="41960"/>
          </a:xfrm>
          <a:prstGeom prst="rect">
            <a:avLst/>
          </a:prstGeom>
          <a:solidFill>
            <a:srgbClr val="9365A9">
              <a:alpha val="64000"/>
            </a:srgbClr>
          </a:solidFill>
          <a:ln w="0">
            <a:noFill/>
          </a:ln>
        </p:spPr>
        <p:txBody>
          <a:bodyPr/>
          <a:lstStyle/>
          <a:p>
            <a:endParaRPr lang="en-US" sz="4545"/>
          </a:p>
        </p:txBody>
      </p:sp>
      <p:sp>
        <p:nvSpPr>
          <p:cNvPr id="703" name="c/pca-HF_Lung-027">
            <a:extLst>
              <a:ext uri="{FF2B5EF4-FFF2-40B4-BE49-F238E27FC236}">
                <a16:creationId xmlns:a16="http://schemas.microsoft.com/office/drawing/2014/main" id="{E04F7AD1-F535-41CC-BF61-69A88AE15F60}"/>
              </a:ext>
            </a:extLst>
          </p:cNvPr>
          <p:cNvSpPr>
            <a:spLocks noGrp="1"/>
          </p:cNvSpPr>
          <p:nvPr/>
        </p:nvSpPr>
        <p:spPr>
          <a:xfrm>
            <a:off x="15832149" y="4236930"/>
            <a:ext cx="41960" cy="41960"/>
          </a:xfrm>
          <a:prstGeom prst="rect">
            <a:avLst/>
          </a:prstGeom>
          <a:solidFill>
            <a:srgbClr val="9365A9">
              <a:alpha val="64000"/>
            </a:srgbClr>
          </a:solidFill>
          <a:ln w="0">
            <a:noFill/>
          </a:ln>
        </p:spPr>
        <p:txBody>
          <a:bodyPr/>
          <a:lstStyle/>
          <a:p>
            <a:endParaRPr lang="en-US" sz="4545"/>
          </a:p>
        </p:txBody>
      </p:sp>
      <p:sp>
        <p:nvSpPr>
          <p:cNvPr id="704" name="c/pca-HF_Lung-028">
            <a:extLst>
              <a:ext uri="{FF2B5EF4-FFF2-40B4-BE49-F238E27FC236}">
                <a16:creationId xmlns:a16="http://schemas.microsoft.com/office/drawing/2014/main" id="{9B43E370-7F7F-41C6-85F1-3843B2A05329}"/>
              </a:ext>
            </a:extLst>
          </p:cNvPr>
          <p:cNvSpPr>
            <a:spLocks noGrp="1"/>
          </p:cNvSpPr>
          <p:nvPr/>
        </p:nvSpPr>
        <p:spPr>
          <a:xfrm>
            <a:off x="15760684" y="4162768"/>
            <a:ext cx="41960" cy="41960"/>
          </a:xfrm>
          <a:prstGeom prst="rect">
            <a:avLst/>
          </a:prstGeom>
          <a:solidFill>
            <a:srgbClr val="9365A9">
              <a:alpha val="64000"/>
            </a:srgbClr>
          </a:solidFill>
          <a:ln w="0">
            <a:noFill/>
          </a:ln>
        </p:spPr>
        <p:txBody>
          <a:bodyPr/>
          <a:lstStyle/>
          <a:p>
            <a:endParaRPr lang="en-US" sz="4545"/>
          </a:p>
        </p:txBody>
      </p:sp>
      <p:sp>
        <p:nvSpPr>
          <p:cNvPr id="705" name="c/pca-HF_Lung-029">
            <a:extLst>
              <a:ext uri="{FF2B5EF4-FFF2-40B4-BE49-F238E27FC236}">
                <a16:creationId xmlns:a16="http://schemas.microsoft.com/office/drawing/2014/main" id="{DC5A5D88-BE3A-4832-9851-DB7DBD72DA72}"/>
              </a:ext>
            </a:extLst>
          </p:cNvPr>
          <p:cNvSpPr>
            <a:spLocks noGrp="1"/>
          </p:cNvSpPr>
          <p:nvPr/>
        </p:nvSpPr>
        <p:spPr>
          <a:xfrm>
            <a:off x="15883884" y="4119679"/>
            <a:ext cx="41960" cy="41960"/>
          </a:xfrm>
          <a:prstGeom prst="rect">
            <a:avLst/>
          </a:prstGeom>
          <a:solidFill>
            <a:srgbClr val="9365A9">
              <a:alpha val="64000"/>
            </a:srgbClr>
          </a:solidFill>
          <a:ln w="0">
            <a:noFill/>
          </a:ln>
        </p:spPr>
        <p:txBody>
          <a:bodyPr/>
          <a:lstStyle/>
          <a:p>
            <a:endParaRPr lang="en-US" sz="4545"/>
          </a:p>
        </p:txBody>
      </p:sp>
      <p:sp>
        <p:nvSpPr>
          <p:cNvPr id="706" name="c/pca-HF_Lung-030">
            <a:extLst>
              <a:ext uri="{FF2B5EF4-FFF2-40B4-BE49-F238E27FC236}">
                <a16:creationId xmlns:a16="http://schemas.microsoft.com/office/drawing/2014/main" id="{04241631-E457-454A-B0B0-A2B3FC703696}"/>
              </a:ext>
            </a:extLst>
          </p:cNvPr>
          <p:cNvSpPr>
            <a:spLocks noGrp="1"/>
          </p:cNvSpPr>
          <p:nvPr/>
        </p:nvSpPr>
        <p:spPr>
          <a:xfrm>
            <a:off x="15869069" y="4097941"/>
            <a:ext cx="41960" cy="41960"/>
          </a:xfrm>
          <a:prstGeom prst="rect">
            <a:avLst/>
          </a:prstGeom>
          <a:solidFill>
            <a:srgbClr val="9365A9">
              <a:alpha val="64000"/>
            </a:srgbClr>
          </a:solidFill>
          <a:ln w="0">
            <a:noFill/>
          </a:ln>
        </p:spPr>
        <p:txBody>
          <a:bodyPr/>
          <a:lstStyle/>
          <a:p>
            <a:endParaRPr lang="en-US" sz="4545"/>
          </a:p>
        </p:txBody>
      </p:sp>
      <p:sp>
        <p:nvSpPr>
          <p:cNvPr id="707" name="c/pca-HF_Lung-031">
            <a:extLst>
              <a:ext uri="{FF2B5EF4-FFF2-40B4-BE49-F238E27FC236}">
                <a16:creationId xmlns:a16="http://schemas.microsoft.com/office/drawing/2014/main" id="{BFF0B8EF-CF3C-4BA4-BDBF-A9F9EAA7D2F6}"/>
              </a:ext>
            </a:extLst>
          </p:cNvPr>
          <p:cNvSpPr>
            <a:spLocks noGrp="1"/>
          </p:cNvSpPr>
          <p:nvPr/>
        </p:nvSpPr>
        <p:spPr>
          <a:xfrm>
            <a:off x="15783005" y="4225164"/>
            <a:ext cx="41960" cy="41960"/>
          </a:xfrm>
          <a:prstGeom prst="rect">
            <a:avLst/>
          </a:prstGeom>
          <a:solidFill>
            <a:srgbClr val="9365A9">
              <a:alpha val="64000"/>
            </a:srgbClr>
          </a:solidFill>
          <a:ln w="0">
            <a:noFill/>
          </a:ln>
        </p:spPr>
        <p:txBody>
          <a:bodyPr/>
          <a:lstStyle/>
          <a:p>
            <a:endParaRPr lang="en-US" sz="4545"/>
          </a:p>
        </p:txBody>
      </p:sp>
      <p:sp>
        <p:nvSpPr>
          <p:cNvPr id="708" name="c/pca-HF_Lung-032">
            <a:extLst>
              <a:ext uri="{FF2B5EF4-FFF2-40B4-BE49-F238E27FC236}">
                <a16:creationId xmlns:a16="http://schemas.microsoft.com/office/drawing/2014/main" id="{EF3F5501-C960-4090-8401-14A6981D93DE}"/>
              </a:ext>
            </a:extLst>
          </p:cNvPr>
          <p:cNvSpPr>
            <a:spLocks noGrp="1"/>
          </p:cNvSpPr>
          <p:nvPr/>
        </p:nvSpPr>
        <p:spPr>
          <a:xfrm>
            <a:off x="16027276" y="4003160"/>
            <a:ext cx="41960" cy="41960"/>
          </a:xfrm>
          <a:prstGeom prst="rect">
            <a:avLst/>
          </a:prstGeom>
          <a:solidFill>
            <a:srgbClr val="9365A9">
              <a:alpha val="64000"/>
            </a:srgbClr>
          </a:solidFill>
          <a:ln w="0">
            <a:noFill/>
          </a:ln>
        </p:spPr>
        <p:txBody>
          <a:bodyPr/>
          <a:lstStyle/>
          <a:p>
            <a:endParaRPr lang="en-US" sz="4545"/>
          </a:p>
        </p:txBody>
      </p:sp>
      <p:sp>
        <p:nvSpPr>
          <p:cNvPr id="709" name="c/pca-HF_Lung-033">
            <a:extLst>
              <a:ext uri="{FF2B5EF4-FFF2-40B4-BE49-F238E27FC236}">
                <a16:creationId xmlns:a16="http://schemas.microsoft.com/office/drawing/2014/main" id="{1EE180F1-6D26-416D-AEFE-CCC0C2522EE6}"/>
              </a:ext>
            </a:extLst>
          </p:cNvPr>
          <p:cNvSpPr>
            <a:spLocks noGrp="1"/>
          </p:cNvSpPr>
          <p:nvPr/>
        </p:nvSpPr>
        <p:spPr>
          <a:xfrm>
            <a:off x="15841850" y="4282923"/>
            <a:ext cx="41960" cy="41960"/>
          </a:xfrm>
          <a:prstGeom prst="rect">
            <a:avLst/>
          </a:prstGeom>
          <a:solidFill>
            <a:srgbClr val="9365A9">
              <a:alpha val="64000"/>
            </a:srgbClr>
          </a:solidFill>
          <a:ln w="0">
            <a:noFill/>
          </a:ln>
        </p:spPr>
        <p:txBody>
          <a:bodyPr/>
          <a:lstStyle/>
          <a:p>
            <a:endParaRPr lang="en-US" sz="4545"/>
          </a:p>
        </p:txBody>
      </p:sp>
      <p:sp>
        <p:nvSpPr>
          <p:cNvPr id="710" name="c/pca-HF_Lung-034">
            <a:extLst>
              <a:ext uri="{FF2B5EF4-FFF2-40B4-BE49-F238E27FC236}">
                <a16:creationId xmlns:a16="http://schemas.microsoft.com/office/drawing/2014/main" id="{5E06E1E3-AEFF-4B5D-8CCE-5A43ECB379D2}"/>
              </a:ext>
            </a:extLst>
          </p:cNvPr>
          <p:cNvSpPr>
            <a:spLocks noGrp="1"/>
          </p:cNvSpPr>
          <p:nvPr/>
        </p:nvSpPr>
        <p:spPr>
          <a:xfrm>
            <a:off x="15755422" y="4307640"/>
            <a:ext cx="41960" cy="41960"/>
          </a:xfrm>
          <a:prstGeom prst="rect">
            <a:avLst/>
          </a:prstGeom>
          <a:solidFill>
            <a:srgbClr val="9365A9">
              <a:alpha val="64000"/>
            </a:srgbClr>
          </a:solidFill>
          <a:ln w="0">
            <a:noFill/>
          </a:ln>
        </p:spPr>
        <p:txBody>
          <a:bodyPr/>
          <a:lstStyle/>
          <a:p>
            <a:endParaRPr lang="en-US" sz="4545"/>
          </a:p>
        </p:txBody>
      </p:sp>
      <p:sp>
        <p:nvSpPr>
          <p:cNvPr id="711" name="c/pca-HF_Lung-035">
            <a:extLst>
              <a:ext uri="{FF2B5EF4-FFF2-40B4-BE49-F238E27FC236}">
                <a16:creationId xmlns:a16="http://schemas.microsoft.com/office/drawing/2014/main" id="{F4E474D4-B966-4087-A4D6-B9987D93BABE}"/>
              </a:ext>
            </a:extLst>
          </p:cNvPr>
          <p:cNvSpPr>
            <a:spLocks noGrp="1"/>
          </p:cNvSpPr>
          <p:nvPr/>
        </p:nvSpPr>
        <p:spPr>
          <a:xfrm>
            <a:off x="15856957" y="4105552"/>
            <a:ext cx="41960" cy="41960"/>
          </a:xfrm>
          <a:prstGeom prst="rect">
            <a:avLst/>
          </a:prstGeom>
          <a:solidFill>
            <a:srgbClr val="9365A9">
              <a:alpha val="64000"/>
            </a:srgbClr>
          </a:solidFill>
          <a:ln w="0">
            <a:noFill/>
          </a:ln>
        </p:spPr>
        <p:txBody>
          <a:bodyPr/>
          <a:lstStyle/>
          <a:p>
            <a:endParaRPr lang="en-US" sz="4545"/>
          </a:p>
        </p:txBody>
      </p:sp>
      <p:sp>
        <p:nvSpPr>
          <p:cNvPr id="712" name="c/pca-HF_Lung-036">
            <a:extLst>
              <a:ext uri="{FF2B5EF4-FFF2-40B4-BE49-F238E27FC236}">
                <a16:creationId xmlns:a16="http://schemas.microsoft.com/office/drawing/2014/main" id="{AAD25373-3B81-4232-B46F-65F5F0B043CB}"/>
              </a:ext>
            </a:extLst>
          </p:cNvPr>
          <p:cNvSpPr>
            <a:spLocks noGrp="1"/>
          </p:cNvSpPr>
          <p:nvPr/>
        </p:nvSpPr>
        <p:spPr>
          <a:xfrm>
            <a:off x="15644024" y="4237685"/>
            <a:ext cx="41960" cy="41960"/>
          </a:xfrm>
          <a:prstGeom prst="rect">
            <a:avLst/>
          </a:prstGeom>
          <a:solidFill>
            <a:srgbClr val="9365A9">
              <a:alpha val="64000"/>
            </a:srgbClr>
          </a:solidFill>
          <a:ln w="0">
            <a:noFill/>
          </a:ln>
        </p:spPr>
        <p:txBody>
          <a:bodyPr/>
          <a:lstStyle/>
          <a:p>
            <a:endParaRPr lang="en-US" sz="4545"/>
          </a:p>
        </p:txBody>
      </p:sp>
      <p:sp>
        <p:nvSpPr>
          <p:cNvPr id="713" name="c/pca-HF_Lung-037">
            <a:extLst>
              <a:ext uri="{FF2B5EF4-FFF2-40B4-BE49-F238E27FC236}">
                <a16:creationId xmlns:a16="http://schemas.microsoft.com/office/drawing/2014/main" id="{EAB0BE89-8B9B-4D4D-99A4-6F95568123D6}"/>
              </a:ext>
            </a:extLst>
          </p:cNvPr>
          <p:cNvSpPr>
            <a:spLocks noGrp="1"/>
          </p:cNvSpPr>
          <p:nvPr/>
        </p:nvSpPr>
        <p:spPr>
          <a:xfrm>
            <a:off x="16006652" y="4407340"/>
            <a:ext cx="41960" cy="41960"/>
          </a:xfrm>
          <a:prstGeom prst="rect">
            <a:avLst/>
          </a:prstGeom>
          <a:solidFill>
            <a:srgbClr val="9365A9">
              <a:alpha val="64000"/>
            </a:srgbClr>
          </a:solidFill>
          <a:ln w="0">
            <a:noFill/>
          </a:ln>
        </p:spPr>
        <p:txBody>
          <a:bodyPr/>
          <a:lstStyle/>
          <a:p>
            <a:endParaRPr lang="en-US" sz="4545"/>
          </a:p>
        </p:txBody>
      </p:sp>
      <p:sp>
        <p:nvSpPr>
          <p:cNvPr id="714" name="c/pca-HF_Lung-038">
            <a:extLst>
              <a:ext uri="{FF2B5EF4-FFF2-40B4-BE49-F238E27FC236}">
                <a16:creationId xmlns:a16="http://schemas.microsoft.com/office/drawing/2014/main" id="{AABF2B3A-511F-4F47-B7DA-00E8A1BDF010}"/>
              </a:ext>
            </a:extLst>
          </p:cNvPr>
          <p:cNvSpPr>
            <a:spLocks noGrp="1"/>
          </p:cNvSpPr>
          <p:nvPr/>
        </p:nvSpPr>
        <p:spPr>
          <a:xfrm>
            <a:off x="15949587" y="4386107"/>
            <a:ext cx="41960" cy="41960"/>
          </a:xfrm>
          <a:prstGeom prst="rect">
            <a:avLst/>
          </a:prstGeom>
          <a:solidFill>
            <a:srgbClr val="9365A9">
              <a:alpha val="64000"/>
            </a:srgbClr>
          </a:solidFill>
          <a:ln w="0">
            <a:noFill/>
          </a:ln>
        </p:spPr>
        <p:txBody>
          <a:bodyPr/>
          <a:lstStyle/>
          <a:p>
            <a:endParaRPr lang="en-US" sz="4545"/>
          </a:p>
        </p:txBody>
      </p:sp>
      <p:sp>
        <p:nvSpPr>
          <p:cNvPr id="715" name="b/panel-b">
            <a:extLst>
              <a:ext uri="{FF2B5EF4-FFF2-40B4-BE49-F238E27FC236}">
                <a16:creationId xmlns:a16="http://schemas.microsoft.com/office/drawing/2014/main" id="{9A40DFA6-49DB-4F47-B51F-4C92EA3C35F5}"/>
              </a:ext>
            </a:extLst>
          </p:cNvPr>
          <p:cNvSpPr>
            <a:spLocks noGrp="1"/>
          </p:cNvSpPr>
          <p:nvPr/>
        </p:nvSpPr>
        <p:spPr>
          <a:xfrm>
            <a:off x="913903" y="2693670"/>
            <a:ext cx="513080" cy="320675"/>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2146" b="1">
                <a:solidFill>
                  <a:srgbClr val="263D50"/>
                </a:solidFill>
                <a:latin typeface="Arial"/>
                <a:ea typeface="Arial"/>
                <a:cs typeface="Arial"/>
              </a:rPr>
              <a:t>(b)</a:t>
            </a:r>
          </a:p>
        </p:txBody>
      </p:sp>
      <p:sp>
        <p:nvSpPr>
          <p:cNvPr id="716" name="b/legend-box-ICBHI">
            <a:extLst>
              <a:ext uri="{FF2B5EF4-FFF2-40B4-BE49-F238E27FC236}">
                <a16:creationId xmlns:a16="http://schemas.microsoft.com/office/drawing/2014/main" id="{823C0DB0-EC4A-44FA-9B79-815B7F51D2A1}"/>
              </a:ext>
            </a:extLst>
          </p:cNvPr>
          <p:cNvSpPr>
            <a:spLocks noGrp="1"/>
          </p:cNvSpPr>
          <p:nvPr/>
        </p:nvSpPr>
        <p:spPr>
          <a:xfrm>
            <a:off x="7936686" y="2796286"/>
            <a:ext cx="160338" cy="109030"/>
          </a:xfrm>
          <a:prstGeom prst="rect">
            <a:avLst/>
          </a:prstGeom>
          <a:solidFill>
            <a:srgbClr val="3B739E"/>
          </a:solidFill>
          <a:ln w="0">
            <a:noFill/>
          </a:ln>
        </p:spPr>
        <p:txBody>
          <a:bodyPr/>
          <a:lstStyle/>
          <a:p>
            <a:endParaRPr lang="en-US" sz="4545"/>
          </a:p>
        </p:txBody>
      </p:sp>
      <p:sp>
        <p:nvSpPr>
          <p:cNvPr id="717" name="b/legend-text-ICBHI">
            <a:extLst>
              <a:ext uri="{FF2B5EF4-FFF2-40B4-BE49-F238E27FC236}">
                <a16:creationId xmlns:a16="http://schemas.microsoft.com/office/drawing/2014/main" id="{46914588-4BC2-4F48-A5E5-E7091F978983}"/>
              </a:ext>
            </a:extLst>
          </p:cNvPr>
          <p:cNvSpPr>
            <a:spLocks noGrp="1"/>
          </p:cNvSpPr>
          <p:nvPr/>
        </p:nvSpPr>
        <p:spPr>
          <a:xfrm>
            <a:off x="8193226" y="2709704"/>
            <a:ext cx="1410970" cy="272574"/>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1768">
                <a:solidFill>
                  <a:srgbClr val="263D50"/>
                </a:solidFill>
                <a:latin typeface="Arial"/>
                <a:ea typeface="Arial"/>
                <a:cs typeface="Arial"/>
              </a:rPr>
              <a:t>ICBHI</a:t>
            </a:r>
          </a:p>
        </p:txBody>
      </p:sp>
      <p:sp>
        <p:nvSpPr>
          <p:cNvPr id="718" name="b/legend-box-SPRSound">
            <a:extLst>
              <a:ext uri="{FF2B5EF4-FFF2-40B4-BE49-F238E27FC236}">
                <a16:creationId xmlns:a16="http://schemas.microsoft.com/office/drawing/2014/main" id="{C337531E-CD0B-4612-A218-505B6BB91FB1}"/>
              </a:ext>
            </a:extLst>
          </p:cNvPr>
          <p:cNvSpPr>
            <a:spLocks noGrp="1"/>
          </p:cNvSpPr>
          <p:nvPr/>
        </p:nvSpPr>
        <p:spPr>
          <a:xfrm>
            <a:off x="9187318" y="2796286"/>
            <a:ext cx="160338" cy="109030"/>
          </a:xfrm>
          <a:prstGeom prst="rect">
            <a:avLst/>
          </a:prstGeom>
          <a:solidFill>
            <a:srgbClr val="328F76"/>
          </a:solidFill>
          <a:ln w="0">
            <a:noFill/>
          </a:ln>
        </p:spPr>
        <p:txBody>
          <a:bodyPr/>
          <a:lstStyle/>
          <a:p>
            <a:endParaRPr lang="en-US" sz="4545"/>
          </a:p>
        </p:txBody>
      </p:sp>
      <p:sp>
        <p:nvSpPr>
          <p:cNvPr id="719" name="b/legend-text-SPRSound">
            <a:extLst>
              <a:ext uri="{FF2B5EF4-FFF2-40B4-BE49-F238E27FC236}">
                <a16:creationId xmlns:a16="http://schemas.microsoft.com/office/drawing/2014/main" id="{600A69DB-169C-4413-9CE6-E608668A79EA}"/>
              </a:ext>
            </a:extLst>
          </p:cNvPr>
          <p:cNvSpPr>
            <a:spLocks noGrp="1"/>
          </p:cNvSpPr>
          <p:nvPr/>
        </p:nvSpPr>
        <p:spPr>
          <a:xfrm>
            <a:off x="9443858" y="2709704"/>
            <a:ext cx="1410970" cy="272574"/>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1768">
                <a:solidFill>
                  <a:srgbClr val="263D50"/>
                </a:solidFill>
                <a:latin typeface="Arial"/>
                <a:ea typeface="Arial"/>
                <a:cs typeface="Arial"/>
              </a:rPr>
              <a:t>SPRSound</a:t>
            </a:r>
          </a:p>
        </p:txBody>
      </p:sp>
      <p:sp>
        <p:nvSpPr>
          <p:cNvPr id="720" name="b/legend-box-HF_Lung">
            <a:extLst>
              <a:ext uri="{FF2B5EF4-FFF2-40B4-BE49-F238E27FC236}">
                <a16:creationId xmlns:a16="http://schemas.microsoft.com/office/drawing/2014/main" id="{ACAE414A-4CF8-4952-AEA8-A37C72DBD510}"/>
              </a:ext>
            </a:extLst>
          </p:cNvPr>
          <p:cNvSpPr>
            <a:spLocks noGrp="1"/>
          </p:cNvSpPr>
          <p:nvPr/>
        </p:nvSpPr>
        <p:spPr>
          <a:xfrm>
            <a:off x="11015166" y="2796286"/>
            <a:ext cx="160338" cy="109030"/>
          </a:xfrm>
          <a:prstGeom prst="rect">
            <a:avLst/>
          </a:prstGeom>
          <a:solidFill>
            <a:srgbClr val="9365A9"/>
          </a:solidFill>
          <a:ln w="0">
            <a:noFill/>
          </a:ln>
        </p:spPr>
        <p:txBody>
          <a:bodyPr/>
          <a:lstStyle/>
          <a:p>
            <a:endParaRPr lang="en-US" sz="4545"/>
          </a:p>
        </p:txBody>
      </p:sp>
      <p:sp>
        <p:nvSpPr>
          <p:cNvPr id="721" name="b/legend-text-HF_Lung">
            <a:extLst>
              <a:ext uri="{FF2B5EF4-FFF2-40B4-BE49-F238E27FC236}">
                <a16:creationId xmlns:a16="http://schemas.microsoft.com/office/drawing/2014/main" id="{7ABBC306-081F-4BC4-B8BF-7610A23AEF3C}"/>
              </a:ext>
            </a:extLst>
          </p:cNvPr>
          <p:cNvSpPr>
            <a:spLocks noGrp="1"/>
          </p:cNvSpPr>
          <p:nvPr/>
        </p:nvSpPr>
        <p:spPr>
          <a:xfrm>
            <a:off x="11271706" y="2709704"/>
            <a:ext cx="1410970" cy="272574"/>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1768">
                <a:solidFill>
                  <a:srgbClr val="263D50"/>
                </a:solidFill>
                <a:latin typeface="Arial"/>
                <a:ea typeface="Arial"/>
                <a:cs typeface="Arial"/>
              </a:rPr>
              <a:t>HF Lung</a:t>
            </a:r>
          </a:p>
        </p:txBody>
      </p:sp>
      <p:sp>
        <p:nvSpPr>
          <p:cNvPr id="722" name="b/legend-box-KAUH">
            <a:extLst>
              <a:ext uri="{FF2B5EF4-FFF2-40B4-BE49-F238E27FC236}">
                <a16:creationId xmlns:a16="http://schemas.microsoft.com/office/drawing/2014/main" id="{38F04DC2-CF3B-4285-9D49-A2EE08604536}"/>
              </a:ext>
            </a:extLst>
          </p:cNvPr>
          <p:cNvSpPr>
            <a:spLocks noGrp="1"/>
          </p:cNvSpPr>
          <p:nvPr/>
        </p:nvSpPr>
        <p:spPr>
          <a:xfrm>
            <a:off x="12522338" y="2796286"/>
            <a:ext cx="160338" cy="109030"/>
          </a:xfrm>
          <a:prstGeom prst="rect">
            <a:avLst/>
          </a:prstGeom>
          <a:solidFill>
            <a:srgbClr val="AF864B"/>
          </a:solidFill>
          <a:ln w="0">
            <a:noFill/>
          </a:ln>
        </p:spPr>
        <p:txBody>
          <a:bodyPr/>
          <a:lstStyle/>
          <a:p>
            <a:endParaRPr lang="en-US" sz="4545"/>
          </a:p>
        </p:txBody>
      </p:sp>
      <p:sp>
        <p:nvSpPr>
          <p:cNvPr id="723" name="b/legend-text-KAUH">
            <a:extLst>
              <a:ext uri="{FF2B5EF4-FFF2-40B4-BE49-F238E27FC236}">
                <a16:creationId xmlns:a16="http://schemas.microsoft.com/office/drawing/2014/main" id="{FD4652FC-FAFE-47F4-B2C1-BD2ABBC91121}"/>
              </a:ext>
            </a:extLst>
          </p:cNvPr>
          <p:cNvSpPr>
            <a:spLocks noGrp="1"/>
          </p:cNvSpPr>
          <p:nvPr/>
        </p:nvSpPr>
        <p:spPr>
          <a:xfrm>
            <a:off x="12778878" y="2709704"/>
            <a:ext cx="1410970" cy="272574"/>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1768">
                <a:solidFill>
                  <a:srgbClr val="263D50"/>
                </a:solidFill>
                <a:latin typeface="Arial"/>
                <a:ea typeface="Arial"/>
                <a:cs typeface="Arial"/>
              </a:rPr>
              <a:t>KAUH</a:t>
            </a:r>
          </a:p>
        </p:txBody>
      </p:sp>
      <p:sp>
        <p:nvSpPr>
          <p:cNvPr id="724" name="b/grid-0">
            <a:extLst>
              <a:ext uri="{FF2B5EF4-FFF2-40B4-BE49-F238E27FC236}">
                <a16:creationId xmlns:a16="http://schemas.microsoft.com/office/drawing/2014/main" id="{0877A247-9D5A-4621-B7A9-F89FA1FCC3C2}"/>
              </a:ext>
            </a:extLst>
          </p:cNvPr>
          <p:cNvSpPr>
            <a:spLocks noGrp="1"/>
          </p:cNvSpPr>
          <p:nvPr/>
        </p:nvSpPr>
        <p:spPr>
          <a:xfrm>
            <a:off x="2004198" y="4585654"/>
            <a:ext cx="11979358" cy="3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sz="4545"/>
          </a:p>
        </p:txBody>
      </p:sp>
      <p:sp>
        <p:nvSpPr>
          <p:cNvPr id="725" name="b/y-tick-0">
            <a:extLst>
              <a:ext uri="{FF2B5EF4-FFF2-40B4-BE49-F238E27FC236}">
                <a16:creationId xmlns:a16="http://schemas.microsoft.com/office/drawing/2014/main" id="{D6933654-F9A7-4DFB-8C7E-397C0C4E4DF2}"/>
              </a:ext>
            </a:extLst>
          </p:cNvPr>
          <p:cNvSpPr>
            <a:spLocks noGrp="1"/>
          </p:cNvSpPr>
          <p:nvPr/>
        </p:nvSpPr>
        <p:spPr>
          <a:xfrm>
            <a:off x="1956097" y="4585654"/>
            <a:ext cx="48101" cy="3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sz="4545"/>
          </a:p>
        </p:txBody>
      </p:sp>
      <p:sp>
        <p:nvSpPr>
          <p:cNvPr id="726" name="b/y-label-0">
            <a:extLst>
              <a:ext uri="{FF2B5EF4-FFF2-40B4-BE49-F238E27FC236}">
                <a16:creationId xmlns:a16="http://schemas.microsoft.com/office/drawing/2014/main" id="{71AEA89A-25A8-42A3-9DDE-A6B0ACF391E5}"/>
              </a:ext>
            </a:extLst>
          </p:cNvPr>
          <p:cNvSpPr>
            <a:spLocks noGrp="1"/>
          </p:cNvSpPr>
          <p:nvPr/>
        </p:nvSpPr>
        <p:spPr>
          <a:xfrm>
            <a:off x="1475084" y="4470210"/>
            <a:ext cx="400844" cy="230886"/>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1768">
                <a:solidFill>
                  <a:srgbClr val="526674"/>
                </a:solidFill>
                <a:latin typeface="Arial"/>
                <a:ea typeface="Arial"/>
                <a:cs typeface="Arial"/>
              </a:rPr>
              <a:t>0</a:t>
            </a:r>
          </a:p>
        </p:txBody>
      </p:sp>
      <p:sp>
        <p:nvSpPr>
          <p:cNvPr id="727" name="b/grid-150">
            <a:extLst>
              <a:ext uri="{FF2B5EF4-FFF2-40B4-BE49-F238E27FC236}">
                <a16:creationId xmlns:a16="http://schemas.microsoft.com/office/drawing/2014/main" id="{92A94368-4E76-43A0-80E1-FE2CA3697C23}"/>
              </a:ext>
            </a:extLst>
          </p:cNvPr>
          <p:cNvSpPr>
            <a:spLocks noGrp="1"/>
          </p:cNvSpPr>
          <p:nvPr/>
        </p:nvSpPr>
        <p:spPr>
          <a:xfrm>
            <a:off x="2004198" y="3929727"/>
            <a:ext cx="11979358" cy="3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sz="4545"/>
          </a:p>
        </p:txBody>
      </p:sp>
      <p:sp>
        <p:nvSpPr>
          <p:cNvPr id="728" name="b/y-tick-150">
            <a:extLst>
              <a:ext uri="{FF2B5EF4-FFF2-40B4-BE49-F238E27FC236}">
                <a16:creationId xmlns:a16="http://schemas.microsoft.com/office/drawing/2014/main" id="{2174DE81-58DA-4D7D-9156-A3B522B54C72}"/>
              </a:ext>
            </a:extLst>
          </p:cNvPr>
          <p:cNvSpPr>
            <a:spLocks noGrp="1"/>
          </p:cNvSpPr>
          <p:nvPr/>
        </p:nvSpPr>
        <p:spPr>
          <a:xfrm>
            <a:off x="1956097" y="3929727"/>
            <a:ext cx="48101" cy="3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sz="4545"/>
          </a:p>
        </p:txBody>
      </p:sp>
      <p:sp>
        <p:nvSpPr>
          <p:cNvPr id="729" name="b/y-label-150">
            <a:extLst>
              <a:ext uri="{FF2B5EF4-FFF2-40B4-BE49-F238E27FC236}">
                <a16:creationId xmlns:a16="http://schemas.microsoft.com/office/drawing/2014/main" id="{B5DFB820-6F8E-4216-BB31-31D27F342EC6}"/>
              </a:ext>
            </a:extLst>
          </p:cNvPr>
          <p:cNvSpPr>
            <a:spLocks noGrp="1"/>
          </p:cNvSpPr>
          <p:nvPr/>
        </p:nvSpPr>
        <p:spPr>
          <a:xfrm>
            <a:off x="1475084" y="3814283"/>
            <a:ext cx="400844" cy="230886"/>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1768">
                <a:solidFill>
                  <a:srgbClr val="526674"/>
                </a:solidFill>
                <a:latin typeface="Arial"/>
                <a:ea typeface="Arial"/>
                <a:cs typeface="Arial"/>
              </a:rPr>
              <a:t>150</a:t>
            </a:r>
          </a:p>
        </p:txBody>
      </p:sp>
      <p:sp>
        <p:nvSpPr>
          <p:cNvPr id="730" name="b/grid-300">
            <a:extLst>
              <a:ext uri="{FF2B5EF4-FFF2-40B4-BE49-F238E27FC236}">
                <a16:creationId xmlns:a16="http://schemas.microsoft.com/office/drawing/2014/main" id="{44D014D7-255E-4B49-8E9D-90AF514DE399}"/>
              </a:ext>
            </a:extLst>
          </p:cNvPr>
          <p:cNvSpPr>
            <a:spLocks noGrp="1"/>
          </p:cNvSpPr>
          <p:nvPr/>
        </p:nvSpPr>
        <p:spPr>
          <a:xfrm>
            <a:off x="2004198" y="3273803"/>
            <a:ext cx="11979358" cy="3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sz="4545"/>
          </a:p>
        </p:txBody>
      </p:sp>
      <p:sp>
        <p:nvSpPr>
          <p:cNvPr id="731" name="b/y-tick-300">
            <a:extLst>
              <a:ext uri="{FF2B5EF4-FFF2-40B4-BE49-F238E27FC236}">
                <a16:creationId xmlns:a16="http://schemas.microsoft.com/office/drawing/2014/main" id="{4F796DF6-FCAE-4F2D-BCD8-120DE15A5ABD}"/>
              </a:ext>
            </a:extLst>
          </p:cNvPr>
          <p:cNvSpPr>
            <a:spLocks noGrp="1"/>
          </p:cNvSpPr>
          <p:nvPr/>
        </p:nvSpPr>
        <p:spPr>
          <a:xfrm>
            <a:off x="1956097" y="3273803"/>
            <a:ext cx="48101" cy="3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sz="4545"/>
          </a:p>
        </p:txBody>
      </p:sp>
      <p:sp>
        <p:nvSpPr>
          <p:cNvPr id="732" name="b/y-label-300">
            <a:extLst>
              <a:ext uri="{FF2B5EF4-FFF2-40B4-BE49-F238E27FC236}">
                <a16:creationId xmlns:a16="http://schemas.microsoft.com/office/drawing/2014/main" id="{AC4D513B-EF1C-40E2-AC31-876F59769D17}"/>
              </a:ext>
            </a:extLst>
          </p:cNvPr>
          <p:cNvSpPr>
            <a:spLocks noGrp="1"/>
          </p:cNvSpPr>
          <p:nvPr/>
        </p:nvSpPr>
        <p:spPr>
          <a:xfrm>
            <a:off x="1475084" y="3158358"/>
            <a:ext cx="400844" cy="230886"/>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1768">
                <a:solidFill>
                  <a:srgbClr val="526674"/>
                </a:solidFill>
                <a:latin typeface="Arial"/>
                <a:ea typeface="Arial"/>
                <a:cs typeface="Arial"/>
              </a:rPr>
              <a:t>300</a:t>
            </a:r>
          </a:p>
        </p:txBody>
      </p:sp>
      <p:sp>
        <p:nvSpPr>
          <p:cNvPr id="733" name="b/y-axis">
            <a:extLst>
              <a:ext uri="{FF2B5EF4-FFF2-40B4-BE49-F238E27FC236}">
                <a16:creationId xmlns:a16="http://schemas.microsoft.com/office/drawing/2014/main" id="{9F0B1F14-1AA5-4846-8289-FFB65FC50722}"/>
              </a:ext>
            </a:extLst>
          </p:cNvPr>
          <p:cNvSpPr>
            <a:spLocks noGrp="1"/>
          </p:cNvSpPr>
          <p:nvPr/>
        </p:nvSpPr>
        <p:spPr>
          <a:xfrm>
            <a:off x="2004199" y="3142615"/>
            <a:ext cx="33" cy="1443038"/>
          </a:xfrm>
          <a:custGeom>
            <a:avLst/>
            <a:gdLst/>
            <a:ahLst/>
            <a:cxnLst/>
            <a:rect l="0" t="0" r="0" b="0"/>
            <a:pathLst>
              <a:path w="13" h="571500">
                <a:moveTo>
                  <a:pt x="0" y="0"/>
                </a:moveTo>
                <a:lnTo>
                  <a:pt x="0" y="571500"/>
                </a:lnTo>
              </a:path>
            </a:pathLst>
          </a:custGeom>
          <a:noFill/>
          <a:ln w="5715">
            <a:solidFill>
              <a:srgbClr val="8C9AA6"/>
            </a:solidFill>
          </a:ln>
        </p:spPr>
        <p:txBody>
          <a:bodyPr/>
          <a:lstStyle/>
          <a:p>
            <a:endParaRPr lang="en-US" sz="4545"/>
          </a:p>
        </p:txBody>
      </p:sp>
      <p:sp>
        <p:nvSpPr>
          <p:cNvPr id="734" name="b/x-axis">
            <a:extLst>
              <a:ext uri="{FF2B5EF4-FFF2-40B4-BE49-F238E27FC236}">
                <a16:creationId xmlns:a16="http://schemas.microsoft.com/office/drawing/2014/main" id="{C1BF7E22-60F7-4389-BE41-2A17823C628B}"/>
              </a:ext>
            </a:extLst>
          </p:cNvPr>
          <p:cNvSpPr>
            <a:spLocks noGrp="1"/>
          </p:cNvSpPr>
          <p:nvPr/>
        </p:nvSpPr>
        <p:spPr>
          <a:xfrm>
            <a:off x="2004198" y="4585654"/>
            <a:ext cx="11979358" cy="33"/>
          </a:xfrm>
          <a:custGeom>
            <a:avLst/>
            <a:gdLst/>
            <a:ahLst/>
            <a:cxnLst/>
            <a:rect l="0" t="0" r="0" b="0"/>
            <a:pathLst>
              <a:path w="4744300" h="13">
                <a:moveTo>
                  <a:pt x="0" y="0"/>
                </a:moveTo>
                <a:lnTo>
                  <a:pt x="4744300" y="0"/>
                </a:lnTo>
              </a:path>
            </a:pathLst>
          </a:custGeom>
          <a:noFill/>
          <a:ln w="5715">
            <a:solidFill>
              <a:srgbClr val="8C9AA6"/>
            </a:solidFill>
          </a:ln>
        </p:spPr>
        <p:txBody>
          <a:bodyPr/>
          <a:lstStyle/>
          <a:p>
            <a:endParaRPr lang="en-US" sz="4545"/>
          </a:p>
        </p:txBody>
      </p:sp>
      <p:sp>
        <p:nvSpPr>
          <p:cNvPr id="735" name="b/class-Normal">
            <a:extLst>
              <a:ext uri="{FF2B5EF4-FFF2-40B4-BE49-F238E27FC236}">
                <a16:creationId xmlns:a16="http://schemas.microsoft.com/office/drawing/2014/main" id="{A1D7507D-7201-4F6B-83C5-C3FA89B0E8FF}"/>
              </a:ext>
            </a:extLst>
          </p:cNvPr>
          <p:cNvSpPr>
            <a:spLocks noGrp="1"/>
          </p:cNvSpPr>
          <p:nvPr/>
        </p:nvSpPr>
        <p:spPr>
          <a:xfrm>
            <a:off x="2379254" y="4649788"/>
            <a:ext cx="2244725" cy="25654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2020" dirty="0">
                <a:solidFill>
                  <a:srgbClr val="263D50"/>
                </a:solidFill>
                <a:latin typeface="Arial" panose="020B0604020202020204" pitchFamily="34" charset="0"/>
                <a:ea typeface="Consolas"/>
                <a:cs typeface="Arial" panose="020B0604020202020204" pitchFamily="34" charset="0"/>
              </a:rPr>
              <a:t>Normal</a:t>
            </a:r>
            <a:r>
              <a:rPr sz="2020" dirty="0">
                <a:solidFill>
                  <a:srgbClr val="263D50"/>
                </a:solidFill>
                <a:latin typeface="Consolas"/>
                <a:ea typeface="Consolas"/>
                <a:cs typeface="Consolas"/>
              </a:rPr>
              <a:t> (</a:t>
            </a:r>
            <a:r>
              <a:rPr sz="2020" i="1" dirty="0">
                <a:solidFill>
                  <a:srgbClr val="263D50"/>
                </a:solidFill>
                <a:latin typeface="Consolas" panose="020B0609020204030204" pitchFamily="49" charset="0"/>
                <a:ea typeface="Consolas"/>
                <a:cs typeface="Consolas" panose="020B0609020204030204" pitchFamily="49" charset="0"/>
              </a:rPr>
              <a:t>N</a:t>
            </a:r>
            <a:r>
              <a:rPr sz="2020" dirty="0">
                <a:solidFill>
                  <a:srgbClr val="263D50"/>
                </a:solidFill>
                <a:latin typeface="Consolas"/>
                <a:ea typeface="Consolas"/>
                <a:cs typeface="Consolas"/>
              </a:rPr>
              <a:t>)</a:t>
            </a:r>
          </a:p>
        </p:txBody>
      </p:sp>
      <p:sp>
        <p:nvSpPr>
          <p:cNvPr id="736" name="b/bar-Normal-ICBHI">
            <a:extLst>
              <a:ext uri="{FF2B5EF4-FFF2-40B4-BE49-F238E27FC236}">
                <a16:creationId xmlns:a16="http://schemas.microsoft.com/office/drawing/2014/main" id="{54E04A9A-C4DE-4E81-A7E4-3F0F5D221EBA}"/>
              </a:ext>
            </a:extLst>
          </p:cNvPr>
          <p:cNvSpPr>
            <a:spLocks noGrp="1"/>
          </p:cNvSpPr>
          <p:nvPr/>
        </p:nvSpPr>
        <p:spPr>
          <a:xfrm>
            <a:off x="2523558" y="3938662"/>
            <a:ext cx="416878" cy="646991"/>
          </a:xfrm>
          <a:prstGeom prst="rect">
            <a:avLst/>
          </a:prstGeom>
          <a:solidFill>
            <a:srgbClr val="3B739E"/>
          </a:solidFill>
          <a:ln w="0">
            <a:noFill/>
          </a:ln>
        </p:spPr>
        <p:txBody>
          <a:bodyPr/>
          <a:lstStyle/>
          <a:p>
            <a:endParaRPr lang="en-US" sz="4545"/>
          </a:p>
        </p:txBody>
      </p:sp>
      <p:sp>
        <p:nvSpPr>
          <p:cNvPr id="737" name="b/value-Normal-ICBHI">
            <a:extLst>
              <a:ext uri="{FF2B5EF4-FFF2-40B4-BE49-F238E27FC236}">
                <a16:creationId xmlns:a16="http://schemas.microsoft.com/office/drawing/2014/main" id="{6A9E38DE-1B12-4CE0-BA7D-B6AF1FDDC4FD}"/>
              </a:ext>
            </a:extLst>
          </p:cNvPr>
          <p:cNvSpPr>
            <a:spLocks noGrp="1"/>
          </p:cNvSpPr>
          <p:nvPr/>
        </p:nvSpPr>
        <p:spPr>
          <a:xfrm>
            <a:off x="2443389" y="3688535"/>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148</a:t>
            </a:r>
          </a:p>
        </p:txBody>
      </p:sp>
      <p:sp>
        <p:nvSpPr>
          <p:cNvPr id="738" name="b/bar-Normal-SPRSound">
            <a:extLst>
              <a:ext uri="{FF2B5EF4-FFF2-40B4-BE49-F238E27FC236}">
                <a16:creationId xmlns:a16="http://schemas.microsoft.com/office/drawing/2014/main" id="{320E9AA5-8DEE-42D9-815D-717604E5BA93}"/>
              </a:ext>
            </a:extLst>
          </p:cNvPr>
          <p:cNvSpPr>
            <a:spLocks noGrp="1"/>
          </p:cNvSpPr>
          <p:nvPr/>
        </p:nvSpPr>
        <p:spPr>
          <a:xfrm>
            <a:off x="3036638" y="3812058"/>
            <a:ext cx="416878" cy="773594"/>
          </a:xfrm>
          <a:prstGeom prst="rect">
            <a:avLst/>
          </a:prstGeom>
          <a:solidFill>
            <a:srgbClr val="328F76"/>
          </a:solidFill>
          <a:ln w="0">
            <a:noFill/>
          </a:ln>
        </p:spPr>
        <p:txBody>
          <a:bodyPr/>
          <a:lstStyle/>
          <a:p>
            <a:endParaRPr lang="en-US" sz="4545"/>
          </a:p>
        </p:txBody>
      </p:sp>
      <p:sp>
        <p:nvSpPr>
          <p:cNvPr id="739" name="b/value-Normal-SPRSound">
            <a:extLst>
              <a:ext uri="{FF2B5EF4-FFF2-40B4-BE49-F238E27FC236}">
                <a16:creationId xmlns:a16="http://schemas.microsoft.com/office/drawing/2014/main" id="{44F5F263-7B18-45D5-99CE-32D51FF82B92}"/>
              </a:ext>
            </a:extLst>
          </p:cNvPr>
          <p:cNvSpPr>
            <a:spLocks noGrp="1"/>
          </p:cNvSpPr>
          <p:nvPr/>
        </p:nvSpPr>
        <p:spPr>
          <a:xfrm>
            <a:off x="2956469" y="3561932"/>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177</a:t>
            </a:r>
          </a:p>
        </p:txBody>
      </p:sp>
      <p:sp>
        <p:nvSpPr>
          <p:cNvPr id="740" name="b/bar-Normal-KAUH">
            <a:extLst>
              <a:ext uri="{FF2B5EF4-FFF2-40B4-BE49-F238E27FC236}">
                <a16:creationId xmlns:a16="http://schemas.microsoft.com/office/drawing/2014/main" id="{578BBB23-83B5-4E5C-A860-7E446894DE5F}"/>
              </a:ext>
            </a:extLst>
          </p:cNvPr>
          <p:cNvSpPr>
            <a:spLocks noGrp="1"/>
          </p:cNvSpPr>
          <p:nvPr/>
        </p:nvSpPr>
        <p:spPr>
          <a:xfrm>
            <a:off x="4062798" y="3874900"/>
            <a:ext cx="416878" cy="710752"/>
          </a:xfrm>
          <a:prstGeom prst="rect">
            <a:avLst/>
          </a:prstGeom>
          <a:solidFill>
            <a:srgbClr val="AF864B"/>
          </a:solidFill>
          <a:ln w="0">
            <a:noFill/>
          </a:ln>
        </p:spPr>
        <p:txBody>
          <a:bodyPr/>
          <a:lstStyle/>
          <a:p>
            <a:endParaRPr lang="en-US" sz="4545"/>
          </a:p>
        </p:txBody>
      </p:sp>
      <p:sp>
        <p:nvSpPr>
          <p:cNvPr id="741" name="b/value-Normal-KAUH">
            <a:extLst>
              <a:ext uri="{FF2B5EF4-FFF2-40B4-BE49-F238E27FC236}">
                <a16:creationId xmlns:a16="http://schemas.microsoft.com/office/drawing/2014/main" id="{F48F1C1B-F16C-4B63-A3AD-BC32A43CBE09}"/>
              </a:ext>
            </a:extLst>
          </p:cNvPr>
          <p:cNvSpPr>
            <a:spLocks noGrp="1"/>
          </p:cNvSpPr>
          <p:nvPr/>
        </p:nvSpPr>
        <p:spPr>
          <a:xfrm>
            <a:off x="3982632" y="3624774"/>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163</a:t>
            </a:r>
          </a:p>
        </p:txBody>
      </p:sp>
      <p:sp>
        <p:nvSpPr>
          <p:cNvPr id="742" name="b/class-Crackle">
            <a:extLst>
              <a:ext uri="{FF2B5EF4-FFF2-40B4-BE49-F238E27FC236}">
                <a16:creationId xmlns:a16="http://schemas.microsoft.com/office/drawing/2014/main" id="{D0A9B628-A633-4DE7-AA0B-011FA10F0F1D}"/>
              </a:ext>
            </a:extLst>
          </p:cNvPr>
          <p:cNvSpPr>
            <a:spLocks noGrp="1"/>
          </p:cNvSpPr>
          <p:nvPr/>
        </p:nvSpPr>
        <p:spPr>
          <a:xfrm>
            <a:off x="5374096" y="4649788"/>
            <a:ext cx="2244725" cy="25654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2020" dirty="0">
                <a:solidFill>
                  <a:srgbClr val="263D50"/>
                </a:solidFill>
                <a:latin typeface="Arial" panose="020B0604020202020204" pitchFamily="34" charset="0"/>
                <a:ea typeface="Consolas"/>
                <a:cs typeface="Arial" panose="020B0604020202020204" pitchFamily="34" charset="0"/>
              </a:rPr>
              <a:t>Crackle</a:t>
            </a:r>
            <a:r>
              <a:rPr sz="2020" dirty="0">
                <a:solidFill>
                  <a:srgbClr val="263D50"/>
                </a:solidFill>
                <a:latin typeface="Consolas"/>
                <a:ea typeface="Consolas"/>
                <a:cs typeface="Consolas"/>
              </a:rPr>
              <a:t> (</a:t>
            </a:r>
            <a:r>
              <a:rPr sz="2020" i="1" dirty="0">
                <a:solidFill>
                  <a:srgbClr val="263D50"/>
                </a:solidFill>
                <a:latin typeface="Consolas" panose="020B0609020204030204" pitchFamily="49" charset="0"/>
                <a:ea typeface="Consolas"/>
                <a:cs typeface="Consolas" panose="020B0609020204030204" pitchFamily="49" charset="0"/>
              </a:rPr>
              <a:t>C</a:t>
            </a:r>
            <a:r>
              <a:rPr sz="2020" dirty="0">
                <a:solidFill>
                  <a:srgbClr val="263D50"/>
                </a:solidFill>
                <a:latin typeface="Consolas"/>
                <a:ea typeface="Consolas"/>
                <a:cs typeface="Consolas"/>
              </a:rPr>
              <a:t>)</a:t>
            </a:r>
          </a:p>
        </p:txBody>
      </p:sp>
      <p:sp>
        <p:nvSpPr>
          <p:cNvPr id="743" name="b/bar-Crackle-ICBHI">
            <a:extLst>
              <a:ext uri="{FF2B5EF4-FFF2-40B4-BE49-F238E27FC236}">
                <a16:creationId xmlns:a16="http://schemas.microsoft.com/office/drawing/2014/main" id="{D3E9220B-621F-4C43-9806-E13D72019012}"/>
              </a:ext>
            </a:extLst>
          </p:cNvPr>
          <p:cNvSpPr>
            <a:spLocks noGrp="1"/>
          </p:cNvSpPr>
          <p:nvPr/>
        </p:nvSpPr>
        <p:spPr>
          <a:xfrm>
            <a:off x="5518400" y="3956017"/>
            <a:ext cx="416878" cy="629637"/>
          </a:xfrm>
          <a:prstGeom prst="rect">
            <a:avLst/>
          </a:prstGeom>
          <a:solidFill>
            <a:srgbClr val="3B739E"/>
          </a:solidFill>
          <a:ln w="0">
            <a:noFill/>
          </a:ln>
        </p:spPr>
        <p:txBody>
          <a:bodyPr/>
          <a:lstStyle/>
          <a:p>
            <a:endParaRPr lang="en-US" sz="4545"/>
          </a:p>
        </p:txBody>
      </p:sp>
      <p:sp>
        <p:nvSpPr>
          <p:cNvPr id="744" name="b/value-Crackle-ICBHI">
            <a:extLst>
              <a:ext uri="{FF2B5EF4-FFF2-40B4-BE49-F238E27FC236}">
                <a16:creationId xmlns:a16="http://schemas.microsoft.com/office/drawing/2014/main" id="{9D020E58-7C65-4166-9F59-1307D4545178}"/>
              </a:ext>
            </a:extLst>
          </p:cNvPr>
          <p:cNvSpPr>
            <a:spLocks noGrp="1"/>
          </p:cNvSpPr>
          <p:nvPr/>
        </p:nvSpPr>
        <p:spPr>
          <a:xfrm>
            <a:off x="5438229" y="3705889"/>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144</a:t>
            </a:r>
          </a:p>
        </p:txBody>
      </p:sp>
      <p:sp>
        <p:nvSpPr>
          <p:cNvPr id="745" name="b/bar-Crackle-SPRSound">
            <a:extLst>
              <a:ext uri="{FF2B5EF4-FFF2-40B4-BE49-F238E27FC236}">
                <a16:creationId xmlns:a16="http://schemas.microsoft.com/office/drawing/2014/main" id="{6DF1268F-9952-4C0A-AFB5-B2F2A0409355}"/>
              </a:ext>
            </a:extLst>
          </p:cNvPr>
          <p:cNvSpPr>
            <a:spLocks noGrp="1"/>
          </p:cNvSpPr>
          <p:nvPr/>
        </p:nvSpPr>
        <p:spPr>
          <a:xfrm>
            <a:off x="6031480" y="3738192"/>
            <a:ext cx="416878" cy="847461"/>
          </a:xfrm>
          <a:prstGeom prst="rect">
            <a:avLst/>
          </a:prstGeom>
          <a:solidFill>
            <a:srgbClr val="328F76"/>
          </a:solidFill>
          <a:ln w="0">
            <a:noFill/>
          </a:ln>
        </p:spPr>
        <p:txBody>
          <a:bodyPr/>
          <a:lstStyle/>
          <a:p>
            <a:endParaRPr lang="en-US" sz="4545"/>
          </a:p>
        </p:txBody>
      </p:sp>
      <p:sp>
        <p:nvSpPr>
          <p:cNvPr id="746" name="b/value-Crackle-SPRSound">
            <a:extLst>
              <a:ext uri="{FF2B5EF4-FFF2-40B4-BE49-F238E27FC236}">
                <a16:creationId xmlns:a16="http://schemas.microsoft.com/office/drawing/2014/main" id="{E9BFA3FD-8AA9-4C1D-BA84-1EE31485453A}"/>
              </a:ext>
            </a:extLst>
          </p:cNvPr>
          <p:cNvSpPr>
            <a:spLocks noGrp="1"/>
          </p:cNvSpPr>
          <p:nvPr/>
        </p:nvSpPr>
        <p:spPr>
          <a:xfrm>
            <a:off x="5951311" y="3488065"/>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194</a:t>
            </a:r>
          </a:p>
        </p:txBody>
      </p:sp>
      <p:sp>
        <p:nvSpPr>
          <p:cNvPr id="747" name="b/bar-Crackle-HF_Lung">
            <a:extLst>
              <a:ext uri="{FF2B5EF4-FFF2-40B4-BE49-F238E27FC236}">
                <a16:creationId xmlns:a16="http://schemas.microsoft.com/office/drawing/2014/main" id="{48F760C2-6334-4538-B8A6-0298733B811A}"/>
              </a:ext>
            </a:extLst>
          </p:cNvPr>
          <p:cNvSpPr>
            <a:spLocks noGrp="1"/>
          </p:cNvSpPr>
          <p:nvPr/>
        </p:nvSpPr>
        <p:spPr>
          <a:xfrm>
            <a:off x="6544557" y="3455451"/>
            <a:ext cx="416878" cy="1130203"/>
          </a:xfrm>
          <a:prstGeom prst="rect">
            <a:avLst/>
          </a:prstGeom>
          <a:solidFill>
            <a:srgbClr val="9365A9"/>
          </a:solidFill>
          <a:ln w="0">
            <a:noFill/>
          </a:ln>
        </p:spPr>
        <p:txBody>
          <a:bodyPr/>
          <a:lstStyle/>
          <a:p>
            <a:endParaRPr lang="en-US" sz="4545"/>
          </a:p>
        </p:txBody>
      </p:sp>
      <p:sp>
        <p:nvSpPr>
          <p:cNvPr id="748" name="b/value-Crackle-HF_Lung">
            <a:extLst>
              <a:ext uri="{FF2B5EF4-FFF2-40B4-BE49-F238E27FC236}">
                <a16:creationId xmlns:a16="http://schemas.microsoft.com/office/drawing/2014/main" id="{12E01BB5-2A20-4F0A-82B1-65798A7F537F}"/>
              </a:ext>
            </a:extLst>
          </p:cNvPr>
          <p:cNvSpPr>
            <a:spLocks noGrp="1"/>
          </p:cNvSpPr>
          <p:nvPr/>
        </p:nvSpPr>
        <p:spPr>
          <a:xfrm>
            <a:off x="6464391" y="3205323"/>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258</a:t>
            </a:r>
          </a:p>
        </p:txBody>
      </p:sp>
      <p:sp>
        <p:nvSpPr>
          <p:cNvPr id="749" name="b/bar-Crackle-KAUH">
            <a:extLst>
              <a:ext uri="{FF2B5EF4-FFF2-40B4-BE49-F238E27FC236}">
                <a16:creationId xmlns:a16="http://schemas.microsoft.com/office/drawing/2014/main" id="{299790DE-2528-49C4-B27B-DFA23DDDEA22}"/>
              </a:ext>
            </a:extLst>
          </p:cNvPr>
          <p:cNvSpPr>
            <a:spLocks noGrp="1"/>
          </p:cNvSpPr>
          <p:nvPr/>
        </p:nvSpPr>
        <p:spPr>
          <a:xfrm>
            <a:off x="7057640" y="3945752"/>
            <a:ext cx="416878" cy="639901"/>
          </a:xfrm>
          <a:prstGeom prst="rect">
            <a:avLst/>
          </a:prstGeom>
          <a:solidFill>
            <a:srgbClr val="AF864B"/>
          </a:solidFill>
          <a:ln w="0">
            <a:noFill/>
          </a:ln>
        </p:spPr>
        <p:txBody>
          <a:bodyPr/>
          <a:lstStyle/>
          <a:p>
            <a:endParaRPr lang="en-US" sz="4545"/>
          </a:p>
        </p:txBody>
      </p:sp>
      <p:sp>
        <p:nvSpPr>
          <p:cNvPr id="750" name="b/value-Crackle-KAUH">
            <a:extLst>
              <a:ext uri="{FF2B5EF4-FFF2-40B4-BE49-F238E27FC236}">
                <a16:creationId xmlns:a16="http://schemas.microsoft.com/office/drawing/2014/main" id="{825BFEE7-5A38-4E6B-8AF1-487009780BC0}"/>
              </a:ext>
            </a:extLst>
          </p:cNvPr>
          <p:cNvSpPr>
            <a:spLocks noGrp="1"/>
          </p:cNvSpPr>
          <p:nvPr/>
        </p:nvSpPr>
        <p:spPr>
          <a:xfrm>
            <a:off x="6977469" y="3695625"/>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146</a:t>
            </a:r>
          </a:p>
        </p:txBody>
      </p:sp>
      <p:sp>
        <p:nvSpPr>
          <p:cNvPr id="751" name="b/class-Wheeze">
            <a:extLst>
              <a:ext uri="{FF2B5EF4-FFF2-40B4-BE49-F238E27FC236}">
                <a16:creationId xmlns:a16="http://schemas.microsoft.com/office/drawing/2014/main" id="{78AB0640-1323-49BB-90B5-3883E2152924}"/>
              </a:ext>
            </a:extLst>
          </p:cNvPr>
          <p:cNvSpPr>
            <a:spLocks noGrp="1"/>
          </p:cNvSpPr>
          <p:nvPr/>
        </p:nvSpPr>
        <p:spPr>
          <a:xfrm>
            <a:off x="8368933" y="4649788"/>
            <a:ext cx="2244725" cy="25654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2020" dirty="0">
                <a:solidFill>
                  <a:srgbClr val="263D50"/>
                </a:solidFill>
                <a:latin typeface="Arial" panose="020B0604020202020204" pitchFamily="34" charset="0"/>
                <a:ea typeface="Consolas"/>
                <a:cs typeface="Arial" panose="020B0604020202020204" pitchFamily="34" charset="0"/>
              </a:rPr>
              <a:t>Wheeze</a:t>
            </a:r>
            <a:r>
              <a:rPr sz="2020" dirty="0">
                <a:solidFill>
                  <a:srgbClr val="263D50"/>
                </a:solidFill>
                <a:latin typeface="Consolas"/>
                <a:ea typeface="Consolas"/>
                <a:cs typeface="Consolas"/>
              </a:rPr>
              <a:t> (</a:t>
            </a:r>
            <a:r>
              <a:rPr sz="2020" i="1" dirty="0">
                <a:solidFill>
                  <a:srgbClr val="263D50"/>
                </a:solidFill>
                <a:latin typeface="Consolas" panose="020B0609020204030204" pitchFamily="49" charset="0"/>
                <a:ea typeface="Consolas"/>
                <a:cs typeface="Consolas" panose="020B0609020204030204" pitchFamily="49" charset="0"/>
              </a:rPr>
              <a:t>W</a:t>
            </a:r>
            <a:r>
              <a:rPr sz="2020" dirty="0">
                <a:solidFill>
                  <a:srgbClr val="263D50"/>
                </a:solidFill>
                <a:latin typeface="Consolas"/>
                <a:ea typeface="Consolas"/>
                <a:cs typeface="Consolas"/>
              </a:rPr>
              <a:t>)</a:t>
            </a:r>
          </a:p>
        </p:txBody>
      </p:sp>
      <p:sp>
        <p:nvSpPr>
          <p:cNvPr id="752" name="b/bar-Wheeze-ICBHI">
            <a:extLst>
              <a:ext uri="{FF2B5EF4-FFF2-40B4-BE49-F238E27FC236}">
                <a16:creationId xmlns:a16="http://schemas.microsoft.com/office/drawing/2014/main" id="{AB43E84A-AAF4-417D-963B-AA817097F579}"/>
              </a:ext>
            </a:extLst>
          </p:cNvPr>
          <p:cNvSpPr>
            <a:spLocks noGrp="1"/>
          </p:cNvSpPr>
          <p:nvPr/>
        </p:nvSpPr>
        <p:spPr>
          <a:xfrm>
            <a:off x="8513236" y="3917193"/>
            <a:ext cx="416878" cy="668461"/>
          </a:xfrm>
          <a:prstGeom prst="rect">
            <a:avLst/>
          </a:prstGeom>
          <a:solidFill>
            <a:srgbClr val="3B739E"/>
          </a:solidFill>
          <a:ln w="0">
            <a:noFill/>
          </a:ln>
        </p:spPr>
        <p:txBody>
          <a:bodyPr/>
          <a:lstStyle/>
          <a:p>
            <a:endParaRPr lang="en-US" sz="4545"/>
          </a:p>
        </p:txBody>
      </p:sp>
      <p:sp>
        <p:nvSpPr>
          <p:cNvPr id="753" name="b/value-Wheeze-ICBHI">
            <a:extLst>
              <a:ext uri="{FF2B5EF4-FFF2-40B4-BE49-F238E27FC236}">
                <a16:creationId xmlns:a16="http://schemas.microsoft.com/office/drawing/2014/main" id="{18440EC7-E514-4B5C-9B43-5BF84EACA7E7}"/>
              </a:ext>
            </a:extLst>
          </p:cNvPr>
          <p:cNvSpPr>
            <a:spLocks noGrp="1"/>
          </p:cNvSpPr>
          <p:nvPr/>
        </p:nvSpPr>
        <p:spPr>
          <a:xfrm>
            <a:off x="8433068" y="3667065"/>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153</a:t>
            </a:r>
          </a:p>
        </p:txBody>
      </p:sp>
      <p:sp>
        <p:nvSpPr>
          <p:cNvPr id="754" name="b/bar-Wheeze-SPRSound">
            <a:extLst>
              <a:ext uri="{FF2B5EF4-FFF2-40B4-BE49-F238E27FC236}">
                <a16:creationId xmlns:a16="http://schemas.microsoft.com/office/drawing/2014/main" id="{5A44D125-0619-4F7E-9445-13FA29B500B2}"/>
              </a:ext>
            </a:extLst>
          </p:cNvPr>
          <p:cNvSpPr>
            <a:spLocks noGrp="1"/>
          </p:cNvSpPr>
          <p:nvPr/>
        </p:nvSpPr>
        <p:spPr>
          <a:xfrm>
            <a:off x="9026316" y="3672500"/>
            <a:ext cx="416878" cy="913154"/>
          </a:xfrm>
          <a:prstGeom prst="rect">
            <a:avLst/>
          </a:prstGeom>
          <a:solidFill>
            <a:srgbClr val="328F76"/>
          </a:solidFill>
          <a:ln w="0">
            <a:noFill/>
          </a:ln>
        </p:spPr>
        <p:txBody>
          <a:bodyPr/>
          <a:lstStyle/>
          <a:p>
            <a:endParaRPr lang="en-US" sz="4545"/>
          </a:p>
        </p:txBody>
      </p:sp>
      <p:sp>
        <p:nvSpPr>
          <p:cNvPr id="755" name="b/value-Wheeze-SPRSound">
            <a:extLst>
              <a:ext uri="{FF2B5EF4-FFF2-40B4-BE49-F238E27FC236}">
                <a16:creationId xmlns:a16="http://schemas.microsoft.com/office/drawing/2014/main" id="{BD05C9AB-B68F-4FC6-8740-1B6D0BBE8CA0}"/>
              </a:ext>
            </a:extLst>
          </p:cNvPr>
          <p:cNvSpPr>
            <a:spLocks noGrp="1"/>
          </p:cNvSpPr>
          <p:nvPr/>
        </p:nvSpPr>
        <p:spPr>
          <a:xfrm>
            <a:off x="8946148" y="3422372"/>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209</a:t>
            </a:r>
          </a:p>
        </p:txBody>
      </p:sp>
      <p:sp>
        <p:nvSpPr>
          <p:cNvPr id="756" name="b/bar-Wheeze-HF_Lung">
            <a:extLst>
              <a:ext uri="{FF2B5EF4-FFF2-40B4-BE49-F238E27FC236}">
                <a16:creationId xmlns:a16="http://schemas.microsoft.com/office/drawing/2014/main" id="{0209E786-F50E-494B-9F54-890B4C05979D}"/>
              </a:ext>
            </a:extLst>
          </p:cNvPr>
          <p:cNvSpPr>
            <a:spLocks noGrp="1"/>
          </p:cNvSpPr>
          <p:nvPr/>
        </p:nvSpPr>
        <p:spPr>
          <a:xfrm>
            <a:off x="9539399" y="3335737"/>
            <a:ext cx="416878" cy="1249915"/>
          </a:xfrm>
          <a:prstGeom prst="rect">
            <a:avLst/>
          </a:prstGeom>
          <a:solidFill>
            <a:srgbClr val="9365A9"/>
          </a:solidFill>
          <a:ln w="0">
            <a:noFill/>
          </a:ln>
        </p:spPr>
        <p:txBody>
          <a:bodyPr/>
          <a:lstStyle/>
          <a:p>
            <a:endParaRPr lang="en-US" sz="4545"/>
          </a:p>
        </p:txBody>
      </p:sp>
      <p:sp>
        <p:nvSpPr>
          <p:cNvPr id="757" name="b/value-Wheeze-HF_Lung">
            <a:extLst>
              <a:ext uri="{FF2B5EF4-FFF2-40B4-BE49-F238E27FC236}">
                <a16:creationId xmlns:a16="http://schemas.microsoft.com/office/drawing/2014/main" id="{C86E05E2-0209-4800-B8DD-8944EA5616E2}"/>
              </a:ext>
            </a:extLst>
          </p:cNvPr>
          <p:cNvSpPr>
            <a:spLocks noGrp="1"/>
          </p:cNvSpPr>
          <p:nvPr/>
        </p:nvSpPr>
        <p:spPr>
          <a:xfrm>
            <a:off x="9459228" y="3085611"/>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286</a:t>
            </a:r>
          </a:p>
        </p:txBody>
      </p:sp>
      <p:sp>
        <p:nvSpPr>
          <p:cNvPr id="758" name="b/bar-Wheeze-KAUH">
            <a:extLst>
              <a:ext uri="{FF2B5EF4-FFF2-40B4-BE49-F238E27FC236}">
                <a16:creationId xmlns:a16="http://schemas.microsoft.com/office/drawing/2014/main" id="{0A40A884-8EE3-4946-A312-F176647A6351}"/>
              </a:ext>
            </a:extLst>
          </p:cNvPr>
          <p:cNvSpPr>
            <a:spLocks noGrp="1"/>
          </p:cNvSpPr>
          <p:nvPr/>
        </p:nvSpPr>
        <p:spPr>
          <a:xfrm>
            <a:off x="10052476" y="3881693"/>
            <a:ext cx="416878" cy="703960"/>
          </a:xfrm>
          <a:prstGeom prst="rect">
            <a:avLst/>
          </a:prstGeom>
          <a:solidFill>
            <a:srgbClr val="AF864B"/>
          </a:solidFill>
          <a:ln w="0">
            <a:noFill/>
          </a:ln>
        </p:spPr>
        <p:txBody>
          <a:bodyPr/>
          <a:lstStyle/>
          <a:p>
            <a:endParaRPr lang="en-US" sz="4545"/>
          </a:p>
        </p:txBody>
      </p:sp>
      <p:sp>
        <p:nvSpPr>
          <p:cNvPr id="759" name="b/value-Wheeze-KAUH">
            <a:extLst>
              <a:ext uri="{FF2B5EF4-FFF2-40B4-BE49-F238E27FC236}">
                <a16:creationId xmlns:a16="http://schemas.microsoft.com/office/drawing/2014/main" id="{2CCEBD88-283E-42EA-A0AB-11525A24611A}"/>
              </a:ext>
            </a:extLst>
          </p:cNvPr>
          <p:cNvSpPr>
            <a:spLocks noGrp="1"/>
          </p:cNvSpPr>
          <p:nvPr/>
        </p:nvSpPr>
        <p:spPr>
          <a:xfrm>
            <a:off x="9972310" y="3631566"/>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161</a:t>
            </a:r>
          </a:p>
        </p:txBody>
      </p:sp>
      <p:sp>
        <p:nvSpPr>
          <p:cNvPr id="760" name="b/class-Both">
            <a:extLst>
              <a:ext uri="{FF2B5EF4-FFF2-40B4-BE49-F238E27FC236}">
                <a16:creationId xmlns:a16="http://schemas.microsoft.com/office/drawing/2014/main" id="{91C682E5-8F53-478B-8FC3-4C206E7836BA}"/>
              </a:ext>
            </a:extLst>
          </p:cNvPr>
          <p:cNvSpPr>
            <a:spLocks noGrp="1"/>
          </p:cNvSpPr>
          <p:nvPr/>
        </p:nvSpPr>
        <p:spPr>
          <a:xfrm>
            <a:off x="11363775" y="4649788"/>
            <a:ext cx="2244725" cy="25654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lang="en-US" sz="2020" dirty="0">
                <a:solidFill>
                  <a:srgbClr val="263D50"/>
                </a:solidFill>
                <a:latin typeface="Arial" panose="020B0604020202020204" pitchFamily="34" charset="0"/>
                <a:ea typeface="Consolas"/>
                <a:cs typeface="Arial" panose="020B0604020202020204" pitchFamily="34" charset="0"/>
              </a:rPr>
              <a:t>Both</a:t>
            </a:r>
            <a:r>
              <a:rPr sz="2020" dirty="0">
                <a:solidFill>
                  <a:srgbClr val="263D50"/>
                </a:solidFill>
                <a:latin typeface="Consolas"/>
                <a:ea typeface="Consolas"/>
                <a:cs typeface="Consolas"/>
              </a:rPr>
              <a:t>(</a:t>
            </a:r>
            <a:r>
              <a:rPr sz="2020" i="1" dirty="0">
                <a:solidFill>
                  <a:srgbClr val="263D50"/>
                </a:solidFill>
                <a:latin typeface="Consolas" panose="020B0609020204030204" pitchFamily="49" charset="0"/>
                <a:ea typeface="Consolas"/>
                <a:cs typeface="Consolas" panose="020B0609020204030204" pitchFamily="49" charset="0"/>
              </a:rPr>
              <a:t>C-W</a:t>
            </a:r>
            <a:r>
              <a:rPr sz="2020" dirty="0">
                <a:solidFill>
                  <a:srgbClr val="263D50"/>
                </a:solidFill>
                <a:latin typeface="Consolas"/>
                <a:ea typeface="Consolas"/>
                <a:cs typeface="Consolas"/>
              </a:rPr>
              <a:t>)</a:t>
            </a:r>
          </a:p>
        </p:txBody>
      </p:sp>
      <p:sp>
        <p:nvSpPr>
          <p:cNvPr id="761" name="b/bar-Both-ICBHI">
            <a:extLst>
              <a:ext uri="{FF2B5EF4-FFF2-40B4-BE49-F238E27FC236}">
                <a16:creationId xmlns:a16="http://schemas.microsoft.com/office/drawing/2014/main" id="{A1A84CC5-13C1-4A07-9625-87A24A666E88}"/>
              </a:ext>
            </a:extLst>
          </p:cNvPr>
          <p:cNvSpPr>
            <a:spLocks noGrp="1"/>
          </p:cNvSpPr>
          <p:nvPr/>
        </p:nvSpPr>
        <p:spPr>
          <a:xfrm>
            <a:off x="11508078" y="3943377"/>
            <a:ext cx="416878" cy="642277"/>
          </a:xfrm>
          <a:prstGeom prst="rect">
            <a:avLst/>
          </a:prstGeom>
          <a:solidFill>
            <a:srgbClr val="3B739E"/>
          </a:solidFill>
          <a:ln w="0">
            <a:noFill/>
          </a:ln>
        </p:spPr>
        <p:txBody>
          <a:bodyPr/>
          <a:lstStyle/>
          <a:p>
            <a:endParaRPr lang="en-US" sz="4545"/>
          </a:p>
        </p:txBody>
      </p:sp>
      <p:sp>
        <p:nvSpPr>
          <p:cNvPr id="762" name="b/value-Both-ICBHI">
            <a:extLst>
              <a:ext uri="{FF2B5EF4-FFF2-40B4-BE49-F238E27FC236}">
                <a16:creationId xmlns:a16="http://schemas.microsoft.com/office/drawing/2014/main" id="{309D4B7F-82A3-4B80-8037-556BA4DB0DFA}"/>
              </a:ext>
            </a:extLst>
          </p:cNvPr>
          <p:cNvSpPr>
            <a:spLocks noGrp="1"/>
          </p:cNvSpPr>
          <p:nvPr/>
        </p:nvSpPr>
        <p:spPr>
          <a:xfrm>
            <a:off x="11427910" y="3693249"/>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147</a:t>
            </a:r>
          </a:p>
        </p:txBody>
      </p:sp>
      <p:sp>
        <p:nvSpPr>
          <p:cNvPr id="763" name="b/bar-Both-SPRSound">
            <a:extLst>
              <a:ext uri="{FF2B5EF4-FFF2-40B4-BE49-F238E27FC236}">
                <a16:creationId xmlns:a16="http://schemas.microsoft.com/office/drawing/2014/main" id="{280C8A18-E74C-483B-9573-68C74F6D7E57}"/>
              </a:ext>
            </a:extLst>
          </p:cNvPr>
          <p:cNvSpPr>
            <a:spLocks noGrp="1"/>
          </p:cNvSpPr>
          <p:nvPr/>
        </p:nvSpPr>
        <p:spPr>
          <a:xfrm>
            <a:off x="12021156" y="3644368"/>
            <a:ext cx="416878" cy="941285"/>
          </a:xfrm>
          <a:prstGeom prst="rect">
            <a:avLst/>
          </a:prstGeom>
          <a:solidFill>
            <a:srgbClr val="328F76"/>
          </a:solidFill>
          <a:ln w="0">
            <a:noFill/>
          </a:ln>
        </p:spPr>
        <p:txBody>
          <a:bodyPr/>
          <a:lstStyle/>
          <a:p>
            <a:endParaRPr lang="en-US" sz="4545"/>
          </a:p>
        </p:txBody>
      </p:sp>
      <p:sp>
        <p:nvSpPr>
          <p:cNvPr id="764" name="b/value-Both-SPRSound">
            <a:extLst>
              <a:ext uri="{FF2B5EF4-FFF2-40B4-BE49-F238E27FC236}">
                <a16:creationId xmlns:a16="http://schemas.microsoft.com/office/drawing/2014/main" id="{44922C12-AA4A-4EBC-845E-3EE611B78690}"/>
              </a:ext>
            </a:extLst>
          </p:cNvPr>
          <p:cNvSpPr>
            <a:spLocks noGrp="1"/>
          </p:cNvSpPr>
          <p:nvPr/>
        </p:nvSpPr>
        <p:spPr>
          <a:xfrm>
            <a:off x="11940990" y="3394241"/>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215</a:t>
            </a:r>
          </a:p>
        </p:txBody>
      </p:sp>
      <p:sp>
        <p:nvSpPr>
          <p:cNvPr id="765" name="b/bar-Both-HF_Lung">
            <a:extLst>
              <a:ext uri="{FF2B5EF4-FFF2-40B4-BE49-F238E27FC236}">
                <a16:creationId xmlns:a16="http://schemas.microsoft.com/office/drawing/2014/main" id="{3232C36C-A3E3-40F6-8D46-254C61E91CC4}"/>
              </a:ext>
            </a:extLst>
          </p:cNvPr>
          <p:cNvSpPr>
            <a:spLocks noGrp="1"/>
          </p:cNvSpPr>
          <p:nvPr/>
        </p:nvSpPr>
        <p:spPr>
          <a:xfrm>
            <a:off x="12534238" y="3494932"/>
            <a:ext cx="416878" cy="1090722"/>
          </a:xfrm>
          <a:prstGeom prst="rect">
            <a:avLst/>
          </a:prstGeom>
          <a:solidFill>
            <a:srgbClr val="9365A9"/>
          </a:solidFill>
          <a:ln w="0">
            <a:noFill/>
          </a:ln>
        </p:spPr>
        <p:txBody>
          <a:bodyPr/>
          <a:lstStyle/>
          <a:p>
            <a:endParaRPr lang="en-US" sz="4545"/>
          </a:p>
        </p:txBody>
      </p:sp>
      <p:sp>
        <p:nvSpPr>
          <p:cNvPr id="766" name="b/value-Both-HF_Lung">
            <a:extLst>
              <a:ext uri="{FF2B5EF4-FFF2-40B4-BE49-F238E27FC236}">
                <a16:creationId xmlns:a16="http://schemas.microsoft.com/office/drawing/2014/main" id="{7DDF23A7-0150-49EF-86E2-A1803899B2BF}"/>
              </a:ext>
            </a:extLst>
          </p:cNvPr>
          <p:cNvSpPr>
            <a:spLocks noGrp="1"/>
          </p:cNvSpPr>
          <p:nvPr/>
        </p:nvSpPr>
        <p:spPr>
          <a:xfrm>
            <a:off x="12454067" y="3244804"/>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249</a:t>
            </a:r>
          </a:p>
        </p:txBody>
      </p:sp>
      <p:sp>
        <p:nvSpPr>
          <p:cNvPr id="767" name="b/bar-Both-KAUH">
            <a:extLst>
              <a:ext uri="{FF2B5EF4-FFF2-40B4-BE49-F238E27FC236}">
                <a16:creationId xmlns:a16="http://schemas.microsoft.com/office/drawing/2014/main" id="{86129FA3-B7B2-4E78-A41B-3F5856A22728}"/>
              </a:ext>
            </a:extLst>
          </p:cNvPr>
          <p:cNvSpPr>
            <a:spLocks noGrp="1"/>
          </p:cNvSpPr>
          <p:nvPr/>
        </p:nvSpPr>
        <p:spPr>
          <a:xfrm>
            <a:off x="13047318" y="3909825"/>
            <a:ext cx="416878" cy="675829"/>
          </a:xfrm>
          <a:prstGeom prst="rect">
            <a:avLst/>
          </a:prstGeom>
          <a:solidFill>
            <a:srgbClr val="AF864B"/>
          </a:solidFill>
          <a:ln w="0">
            <a:noFill/>
          </a:ln>
        </p:spPr>
        <p:txBody>
          <a:bodyPr/>
          <a:lstStyle/>
          <a:p>
            <a:endParaRPr lang="en-US" sz="4545"/>
          </a:p>
        </p:txBody>
      </p:sp>
      <p:sp>
        <p:nvSpPr>
          <p:cNvPr id="768" name="b/value-Both-KAUH">
            <a:extLst>
              <a:ext uri="{FF2B5EF4-FFF2-40B4-BE49-F238E27FC236}">
                <a16:creationId xmlns:a16="http://schemas.microsoft.com/office/drawing/2014/main" id="{8D5529D5-614E-4992-BFDC-80DF2FAAD4B7}"/>
              </a:ext>
            </a:extLst>
          </p:cNvPr>
          <p:cNvSpPr>
            <a:spLocks noGrp="1"/>
          </p:cNvSpPr>
          <p:nvPr/>
        </p:nvSpPr>
        <p:spPr>
          <a:xfrm>
            <a:off x="12967150" y="3659697"/>
            <a:ext cx="577215" cy="230886"/>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1818">
                <a:solidFill>
                  <a:srgbClr val="263D50"/>
                </a:solidFill>
                <a:latin typeface="Arial"/>
                <a:ea typeface="Arial"/>
                <a:cs typeface="Arial"/>
              </a:rPr>
              <a:t>155</a:t>
            </a:r>
          </a:p>
        </p:txBody>
      </p:sp>
      <p:sp>
        <p:nvSpPr>
          <p:cNvPr id="771" name="b/x-title"/>
          <p:cNvSpPr>
            <a:spLocks noGrp="1"/>
          </p:cNvSpPr>
          <p:nvPr/>
        </p:nvSpPr>
        <p:spPr>
          <a:xfrm>
            <a:off x="2004200" y="4899914"/>
            <a:ext cx="11979360" cy="230886"/>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a:solidFill>
                  <a:srgbClr val="263D50"/>
                </a:solidFill>
                <a:latin typeface="Arial"/>
                <a:ea typeface="Arial"/>
                <a:cs typeface="Arial"/>
              </a:rPr>
              <a:t>Sound label</a:t>
            </a:r>
          </a:p>
        </p:txBody>
      </p:sp>
      <p:sp>
        <p:nvSpPr>
          <p:cNvPr id="772" name="b/y-title"/>
          <p:cNvSpPr>
            <a:spLocks noGrp="1"/>
          </p:cNvSpPr>
          <p:nvPr/>
        </p:nvSpPr>
        <p:spPr>
          <a:xfrm rot="16200000">
            <a:off x="336688" y="3594767"/>
            <a:ext cx="1667510" cy="538734"/>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1768" dirty="0">
                <a:solidFill>
                  <a:srgbClr val="263D50"/>
                </a:solidFill>
                <a:latin typeface="Arial"/>
                <a:ea typeface="Arial"/>
                <a:cs typeface="Arial"/>
              </a:rPr>
              <a:t>Median </a:t>
            </a:r>
            <a:r>
              <a:rPr lang="en-US" sz="1768" dirty="0">
                <a:solidFill>
                  <a:srgbClr val="263D50"/>
                </a:solidFill>
                <a:latin typeface="Arial"/>
                <a:ea typeface="Arial"/>
                <a:cs typeface="Arial"/>
              </a:rPr>
              <a:t>S</a:t>
            </a:r>
            <a:r>
              <a:rPr sz="1768" dirty="0">
                <a:solidFill>
                  <a:srgbClr val="263D50"/>
                </a:solidFill>
                <a:latin typeface="Arial"/>
                <a:ea typeface="Arial"/>
                <a:cs typeface="Arial"/>
              </a:rPr>
              <a:t>pectral</a:t>
            </a:r>
          </a:p>
          <a:p>
            <a:pPr algn="ctr">
              <a:defRPr sz="700" b="0">
                <a:solidFill>
                  <a:srgbClr val="263D50"/>
                </a:solidFill>
                <a:latin typeface="Arial"/>
                <a:ea typeface="Arial"/>
                <a:cs typeface="Arial"/>
              </a:defRPr>
            </a:pPr>
            <a:r>
              <a:rPr lang="en-US" sz="1768" dirty="0">
                <a:solidFill>
                  <a:srgbClr val="263D50"/>
                </a:solidFill>
                <a:latin typeface="Arial"/>
                <a:ea typeface="Arial"/>
                <a:cs typeface="Arial"/>
              </a:rPr>
              <a:t>C</a:t>
            </a:r>
            <a:r>
              <a:rPr sz="1768" dirty="0">
                <a:solidFill>
                  <a:srgbClr val="263D50"/>
                </a:solidFill>
                <a:latin typeface="Arial"/>
                <a:ea typeface="Arial"/>
                <a:cs typeface="Arial"/>
              </a:rPr>
              <a:t>entroid (Hz)</a:t>
            </a:r>
          </a:p>
        </p:txBody>
      </p:sp>
    </p:spTree>
    <p:extLst>
      <p:ext uri="{BB962C8B-B14F-4D97-AF65-F5344CB8AC3E}">
        <p14:creationId xmlns:p14="http://schemas.microsoft.com/office/powerpoint/2010/main" val="887196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1107</Words>
  <Application>Microsoft Macintosh PowerPoint</Application>
  <PresentationFormat>Custom</PresentationFormat>
  <Paragraphs>172</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Aptos</vt:lpstr>
      <vt:lpstr>Aptos Display</vt:lpstr>
      <vt:lpstr>Arial</vt:lpstr>
      <vt:lpstr>Cambria Math</vt:lpstr>
      <vt:lpstr>Consolas</vt:lpstr>
      <vt:lpstr>Helvetica</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Nie, Jingping</dc:creator>
  <cp:lastModifiedBy>Nie, Jingping</cp:lastModifiedBy>
  <cp:revision>25</cp:revision>
  <dcterms:created xsi:type="dcterms:W3CDTF">2026-09-14T23:48:42Z</dcterms:created>
  <dcterms:modified xsi:type="dcterms:W3CDTF">2026-09-24T02:39:54Z</dcterms:modified>
</cp:coreProperties>
</file>