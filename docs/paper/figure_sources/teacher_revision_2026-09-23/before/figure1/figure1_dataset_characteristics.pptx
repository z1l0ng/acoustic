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categories and counts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1(c),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1(b):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a:p>
            <a:r>
              <a:t>HF raw annotation strings are I, E, D, Wheeze, Rhonchi, and Stridor. I means inhalation; E means exhalation; D means discontinuous adventitious sounds, all crackles. Sources: dataset/raw/hf_lung_v1/source_original/ and https://gitlab.com/techsupportHF/HF_Lung_V1 .</a:t>
            </a:r>
          </a:p>
          <a:p>
            <a:r>
              <a:t>KAUH Sound type strings match Data annotation.xlsx, with outer whitespace trimmed: N, C, I C, E W, I E W, I C E W, Crep, Bronchial, I C B. I = inspiratory; E = expiratory; W = wheezes; C = crackles; N = normal; Crep = crepitations. B in I C B is undefined in the source legend and is not expanded. Source: https://data.mendeley.com/datasets/jwyy9np4gv/3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31051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39179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358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787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787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673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1117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1117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1003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6604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601294"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11557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307746"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11557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146279"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11557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83541"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11557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89992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98120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485900" y="120650"/>
            <a:ext cx="19431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2235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2235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2120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6860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6860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5717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31369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31369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30226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2235200" y="914400"/>
            <a:ext cx="9017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4859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2235200" y="259806"/>
            <a:ext cx="798520"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31750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4859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2235200" y="357777"/>
            <a:ext cx="127784"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31750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4859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2235200" y="455749"/>
            <a:ext cx="6698"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31750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4859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2235200" y="553720"/>
            <a:ext cx="9751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31750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4859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2235200" y="651691"/>
            <a:ext cx="3993"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31750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4859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2235200" y="749663"/>
            <a:ext cx="5024"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31750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4859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2235200" y="847634"/>
            <a:ext cx="1932"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31750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36868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37680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3505200" y="120650"/>
            <a:ext cx="14605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Test</a:t>
            </a: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911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911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797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426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426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415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46228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46228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45085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911600" y="914400"/>
            <a:ext cx="7112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3505200" y="2374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911600" y="267970"/>
            <a:ext cx="606209"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46609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3505200" y="3517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911600" y="382270"/>
            <a:ext cx="326245"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46609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3505200" y="4660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911600" y="496570"/>
            <a:ext cx="277475"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46609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3505200" y="5803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911600" y="610870"/>
            <a:ext cx="150365"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46609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3505200" y="6946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911600" y="725170"/>
            <a:ext cx="84277"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46609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3505200" y="8089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911600" y="839470"/>
            <a:ext cx="12197"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46609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51495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52382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5041900" y="120650"/>
            <a:ext cx="13153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dirty="0">
                <a:solidFill>
                  <a:srgbClr val="526674"/>
                </a:solidFill>
                <a:latin typeface="Arial"/>
                <a:ea typeface="Arial"/>
                <a:cs typeface="Arial"/>
              </a:rPr>
              <a:t>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486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486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372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820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820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705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486400" y="914400"/>
            <a:ext cx="667600"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5041900" y="218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486400" y="248920"/>
            <a:ext cx="584150"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0"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5041900" y="294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486400" y="325120"/>
            <a:ext cx="116830"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0"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5041900" y="370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486400" y="401320"/>
            <a:ext cx="16690"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0"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5041900" y="447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 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486400" y="477520"/>
            <a:ext cx="650910"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0"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5041900" y="5232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E 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486400" y="553720"/>
            <a:ext cx="3338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0"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5041900" y="599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E 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486400" y="629920"/>
            <a:ext cx="3338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0"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5041900" y="675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486400" y="706120"/>
            <a:ext cx="383870"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0"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5041900" y="751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486400" y="782320"/>
            <a:ext cx="16690"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0"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5041900" y="828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486400" y="858520"/>
            <a:ext cx="3338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0"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c/panel-c">
            <a:extLst>
              <a:ext uri="{FF2B5EF4-FFF2-40B4-BE49-F238E27FC236}">
                <a16:creationId xmlns:a16="http://schemas.microsoft.com/office/drawing/2014/main" id="{AA89C70B-79DF-40A8-9F73-B4CE9347CC27}"/>
              </a:ext>
            </a:extLst>
          </p:cNvPr>
          <p:cNvSpPr>
            <a:spLocks noGrp="1"/>
          </p:cNvSpPr>
          <p:nvPr/>
        </p:nvSpPr>
        <p:spPr>
          <a:xfrm>
            <a:off x="52832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dirty="0">
                <a:solidFill>
                  <a:srgbClr val="263D50"/>
                </a:solidFill>
                <a:latin typeface="Arial"/>
                <a:ea typeface="Arial"/>
                <a:cs typeface="Arial"/>
              </a:rPr>
              <a:t>(c)</a:t>
            </a:r>
          </a:p>
        </p:txBody>
      </p:sp>
      <p:sp>
        <p:nvSpPr>
          <p:cNvPr id="134" name="c/pca-zero-horizontal">
            <a:extLst>
              <a:ext uri="{FF2B5EF4-FFF2-40B4-BE49-F238E27FC236}">
                <a16:creationId xmlns:a16="http://schemas.microsoft.com/office/drawing/2014/main" id="{F0A61C4B-2C59-4484-92F0-2CC9E894E5A2}"/>
              </a:ext>
            </a:extLst>
          </p:cNvPr>
          <p:cNvSpPr>
            <a:spLocks noGrp="1"/>
          </p:cNvSpPr>
          <p:nvPr/>
        </p:nvSpPr>
        <p:spPr>
          <a:xfrm>
            <a:off x="55499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c/pca-zero-vertical">
            <a:extLst>
              <a:ext uri="{FF2B5EF4-FFF2-40B4-BE49-F238E27FC236}">
                <a16:creationId xmlns:a16="http://schemas.microsoft.com/office/drawing/2014/main" id="{A29CFDCB-1EDB-491A-B256-04BE4A75EC6D}"/>
              </a:ext>
            </a:extLst>
          </p:cNvPr>
          <p:cNvSpPr>
            <a:spLocks noGrp="1"/>
          </p:cNvSpPr>
          <p:nvPr/>
        </p:nvSpPr>
        <p:spPr>
          <a:xfrm>
            <a:off x="58464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c/pca-left-axis">
            <a:extLst>
              <a:ext uri="{FF2B5EF4-FFF2-40B4-BE49-F238E27FC236}">
                <a16:creationId xmlns:a16="http://schemas.microsoft.com/office/drawing/2014/main" id="{BD080A2E-A22A-48F0-9498-5E0E868412D3}"/>
              </a:ext>
            </a:extLst>
          </p:cNvPr>
          <p:cNvSpPr>
            <a:spLocks noGrp="1"/>
          </p:cNvSpPr>
          <p:nvPr/>
        </p:nvSpPr>
        <p:spPr>
          <a:xfrm>
            <a:off x="55499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c/pca-bottom-axis">
            <a:extLst>
              <a:ext uri="{FF2B5EF4-FFF2-40B4-BE49-F238E27FC236}">
                <a16:creationId xmlns:a16="http://schemas.microsoft.com/office/drawing/2014/main" id="{5BDE04E4-5023-4F95-87C5-B24451ED5728}"/>
              </a:ext>
            </a:extLst>
          </p:cNvPr>
          <p:cNvSpPr>
            <a:spLocks noGrp="1"/>
          </p:cNvSpPr>
          <p:nvPr/>
        </p:nvSpPr>
        <p:spPr>
          <a:xfrm>
            <a:off x="55499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c/x-tick--4">
            <a:extLst>
              <a:ext uri="{FF2B5EF4-FFF2-40B4-BE49-F238E27FC236}">
                <a16:creationId xmlns:a16="http://schemas.microsoft.com/office/drawing/2014/main" id="{5DA3986F-023A-488A-B212-0A84DC4F9121}"/>
              </a:ext>
            </a:extLst>
          </p:cNvPr>
          <p:cNvSpPr>
            <a:spLocks noGrp="1"/>
          </p:cNvSpPr>
          <p:nvPr/>
        </p:nvSpPr>
        <p:spPr>
          <a:xfrm>
            <a:off x="55828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c/x-label--4">
            <a:extLst>
              <a:ext uri="{FF2B5EF4-FFF2-40B4-BE49-F238E27FC236}">
                <a16:creationId xmlns:a16="http://schemas.microsoft.com/office/drawing/2014/main" id="{CEDB401D-E093-4ABE-8F06-4D5891411A47}"/>
              </a:ext>
            </a:extLst>
          </p:cNvPr>
          <p:cNvSpPr>
            <a:spLocks noGrp="1"/>
          </p:cNvSpPr>
          <p:nvPr/>
        </p:nvSpPr>
        <p:spPr>
          <a:xfrm>
            <a:off x="54812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c/x-tick-0">
            <a:extLst>
              <a:ext uri="{FF2B5EF4-FFF2-40B4-BE49-F238E27FC236}">
                <a16:creationId xmlns:a16="http://schemas.microsoft.com/office/drawing/2014/main" id="{1DFF38D1-F3DC-419A-A638-AD6E873102E1}"/>
              </a:ext>
            </a:extLst>
          </p:cNvPr>
          <p:cNvSpPr>
            <a:spLocks noGrp="1"/>
          </p:cNvSpPr>
          <p:nvPr/>
        </p:nvSpPr>
        <p:spPr>
          <a:xfrm>
            <a:off x="58464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c/x-label-0">
            <a:extLst>
              <a:ext uri="{FF2B5EF4-FFF2-40B4-BE49-F238E27FC236}">
                <a16:creationId xmlns:a16="http://schemas.microsoft.com/office/drawing/2014/main" id="{85090B30-1AB9-455E-942C-D85AB3AD2E84}"/>
              </a:ext>
            </a:extLst>
          </p:cNvPr>
          <p:cNvSpPr>
            <a:spLocks noGrp="1"/>
          </p:cNvSpPr>
          <p:nvPr/>
        </p:nvSpPr>
        <p:spPr>
          <a:xfrm>
            <a:off x="57448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c/x-tick-4">
            <a:extLst>
              <a:ext uri="{FF2B5EF4-FFF2-40B4-BE49-F238E27FC236}">
                <a16:creationId xmlns:a16="http://schemas.microsoft.com/office/drawing/2014/main" id="{7D1B220A-B7A6-4DF8-AE8B-1E8DCA9AE05D}"/>
              </a:ext>
            </a:extLst>
          </p:cNvPr>
          <p:cNvSpPr>
            <a:spLocks noGrp="1"/>
          </p:cNvSpPr>
          <p:nvPr/>
        </p:nvSpPr>
        <p:spPr>
          <a:xfrm>
            <a:off x="61100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c/x-label-4">
            <a:extLst>
              <a:ext uri="{FF2B5EF4-FFF2-40B4-BE49-F238E27FC236}">
                <a16:creationId xmlns:a16="http://schemas.microsoft.com/office/drawing/2014/main" id="{326C5CDB-4D05-4BB5-8A56-9760EB22FC57}"/>
              </a:ext>
            </a:extLst>
          </p:cNvPr>
          <p:cNvSpPr>
            <a:spLocks noGrp="1"/>
          </p:cNvSpPr>
          <p:nvPr/>
        </p:nvSpPr>
        <p:spPr>
          <a:xfrm>
            <a:off x="60084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c/x-tick-8">
            <a:extLst>
              <a:ext uri="{FF2B5EF4-FFF2-40B4-BE49-F238E27FC236}">
                <a16:creationId xmlns:a16="http://schemas.microsoft.com/office/drawing/2014/main" id="{F9AD8BE1-6D6E-4130-B6E1-A991713339F4}"/>
              </a:ext>
            </a:extLst>
          </p:cNvPr>
          <p:cNvSpPr>
            <a:spLocks noGrp="1"/>
          </p:cNvSpPr>
          <p:nvPr/>
        </p:nvSpPr>
        <p:spPr>
          <a:xfrm>
            <a:off x="63736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c/x-label-8">
            <a:extLst>
              <a:ext uri="{FF2B5EF4-FFF2-40B4-BE49-F238E27FC236}">
                <a16:creationId xmlns:a16="http://schemas.microsoft.com/office/drawing/2014/main" id="{0A4E22F0-7034-4352-B42E-FCF721CB8F53}"/>
              </a:ext>
            </a:extLst>
          </p:cNvPr>
          <p:cNvSpPr>
            <a:spLocks noGrp="1"/>
          </p:cNvSpPr>
          <p:nvPr/>
        </p:nvSpPr>
        <p:spPr>
          <a:xfrm>
            <a:off x="62720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c/y-tick--2">
            <a:extLst>
              <a:ext uri="{FF2B5EF4-FFF2-40B4-BE49-F238E27FC236}">
                <a16:creationId xmlns:a16="http://schemas.microsoft.com/office/drawing/2014/main" id="{55895462-B016-4D95-BC84-35212490595F}"/>
              </a:ext>
            </a:extLst>
          </p:cNvPr>
          <p:cNvSpPr>
            <a:spLocks noGrp="1"/>
          </p:cNvSpPr>
          <p:nvPr/>
        </p:nvSpPr>
        <p:spPr>
          <a:xfrm>
            <a:off x="55308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c/y-label--2">
            <a:extLst>
              <a:ext uri="{FF2B5EF4-FFF2-40B4-BE49-F238E27FC236}">
                <a16:creationId xmlns:a16="http://schemas.microsoft.com/office/drawing/2014/main" id="{C162879E-F314-4B2E-A7BA-9FDAA9E21812}"/>
              </a:ext>
            </a:extLst>
          </p:cNvPr>
          <p:cNvSpPr>
            <a:spLocks noGrp="1"/>
          </p:cNvSpPr>
          <p:nvPr/>
        </p:nvSpPr>
        <p:spPr>
          <a:xfrm>
            <a:off x="53975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c/y-tick-2">
            <a:extLst>
              <a:ext uri="{FF2B5EF4-FFF2-40B4-BE49-F238E27FC236}">
                <a16:creationId xmlns:a16="http://schemas.microsoft.com/office/drawing/2014/main" id="{1B7810D5-8A2E-405D-89C2-47FB904D3A96}"/>
              </a:ext>
            </a:extLst>
          </p:cNvPr>
          <p:cNvSpPr>
            <a:spLocks noGrp="1"/>
          </p:cNvSpPr>
          <p:nvPr/>
        </p:nvSpPr>
        <p:spPr>
          <a:xfrm>
            <a:off x="55308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c/y-label-2">
            <a:extLst>
              <a:ext uri="{FF2B5EF4-FFF2-40B4-BE49-F238E27FC236}">
                <a16:creationId xmlns:a16="http://schemas.microsoft.com/office/drawing/2014/main" id="{5199004D-0A82-4EDE-8980-7697EF138E84}"/>
              </a:ext>
            </a:extLst>
          </p:cNvPr>
          <p:cNvSpPr>
            <a:spLocks noGrp="1"/>
          </p:cNvSpPr>
          <p:nvPr/>
        </p:nvSpPr>
        <p:spPr>
          <a:xfrm>
            <a:off x="53975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c/y-tick-6">
            <a:extLst>
              <a:ext uri="{FF2B5EF4-FFF2-40B4-BE49-F238E27FC236}">
                <a16:creationId xmlns:a16="http://schemas.microsoft.com/office/drawing/2014/main" id="{200BDAB5-62B0-4C65-A62B-400F3CAD9A16}"/>
              </a:ext>
            </a:extLst>
          </p:cNvPr>
          <p:cNvSpPr>
            <a:spLocks noGrp="1"/>
          </p:cNvSpPr>
          <p:nvPr/>
        </p:nvSpPr>
        <p:spPr>
          <a:xfrm>
            <a:off x="55308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c/y-label-6">
            <a:extLst>
              <a:ext uri="{FF2B5EF4-FFF2-40B4-BE49-F238E27FC236}">
                <a16:creationId xmlns:a16="http://schemas.microsoft.com/office/drawing/2014/main" id="{22E808BA-63E1-48DA-90B3-6CE97B41D935}"/>
              </a:ext>
            </a:extLst>
          </p:cNvPr>
          <p:cNvSpPr>
            <a:spLocks noGrp="1"/>
          </p:cNvSpPr>
          <p:nvPr/>
        </p:nvSpPr>
        <p:spPr>
          <a:xfrm>
            <a:off x="53975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c/pc1-title">
            <a:extLst>
              <a:ext uri="{FF2B5EF4-FFF2-40B4-BE49-F238E27FC236}">
                <a16:creationId xmlns:a16="http://schemas.microsoft.com/office/drawing/2014/main" id="{08DF583C-F4ED-4848-8DA7-1E381DA6D7F6}"/>
              </a:ext>
            </a:extLst>
          </p:cNvPr>
          <p:cNvSpPr>
            <a:spLocks noGrp="1"/>
          </p:cNvSpPr>
          <p:nvPr/>
        </p:nvSpPr>
        <p:spPr>
          <a:xfrm>
            <a:off x="55499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c/pc2-title">
            <a:extLst>
              <a:ext uri="{FF2B5EF4-FFF2-40B4-BE49-F238E27FC236}">
                <a16:creationId xmlns:a16="http://schemas.microsoft.com/office/drawing/2014/main" id="{2B60AB1F-99A5-45EB-926E-396479AC003A}"/>
              </a:ext>
            </a:extLst>
          </p:cNvPr>
          <p:cNvSpPr>
            <a:spLocks noGrp="1"/>
          </p:cNvSpPr>
          <p:nvPr/>
        </p:nvSpPr>
        <p:spPr>
          <a:xfrm rot="16200000">
            <a:off x="49720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c/pca-KAUH-165">
            <a:extLst>
              <a:ext uri="{FF2B5EF4-FFF2-40B4-BE49-F238E27FC236}">
                <a16:creationId xmlns:a16="http://schemas.microsoft.com/office/drawing/2014/main" id="{884A6E68-2411-44BA-AFDB-8BDFD2AAA553}"/>
              </a:ext>
            </a:extLst>
          </p:cNvPr>
          <p:cNvSpPr>
            <a:spLocks noGrp="1"/>
          </p:cNvSpPr>
          <p:nvPr/>
        </p:nvSpPr>
        <p:spPr>
          <a:xfrm>
            <a:off x="57736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c/pca-KAUH-166">
            <a:extLst>
              <a:ext uri="{FF2B5EF4-FFF2-40B4-BE49-F238E27FC236}">
                <a16:creationId xmlns:a16="http://schemas.microsoft.com/office/drawing/2014/main" id="{B019073B-8410-4073-9A02-C93BED5D1E07}"/>
              </a:ext>
            </a:extLst>
          </p:cNvPr>
          <p:cNvSpPr>
            <a:spLocks noGrp="1"/>
          </p:cNvSpPr>
          <p:nvPr/>
        </p:nvSpPr>
        <p:spPr>
          <a:xfrm>
            <a:off x="58197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c/pca-KAUH-167">
            <a:extLst>
              <a:ext uri="{FF2B5EF4-FFF2-40B4-BE49-F238E27FC236}">
                <a16:creationId xmlns:a16="http://schemas.microsoft.com/office/drawing/2014/main" id="{F46BA487-FD75-45BD-953C-F65FC4A8D0A8}"/>
              </a:ext>
            </a:extLst>
          </p:cNvPr>
          <p:cNvSpPr>
            <a:spLocks noGrp="1"/>
          </p:cNvSpPr>
          <p:nvPr/>
        </p:nvSpPr>
        <p:spPr>
          <a:xfrm>
            <a:off x="57894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c/pca-KAUH-168">
            <a:extLst>
              <a:ext uri="{FF2B5EF4-FFF2-40B4-BE49-F238E27FC236}">
                <a16:creationId xmlns:a16="http://schemas.microsoft.com/office/drawing/2014/main" id="{80366B6C-B422-4C94-AA4C-28390CE75B53}"/>
              </a:ext>
            </a:extLst>
          </p:cNvPr>
          <p:cNvSpPr>
            <a:spLocks noGrp="1"/>
          </p:cNvSpPr>
          <p:nvPr/>
        </p:nvSpPr>
        <p:spPr>
          <a:xfrm>
            <a:off x="57378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c/pca-KAUH-169">
            <a:extLst>
              <a:ext uri="{FF2B5EF4-FFF2-40B4-BE49-F238E27FC236}">
                <a16:creationId xmlns:a16="http://schemas.microsoft.com/office/drawing/2014/main" id="{6925CC6C-9057-4CF0-9132-BDF1D3509BD7}"/>
              </a:ext>
            </a:extLst>
          </p:cNvPr>
          <p:cNvSpPr>
            <a:spLocks noGrp="1"/>
          </p:cNvSpPr>
          <p:nvPr/>
        </p:nvSpPr>
        <p:spPr>
          <a:xfrm>
            <a:off x="57258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c/pca-KAUH-170">
            <a:extLst>
              <a:ext uri="{FF2B5EF4-FFF2-40B4-BE49-F238E27FC236}">
                <a16:creationId xmlns:a16="http://schemas.microsoft.com/office/drawing/2014/main" id="{1FF300CF-52F2-454E-A4A5-B2F356B6EBA5}"/>
              </a:ext>
            </a:extLst>
          </p:cNvPr>
          <p:cNvSpPr>
            <a:spLocks noGrp="1"/>
          </p:cNvSpPr>
          <p:nvPr/>
        </p:nvSpPr>
        <p:spPr>
          <a:xfrm>
            <a:off x="57992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c/pca-KAUH-171">
            <a:extLst>
              <a:ext uri="{FF2B5EF4-FFF2-40B4-BE49-F238E27FC236}">
                <a16:creationId xmlns:a16="http://schemas.microsoft.com/office/drawing/2014/main" id="{3A353335-9AD2-4744-B99A-C745EAA8F8A7}"/>
              </a:ext>
            </a:extLst>
          </p:cNvPr>
          <p:cNvSpPr>
            <a:spLocks noGrp="1"/>
          </p:cNvSpPr>
          <p:nvPr/>
        </p:nvSpPr>
        <p:spPr>
          <a:xfrm>
            <a:off x="56915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c/pca-KAUH-172">
            <a:extLst>
              <a:ext uri="{FF2B5EF4-FFF2-40B4-BE49-F238E27FC236}">
                <a16:creationId xmlns:a16="http://schemas.microsoft.com/office/drawing/2014/main" id="{C76DBA1D-BD6F-4CF0-B933-AFCD2D87A1F0}"/>
              </a:ext>
            </a:extLst>
          </p:cNvPr>
          <p:cNvSpPr>
            <a:spLocks noGrp="1"/>
          </p:cNvSpPr>
          <p:nvPr/>
        </p:nvSpPr>
        <p:spPr>
          <a:xfrm>
            <a:off x="57775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c/pca-KAUH-173">
            <a:extLst>
              <a:ext uri="{FF2B5EF4-FFF2-40B4-BE49-F238E27FC236}">
                <a16:creationId xmlns:a16="http://schemas.microsoft.com/office/drawing/2014/main" id="{042F7D54-F561-48B2-82B5-36560CEAC1F0}"/>
              </a:ext>
            </a:extLst>
          </p:cNvPr>
          <p:cNvSpPr>
            <a:spLocks noGrp="1"/>
          </p:cNvSpPr>
          <p:nvPr/>
        </p:nvSpPr>
        <p:spPr>
          <a:xfrm>
            <a:off x="58376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c/pca-KAUH-174">
            <a:extLst>
              <a:ext uri="{FF2B5EF4-FFF2-40B4-BE49-F238E27FC236}">
                <a16:creationId xmlns:a16="http://schemas.microsoft.com/office/drawing/2014/main" id="{8EABEFDA-1164-4764-B378-3072EBE0B3AA}"/>
              </a:ext>
            </a:extLst>
          </p:cNvPr>
          <p:cNvSpPr>
            <a:spLocks noGrp="1"/>
          </p:cNvSpPr>
          <p:nvPr/>
        </p:nvSpPr>
        <p:spPr>
          <a:xfrm>
            <a:off x="57134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c/pca-KAUH-175">
            <a:extLst>
              <a:ext uri="{FF2B5EF4-FFF2-40B4-BE49-F238E27FC236}">
                <a16:creationId xmlns:a16="http://schemas.microsoft.com/office/drawing/2014/main" id="{08642C48-D38D-4ADB-8120-C0576F2699F4}"/>
              </a:ext>
            </a:extLst>
          </p:cNvPr>
          <p:cNvSpPr>
            <a:spLocks noGrp="1"/>
          </p:cNvSpPr>
          <p:nvPr/>
        </p:nvSpPr>
        <p:spPr>
          <a:xfrm>
            <a:off x="58302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c/pca-KAUH-176">
            <a:extLst>
              <a:ext uri="{FF2B5EF4-FFF2-40B4-BE49-F238E27FC236}">
                <a16:creationId xmlns:a16="http://schemas.microsoft.com/office/drawing/2014/main" id="{6FE27AA6-7F5D-4F9C-B1CC-BAA035969D87}"/>
              </a:ext>
            </a:extLst>
          </p:cNvPr>
          <p:cNvSpPr>
            <a:spLocks noGrp="1"/>
          </p:cNvSpPr>
          <p:nvPr/>
        </p:nvSpPr>
        <p:spPr>
          <a:xfrm>
            <a:off x="57253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c/pca-KAUH-177">
            <a:extLst>
              <a:ext uri="{FF2B5EF4-FFF2-40B4-BE49-F238E27FC236}">
                <a16:creationId xmlns:a16="http://schemas.microsoft.com/office/drawing/2014/main" id="{CB206122-EDC8-4864-B4CC-0B0D85012A58}"/>
              </a:ext>
            </a:extLst>
          </p:cNvPr>
          <p:cNvSpPr>
            <a:spLocks noGrp="1"/>
          </p:cNvSpPr>
          <p:nvPr/>
        </p:nvSpPr>
        <p:spPr>
          <a:xfrm>
            <a:off x="58261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c/pca-KAUH-178">
            <a:extLst>
              <a:ext uri="{FF2B5EF4-FFF2-40B4-BE49-F238E27FC236}">
                <a16:creationId xmlns:a16="http://schemas.microsoft.com/office/drawing/2014/main" id="{ADB38762-4388-46FD-B3E9-986638B01694}"/>
              </a:ext>
            </a:extLst>
          </p:cNvPr>
          <p:cNvSpPr>
            <a:spLocks noGrp="1"/>
          </p:cNvSpPr>
          <p:nvPr/>
        </p:nvSpPr>
        <p:spPr>
          <a:xfrm>
            <a:off x="57568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c/pca-KAUH-179">
            <a:extLst>
              <a:ext uri="{FF2B5EF4-FFF2-40B4-BE49-F238E27FC236}">
                <a16:creationId xmlns:a16="http://schemas.microsoft.com/office/drawing/2014/main" id="{168E6A68-728D-4A0C-8578-26F5022EE4AA}"/>
              </a:ext>
            </a:extLst>
          </p:cNvPr>
          <p:cNvSpPr>
            <a:spLocks noGrp="1"/>
          </p:cNvSpPr>
          <p:nvPr/>
        </p:nvSpPr>
        <p:spPr>
          <a:xfrm>
            <a:off x="58520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c/pca-KAUH-180">
            <a:extLst>
              <a:ext uri="{FF2B5EF4-FFF2-40B4-BE49-F238E27FC236}">
                <a16:creationId xmlns:a16="http://schemas.microsoft.com/office/drawing/2014/main" id="{473CEBA8-4476-4F25-BF67-9607FDDC50AD}"/>
              </a:ext>
            </a:extLst>
          </p:cNvPr>
          <p:cNvSpPr>
            <a:spLocks noGrp="1"/>
          </p:cNvSpPr>
          <p:nvPr/>
        </p:nvSpPr>
        <p:spPr>
          <a:xfrm>
            <a:off x="57029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c/pca-KAUH-181">
            <a:extLst>
              <a:ext uri="{FF2B5EF4-FFF2-40B4-BE49-F238E27FC236}">
                <a16:creationId xmlns:a16="http://schemas.microsoft.com/office/drawing/2014/main" id="{B860758F-CD40-4A81-B9D7-9499464DFDF9}"/>
              </a:ext>
            </a:extLst>
          </p:cNvPr>
          <p:cNvSpPr>
            <a:spLocks noGrp="1"/>
          </p:cNvSpPr>
          <p:nvPr/>
        </p:nvSpPr>
        <p:spPr>
          <a:xfrm>
            <a:off x="58206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c/pca-KAUH-182">
            <a:extLst>
              <a:ext uri="{FF2B5EF4-FFF2-40B4-BE49-F238E27FC236}">
                <a16:creationId xmlns:a16="http://schemas.microsoft.com/office/drawing/2014/main" id="{56FA5477-57C3-4ACD-AA53-211626354FD2}"/>
              </a:ext>
            </a:extLst>
          </p:cNvPr>
          <p:cNvSpPr>
            <a:spLocks noGrp="1"/>
          </p:cNvSpPr>
          <p:nvPr/>
        </p:nvSpPr>
        <p:spPr>
          <a:xfrm>
            <a:off x="56992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c/pca-KAUH-183">
            <a:extLst>
              <a:ext uri="{FF2B5EF4-FFF2-40B4-BE49-F238E27FC236}">
                <a16:creationId xmlns:a16="http://schemas.microsoft.com/office/drawing/2014/main" id="{629E97EF-A828-4E5F-B88B-CA0B3BB4C367}"/>
              </a:ext>
            </a:extLst>
          </p:cNvPr>
          <p:cNvSpPr>
            <a:spLocks noGrp="1"/>
          </p:cNvSpPr>
          <p:nvPr/>
        </p:nvSpPr>
        <p:spPr>
          <a:xfrm>
            <a:off x="58126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c/pca-KAUH-184">
            <a:extLst>
              <a:ext uri="{FF2B5EF4-FFF2-40B4-BE49-F238E27FC236}">
                <a16:creationId xmlns:a16="http://schemas.microsoft.com/office/drawing/2014/main" id="{82DCE981-E490-447B-892D-C9279B8744C6}"/>
              </a:ext>
            </a:extLst>
          </p:cNvPr>
          <p:cNvSpPr>
            <a:spLocks noGrp="1"/>
          </p:cNvSpPr>
          <p:nvPr/>
        </p:nvSpPr>
        <p:spPr>
          <a:xfrm>
            <a:off x="59065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c/pca-KAUH-185">
            <a:extLst>
              <a:ext uri="{FF2B5EF4-FFF2-40B4-BE49-F238E27FC236}">
                <a16:creationId xmlns:a16="http://schemas.microsoft.com/office/drawing/2014/main" id="{33061837-927B-42C3-B252-93CB67D0BFB1}"/>
              </a:ext>
            </a:extLst>
          </p:cNvPr>
          <p:cNvSpPr>
            <a:spLocks noGrp="1"/>
          </p:cNvSpPr>
          <p:nvPr/>
        </p:nvSpPr>
        <p:spPr>
          <a:xfrm>
            <a:off x="57340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c/pca-KAUH-186">
            <a:extLst>
              <a:ext uri="{FF2B5EF4-FFF2-40B4-BE49-F238E27FC236}">
                <a16:creationId xmlns:a16="http://schemas.microsoft.com/office/drawing/2014/main" id="{65125477-D6AC-4F5E-A8A3-30A33C5C98B6}"/>
              </a:ext>
            </a:extLst>
          </p:cNvPr>
          <p:cNvSpPr>
            <a:spLocks noGrp="1"/>
          </p:cNvSpPr>
          <p:nvPr/>
        </p:nvSpPr>
        <p:spPr>
          <a:xfrm>
            <a:off x="57692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c/pca-KAUH-187">
            <a:extLst>
              <a:ext uri="{FF2B5EF4-FFF2-40B4-BE49-F238E27FC236}">
                <a16:creationId xmlns:a16="http://schemas.microsoft.com/office/drawing/2014/main" id="{08465DF1-85AC-4165-8849-62F24563E777}"/>
              </a:ext>
            </a:extLst>
          </p:cNvPr>
          <p:cNvSpPr>
            <a:spLocks noGrp="1"/>
          </p:cNvSpPr>
          <p:nvPr/>
        </p:nvSpPr>
        <p:spPr>
          <a:xfrm>
            <a:off x="57582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c/pca-KAUH-188">
            <a:extLst>
              <a:ext uri="{FF2B5EF4-FFF2-40B4-BE49-F238E27FC236}">
                <a16:creationId xmlns:a16="http://schemas.microsoft.com/office/drawing/2014/main" id="{6F6EC54C-75D4-425B-9384-DD9ED8579045}"/>
              </a:ext>
            </a:extLst>
          </p:cNvPr>
          <p:cNvSpPr>
            <a:spLocks noGrp="1"/>
          </p:cNvSpPr>
          <p:nvPr/>
        </p:nvSpPr>
        <p:spPr>
          <a:xfrm>
            <a:off x="57810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c/pca-KAUH-189">
            <a:extLst>
              <a:ext uri="{FF2B5EF4-FFF2-40B4-BE49-F238E27FC236}">
                <a16:creationId xmlns:a16="http://schemas.microsoft.com/office/drawing/2014/main" id="{D47DE309-A8B2-4CDD-A1DF-DFC2BEF4777A}"/>
              </a:ext>
            </a:extLst>
          </p:cNvPr>
          <p:cNvSpPr>
            <a:spLocks noGrp="1"/>
          </p:cNvSpPr>
          <p:nvPr/>
        </p:nvSpPr>
        <p:spPr>
          <a:xfrm>
            <a:off x="59228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c/pca-KAUH-190">
            <a:extLst>
              <a:ext uri="{FF2B5EF4-FFF2-40B4-BE49-F238E27FC236}">
                <a16:creationId xmlns:a16="http://schemas.microsoft.com/office/drawing/2014/main" id="{A2BCC7A5-F0E0-489C-8721-AF3FAA39CA48}"/>
              </a:ext>
            </a:extLst>
          </p:cNvPr>
          <p:cNvSpPr>
            <a:spLocks noGrp="1"/>
          </p:cNvSpPr>
          <p:nvPr/>
        </p:nvSpPr>
        <p:spPr>
          <a:xfrm>
            <a:off x="57507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c/pca-KAUH-191">
            <a:extLst>
              <a:ext uri="{FF2B5EF4-FFF2-40B4-BE49-F238E27FC236}">
                <a16:creationId xmlns:a16="http://schemas.microsoft.com/office/drawing/2014/main" id="{17C7F668-D69C-4530-9290-837895DC2A91}"/>
              </a:ext>
            </a:extLst>
          </p:cNvPr>
          <p:cNvSpPr>
            <a:spLocks noGrp="1"/>
          </p:cNvSpPr>
          <p:nvPr/>
        </p:nvSpPr>
        <p:spPr>
          <a:xfrm>
            <a:off x="57518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c/pca-KAUH-192">
            <a:extLst>
              <a:ext uri="{FF2B5EF4-FFF2-40B4-BE49-F238E27FC236}">
                <a16:creationId xmlns:a16="http://schemas.microsoft.com/office/drawing/2014/main" id="{E9722B0D-4915-4B11-9BC1-F59E4A050E3C}"/>
              </a:ext>
            </a:extLst>
          </p:cNvPr>
          <p:cNvSpPr>
            <a:spLocks noGrp="1"/>
          </p:cNvSpPr>
          <p:nvPr/>
        </p:nvSpPr>
        <p:spPr>
          <a:xfrm>
            <a:off x="58822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c/pca-KAUH-193">
            <a:extLst>
              <a:ext uri="{FF2B5EF4-FFF2-40B4-BE49-F238E27FC236}">
                <a16:creationId xmlns:a16="http://schemas.microsoft.com/office/drawing/2014/main" id="{36FAE49F-18FE-4E8C-A32F-B697FAAB1961}"/>
              </a:ext>
            </a:extLst>
          </p:cNvPr>
          <p:cNvSpPr>
            <a:spLocks noGrp="1"/>
          </p:cNvSpPr>
          <p:nvPr/>
        </p:nvSpPr>
        <p:spPr>
          <a:xfrm>
            <a:off x="58781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c/pca-KAUH-194">
            <a:extLst>
              <a:ext uri="{FF2B5EF4-FFF2-40B4-BE49-F238E27FC236}">
                <a16:creationId xmlns:a16="http://schemas.microsoft.com/office/drawing/2014/main" id="{922F30AA-7A25-455B-80A3-93EFC92C7801}"/>
              </a:ext>
            </a:extLst>
          </p:cNvPr>
          <p:cNvSpPr>
            <a:spLocks noGrp="1"/>
          </p:cNvSpPr>
          <p:nvPr/>
        </p:nvSpPr>
        <p:spPr>
          <a:xfrm>
            <a:off x="58673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c/pca-KAUH-195">
            <a:extLst>
              <a:ext uri="{FF2B5EF4-FFF2-40B4-BE49-F238E27FC236}">
                <a16:creationId xmlns:a16="http://schemas.microsoft.com/office/drawing/2014/main" id="{03BF2831-A63C-4BBB-A213-9A698DA789D4}"/>
              </a:ext>
            </a:extLst>
          </p:cNvPr>
          <p:cNvSpPr>
            <a:spLocks noGrp="1"/>
          </p:cNvSpPr>
          <p:nvPr/>
        </p:nvSpPr>
        <p:spPr>
          <a:xfrm>
            <a:off x="57941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c/pca-KAUH-196">
            <a:extLst>
              <a:ext uri="{FF2B5EF4-FFF2-40B4-BE49-F238E27FC236}">
                <a16:creationId xmlns:a16="http://schemas.microsoft.com/office/drawing/2014/main" id="{E45FA35E-A2F0-41A1-A51E-A28AAA97AA96}"/>
              </a:ext>
            </a:extLst>
          </p:cNvPr>
          <p:cNvSpPr>
            <a:spLocks noGrp="1"/>
          </p:cNvSpPr>
          <p:nvPr/>
        </p:nvSpPr>
        <p:spPr>
          <a:xfrm>
            <a:off x="58724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c/pca-KAUH-197">
            <a:extLst>
              <a:ext uri="{FF2B5EF4-FFF2-40B4-BE49-F238E27FC236}">
                <a16:creationId xmlns:a16="http://schemas.microsoft.com/office/drawing/2014/main" id="{EC2230F9-6008-408D-864E-2B2B6386E6DD}"/>
              </a:ext>
            </a:extLst>
          </p:cNvPr>
          <p:cNvSpPr>
            <a:spLocks noGrp="1"/>
          </p:cNvSpPr>
          <p:nvPr/>
        </p:nvSpPr>
        <p:spPr>
          <a:xfrm>
            <a:off x="57715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c/pca-KAUH-198">
            <a:extLst>
              <a:ext uri="{FF2B5EF4-FFF2-40B4-BE49-F238E27FC236}">
                <a16:creationId xmlns:a16="http://schemas.microsoft.com/office/drawing/2014/main" id="{93DFFB81-5403-4A48-9736-B47E63FAA4EA}"/>
              </a:ext>
            </a:extLst>
          </p:cNvPr>
          <p:cNvSpPr>
            <a:spLocks noGrp="1"/>
          </p:cNvSpPr>
          <p:nvPr/>
        </p:nvSpPr>
        <p:spPr>
          <a:xfrm>
            <a:off x="57773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c/pca-KAUH-199">
            <a:extLst>
              <a:ext uri="{FF2B5EF4-FFF2-40B4-BE49-F238E27FC236}">
                <a16:creationId xmlns:a16="http://schemas.microsoft.com/office/drawing/2014/main" id="{F2CF0A8D-799E-4F5E-B6AD-766F33F73573}"/>
              </a:ext>
            </a:extLst>
          </p:cNvPr>
          <p:cNvSpPr>
            <a:spLocks noGrp="1"/>
          </p:cNvSpPr>
          <p:nvPr/>
        </p:nvSpPr>
        <p:spPr>
          <a:xfrm>
            <a:off x="57158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c/pca-KAUH-200">
            <a:extLst>
              <a:ext uri="{FF2B5EF4-FFF2-40B4-BE49-F238E27FC236}">
                <a16:creationId xmlns:a16="http://schemas.microsoft.com/office/drawing/2014/main" id="{695034C3-226B-4188-9058-8CC912464EEA}"/>
              </a:ext>
            </a:extLst>
          </p:cNvPr>
          <p:cNvSpPr>
            <a:spLocks noGrp="1"/>
          </p:cNvSpPr>
          <p:nvPr/>
        </p:nvSpPr>
        <p:spPr>
          <a:xfrm>
            <a:off x="57091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c/pca-KAUH-201">
            <a:extLst>
              <a:ext uri="{FF2B5EF4-FFF2-40B4-BE49-F238E27FC236}">
                <a16:creationId xmlns:a16="http://schemas.microsoft.com/office/drawing/2014/main" id="{A2DEBE31-BEC0-48B2-9BCD-3AAA5D3A9F7F}"/>
              </a:ext>
            </a:extLst>
          </p:cNvPr>
          <p:cNvSpPr>
            <a:spLocks noGrp="1"/>
          </p:cNvSpPr>
          <p:nvPr/>
        </p:nvSpPr>
        <p:spPr>
          <a:xfrm>
            <a:off x="56914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c/pca-KAUH-202">
            <a:extLst>
              <a:ext uri="{FF2B5EF4-FFF2-40B4-BE49-F238E27FC236}">
                <a16:creationId xmlns:a16="http://schemas.microsoft.com/office/drawing/2014/main" id="{90B59E2F-CDAC-4A44-8F6F-7202459DF634}"/>
              </a:ext>
            </a:extLst>
          </p:cNvPr>
          <p:cNvSpPr>
            <a:spLocks noGrp="1"/>
          </p:cNvSpPr>
          <p:nvPr/>
        </p:nvSpPr>
        <p:spPr>
          <a:xfrm>
            <a:off x="58100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c/pca-KAUH-203">
            <a:extLst>
              <a:ext uri="{FF2B5EF4-FFF2-40B4-BE49-F238E27FC236}">
                <a16:creationId xmlns:a16="http://schemas.microsoft.com/office/drawing/2014/main" id="{E740ACF1-FC59-40C7-B49E-CA557341A2F2}"/>
              </a:ext>
            </a:extLst>
          </p:cNvPr>
          <p:cNvSpPr>
            <a:spLocks noGrp="1"/>
          </p:cNvSpPr>
          <p:nvPr/>
        </p:nvSpPr>
        <p:spPr>
          <a:xfrm>
            <a:off x="58303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c/pca-KAUH-204">
            <a:extLst>
              <a:ext uri="{FF2B5EF4-FFF2-40B4-BE49-F238E27FC236}">
                <a16:creationId xmlns:a16="http://schemas.microsoft.com/office/drawing/2014/main" id="{708F043C-9735-4461-93C1-8A75D554C3A2}"/>
              </a:ext>
            </a:extLst>
          </p:cNvPr>
          <p:cNvSpPr>
            <a:spLocks noGrp="1"/>
          </p:cNvSpPr>
          <p:nvPr/>
        </p:nvSpPr>
        <p:spPr>
          <a:xfrm>
            <a:off x="58228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c/pca-KAUH-205">
            <a:extLst>
              <a:ext uri="{FF2B5EF4-FFF2-40B4-BE49-F238E27FC236}">
                <a16:creationId xmlns:a16="http://schemas.microsoft.com/office/drawing/2014/main" id="{B98F6C8C-152B-4C0C-B73F-5C9BB3D1C015}"/>
              </a:ext>
            </a:extLst>
          </p:cNvPr>
          <p:cNvSpPr>
            <a:spLocks noGrp="1"/>
          </p:cNvSpPr>
          <p:nvPr/>
        </p:nvSpPr>
        <p:spPr>
          <a:xfrm>
            <a:off x="59417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c/pca-KAUH-206">
            <a:extLst>
              <a:ext uri="{FF2B5EF4-FFF2-40B4-BE49-F238E27FC236}">
                <a16:creationId xmlns:a16="http://schemas.microsoft.com/office/drawing/2014/main" id="{A54D4DF3-11E6-4E6C-9946-20E13C8A6A3E}"/>
              </a:ext>
            </a:extLst>
          </p:cNvPr>
          <p:cNvSpPr>
            <a:spLocks noGrp="1"/>
          </p:cNvSpPr>
          <p:nvPr/>
        </p:nvSpPr>
        <p:spPr>
          <a:xfrm>
            <a:off x="58217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c/pca-KAUH-207">
            <a:extLst>
              <a:ext uri="{FF2B5EF4-FFF2-40B4-BE49-F238E27FC236}">
                <a16:creationId xmlns:a16="http://schemas.microsoft.com/office/drawing/2014/main" id="{8FB6A7FB-D957-437C-8D82-0444094254C5}"/>
              </a:ext>
            </a:extLst>
          </p:cNvPr>
          <p:cNvSpPr>
            <a:spLocks noGrp="1"/>
          </p:cNvSpPr>
          <p:nvPr/>
        </p:nvSpPr>
        <p:spPr>
          <a:xfrm>
            <a:off x="57288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c/pca-KAUH-208">
            <a:extLst>
              <a:ext uri="{FF2B5EF4-FFF2-40B4-BE49-F238E27FC236}">
                <a16:creationId xmlns:a16="http://schemas.microsoft.com/office/drawing/2014/main" id="{958EC56D-8D41-4ADC-92C1-97525387BADB}"/>
              </a:ext>
            </a:extLst>
          </p:cNvPr>
          <p:cNvSpPr>
            <a:spLocks noGrp="1"/>
          </p:cNvSpPr>
          <p:nvPr/>
        </p:nvSpPr>
        <p:spPr>
          <a:xfrm>
            <a:off x="57509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c/pca-KAUH-209">
            <a:extLst>
              <a:ext uri="{FF2B5EF4-FFF2-40B4-BE49-F238E27FC236}">
                <a16:creationId xmlns:a16="http://schemas.microsoft.com/office/drawing/2014/main" id="{44983517-D139-4101-BA27-5B30D4404C85}"/>
              </a:ext>
            </a:extLst>
          </p:cNvPr>
          <p:cNvSpPr>
            <a:spLocks noGrp="1"/>
          </p:cNvSpPr>
          <p:nvPr/>
        </p:nvSpPr>
        <p:spPr>
          <a:xfrm>
            <a:off x="57923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c/pca-KAUH-210">
            <a:extLst>
              <a:ext uri="{FF2B5EF4-FFF2-40B4-BE49-F238E27FC236}">
                <a16:creationId xmlns:a16="http://schemas.microsoft.com/office/drawing/2014/main" id="{876AB2C0-3C59-4417-971F-29FF0FB7C0B2}"/>
              </a:ext>
            </a:extLst>
          </p:cNvPr>
          <p:cNvSpPr>
            <a:spLocks noGrp="1"/>
          </p:cNvSpPr>
          <p:nvPr/>
        </p:nvSpPr>
        <p:spPr>
          <a:xfrm>
            <a:off x="57842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c/pca-KAUH-211">
            <a:extLst>
              <a:ext uri="{FF2B5EF4-FFF2-40B4-BE49-F238E27FC236}">
                <a16:creationId xmlns:a16="http://schemas.microsoft.com/office/drawing/2014/main" id="{163D37AF-30A7-4992-9974-1CD088792CAB}"/>
              </a:ext>
            </a:extLst>
          </p:cNvPr>
          <p:cNvSpPr>
            <a:spLocks noGrp="1"/>
          </p:cNvSpPr>
          <p:nvPr/>
        </p:nvSpPr>
        <p:spPr>
          <a:xfrm>
            <a:off x="58533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c/pca-KAUH-212">
            <a:extLst>
              <a:ext uri="{FF2B5EF4-FFF2-40B4-BE49-F238E27FC236}">
                <a16:creationId xmlns:a16="http://schemas.microsoft.com/office/drawing/2014/main" id="{C7AE3208-AE07-4C6A-8EFB-1CCA075319BC}"/>
              </a:ext>
            </a:extLst>
          </p:cNvPr>
          <p:cNvSpPr>
            <a:spLocks noGrp="1"/>
          </p:cNvSpPr>
          <p:nvPr/>
        </p:nvSpPr>
        <p:spPr>
          <a:xfrm>
            <a:off x="57462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c/pca-KAUH-213">
            <a:extLst>
              <a:ext uri="{FF2B5EF4-FFF2-40B4-BE49-F238E27FC236}">
                <a16:creationId xmlns:a16="http://schemas.microsoft.com/office/drawing/2014/main" id="{D357CAC9-3880-4224-8818-2F484F53E593}"/>
              </a:ext>
            </a:extLst>
          </p:cNvPr>
          <p:cNvSpPr>
            <a:spLocks noGrp="1"/>
          </p:cNvSpPr>
          <p:nvPr/>
        </p:nvSpPr>
        <p:spPr>
          <a:xfrm>
            <a:off x="56417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c/pca-KAUH-214">
            <a:extLst>
              <a:ext uri="{FF2B5EF4-FFF2-40B4-BE49-F238E27FC236}">
                <a16:creationId xmlns:a16="http://schemas.microsoft.com/office/drawing/2014/main" id="{F4592DCF-0A61-4EB0-908C-77BA0499A2ED}"/>
              </a:ext>
            </a:extLst>
          </p:cNvPr>
          <p:cNvSpPr>
            <a:spLocks noGrp="1"/>
          </p:cNvSpPr>
          <p:nvPr/>
        </p:nvSpPr>
        <p:spPr>
          <a:xfrm>
            <a:off x="59073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c/pca-KAUH-215">
            <a:extLst>
              <a:ext uri="{FF2B5EF4-FFF2-40B4-BE49-F238E27FC236}">
                <a16:creationId xmlns:a16="http://schemas.microsoft.com/office/drawing/2014/main" id="{F307F0A6-6573-4013-8B67-9F26E13839C6}"/>
              </a:ext>
            </a:extLst>
          </p:cNvPr>
          <p:cNvSpPr>
            <a:spLocks noGrp="1"/>
          </p:cNvSpPr>
          <p:nvPr/>
        </p:nvSpPr>
        <p:spPr>
          <a:xfrm>
            <a:off x="57552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c/pca-KAUH-216">
            <a:extLst>
              <a:ext uri="{FF2B5EF4-FFF2-40B4-BE49-F238E27FC236}">
                <a16:creationId xmlns:a16="http://schemas.microsoft.com/office/drawing/2014/main" id="{A4DF5638-57DF-4830-B97F-A28397EC164A}"/>
              </a:ext>
            </a:extLst>
          </p:cNvPr>
          <p:cNvSpPr>
            <a:spLocks noGrp="1"/>
          </p:cNvSpPr>
          <p:nvPr/>
        </p:nvSpPr>
        <p:spPr>
          <a:xfrm>
            <a:off x="57701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c/pca-KAUH-217">
            <a:extLst>
              <a:ext uri="{FF2B5EF4-FFF2-40B4-BE49-F238E27FC236}">
                <a16:creationId xmlns:a16="http://schemas.microsoft.com/office/drawing/2014/main" id="{0CB51AD3-964D-4AB3-8A47-BF7B9BBE2128}"/>
              </a:ext>
            </a:extLst>
          </p:cNvPr>
          <p:cNvSpPr>
            <a:spLocks noGrp="1"/>
          </p:cNvSpPr>
          <p:nvPr/>
        </p:nvSpPr>
        <p:spPr>
          <a:xfrm>
            <a:off x="58655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c/pca-KAUH-218">
            <a:extLst>
              <a:ext uri="{FF2B5EF4-FFF2-40B4-BE49-F238E27FC236}">
                <a16:creationId xmlns:a16="http://schemas.microsoft.com/office/drawing/2014/main" id="{0C69BDC4-7FDA-4D5B-AD60-81310A6CA4A4}"/>
              </a:ext>
            </a:extLst>
          </p:cNvPr>
          <p:cNvSpPr>
            <a:spLocks noGrp="1"/>
          </p:cNvSpPr>
          <p:nvPr/>
        </p:nvSpPr>
        <p:spPr>
          <a:xfrm>
            <a:off x="57786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c/pca-KAUH-219">
            <a:extLst>
              <a:ext uri="{FF2B5EF4-FFF2-40B4-BE49-F238E27FC236}">
                <a16:creationId xmlns:a16="http://schemas.microsoft.com/office/drawing/2014/main" id="{CE61ADA9-3617-47BB-98B3-E85D21FD1F62}"/>
              </a:ext>
            </a:extLst>
          </p:cNvPr>
          <p:cNvSpPr>
            <a:spLocks noGrp="1"/>
          </p:cNvSpPr>
          <p:nvPr/>
        </p:nvSpPr>
        <p:spPr>
          <a:xfrm>
            <a:off x="57475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c/pca-KAUH-220">
            <a:extLst>
              <a:ext uri="{FF2B5EF4-FFF2-40B4-BE49-F238E27FC236}">
                <a16:creationId xmlns:a16="http://schemas.microsoft.com/office/drawing/2014/main" id="{D1FF3673-627C-46AD-B462-EDB2C64D27A0}"/>
              </a:ext>
            </a:extLst>
          </p:cNvPr>
          <p:cNvSpPr>
            <a:spLocks noGrp="1"/>
          </p:cNvSpPr>
          <p:nvPr/>
        </p:nvSpPr>
        <p:spPr>
          <a:xfrm>
            <a:off x="58064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c/pca-KAUH-221">
            <a:extLst>
              <a:ext uri="{FF2B5EF4-FFF2-40B4-BE49-F238E27FC236}">
                <a16:creationId xmlns:a16="http://schemas.microsoft.com/office/drawing/2014/main" id="{1D2A3A0F-5C28-4100-B036-E98D62A8F5B4}"/>
              </a:ext>
            </a:extLst>
          </p:cNvPr>
          <p:cNvSpPr>
            <a:spLocks noGrp="1"/>
          </p:cNvSpPr>
          <p:nvPr/>
        </p:nvSpPr>
        <p:spPr>
          <a:xfrm>
            <a:off x="58781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c/pca-KAUH-222">
            <a:extLst>
              <a:ext uri="{FF2B5EF4-FFF2-40B4-BE49-F238E27FC236}">
                <a16:creationId xmlns:a16="http://schemas.microsoft.com/office/drawing/2014/main" id="{16E4D2D0-5F82-4F49-A18E-A9F6329325EA}"/>
              </a:ext>
            </a:extLst>
          </p:cNvPr>
          <p:cNvSpPr>
            <a:spLocks noGrp="1"/>
          </p:cNvSpPr>
          <p:nvPr/>
        </p:nvSpPr>
        <p:spPr>
          <a:xfrm>
            <a:off x="58035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c/pca-KAUH-223">
            <a:extLst>
              <a:ext uri="{FF2B5EF4-FFF2-40B4-BE49-F238E27FC236}">
                <a16:creationId xmlns:a16="http://schemas.microsoft.com/office/drawing/2014/main" id="{CB4A9314-2EAA-47E3-8E31-28D468832F95}"/>
              </a:ext>
            </a:extLst>
          </p:cNvPr>
          <p:cNvSpPr>
            <a:spLocks noGrp="1"/>
          </p:cNvSpPr>
          <p:nvPr/>
        </p:nvSpPr>
        <p:spPr>
          <a:xfrm>
            <a:off x="58572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c/pca-KAUH-224">
            <a:extLst>
              <a:ext uri="{FF2B5EF4-FFF2-40B4-BE49-F238E27FC236}">
                <a16:creationId xmlns:a16="http://schemas.microsoft.com/office/drawing/2014/main" id="{F40937D7-D3CA-494D-B6EB-7158215D0271}"/>
              </a:ext>
            </a:extLst>
          </p:cNvPr>
          <p:cNvSpPr>
            <a:spLocks noGrp="1"/>
          </p:cNvSpPr>
          <p:nvPr/>
        </p:nvSpPr>
        <p:spPr>
          <a:xfrm>
            <a:off x="57269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c/pca-KAUH-225">
            <a:extLst>
              <a:ext uri="{FF2B5EF4-FFF2-40B4-BE49-F238E27FC236}">
                <a16:creationId xmlns:a16="http://schemas.microsoft.com/office/drawing/2014/main" id="{42AA5239-3D86-43F2-A31E-9F3A0C14328B}"/>
              </a:ext>
            </a:extLst>
          </p:cNvPr>
          <p:cNvSpPr>
            <a:spLocks noGrp="1"/>
          </p:cNvSpPr>
          <p:nvPr/>
        </p:nvSpPr>
        <p:spPr>
          <a:xfrm>
            <a:off x="57646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c/pca-KAUH-226">
            <a:extLst>
              <a:ext uri="{FF2B5EF4-FFF2-40B4-BE49-F238E27FC236}">
                <a16:creationId xmlns:a16="http://schemas.microsoft.com/office/drawing/2014/main" id="{FD7C4ADE-FD47-404E-B4C9-18951395D4B6}"/>
              </a:ext>
            </a:extLst>
          </p:cNvPr>
          <p:cNvSpPr>
            <a:spLocks noGrp="1"/>
          </p:cNvSpPr>
          <p:nvPr/>
        </p:nvSpPr>
        <p:spPr>
          <a:xfrm>
            <a:off x="57953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c/pca-KAUH-227">
            <a:extLst>
              <a:ext uri="{FF2B5EF4-FFF2-40B4-BE49-F238E27FC236}">
                <a16:creationId xmlns:a16="http://schemas.microsoft.com/office/drawing/2014/main" id="{B386DD0A-9186-4361-B917-66D3A4D35E83}"/>
              </a:ext>
            </a:extLst>
          </p:cNvPr>
          <p:cNvSpPr>
            <a:spLocks noGrp="1"/>
          </p:cNvSpPr>
          <p:nvPr/>
        </p:nvSpPr>
        <p:spPr>
          <a:xfrm>
            <a:off x="57951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c/pca-KAUH-228">
            <a:extLst>
              <a:ext uri="{FF2B5EF4-FFF2-40B4-BE49-F238E27FC236}">
                <a16:creationId xmlns:a16="http://schemas.microsoft.com/office/drawing/2014/main" id="{32881488-EB06-4C76-BDC1-6E72C38E135A}"/>
              </a:ext>
            </a:extLst>
          </p:cNvPr>
          <p:cNvSpPr>
            <a:spLocks noGrp="1"/>
          </p:cNvSpPr>
          <p:nvPr/>
        </p:nvSpPr>
        <p:spPr>
          <a:xfrm>
            <a:off x="57351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c/pca-KAUH-229">
            <a:extLst>
              <a:ext uri="{FF2B5EF4-FFF2-40B4-BE49-F238E27FC236}">
                <a16:creationId xmlns:a16="http://schemas.microsoft.com/office/drawing/2014/main" id="{8227162D-7E97-4CD9-BDBD-BFFECF50F156}"/>
              </a:ext>
            </a:extLst>
          </p:cNvPr>
          <p:cNvSpPr>
            <a:spLocks noGrp="1"/>
          </p:cNvSpPr>
          <p:nvPr/>
        </p:nvSpPr>
        <p:spPr>
          <a:xfrm>
            <a:off x="57114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c/pca-KAUH-230">
            <a:extLst>
              <a:ext uri="{FF2B5EF4-FFF2-40B4-BE49-F238E27FC236}">
                <a16:creationId xmlns:a16="http://schemas.microsoft.com/office/drawing/2014/main" id="{B0A680C7-F675-40F7-B80C-1BCBFBFA9C64}"/>
              </a:ext>
            </a:extLst>
          </p:cNvPr>
          <p:cNvSpPr>
            <a:spLocks noGrp="1"/>
          </p:cNvSpPr>
          <p:nvPr/>
        </p:nvSpPr>
        <p:spPr>
          <a:xfrm>
            <a:off x="56992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c/pca-KAUH-231">
            <a:extLst>
              <a:ext uri="{FF2B5EF4-FFF2-40B4-BE49-F238E27FC236}">
                <a16:creationId xmlns:a16="http://schemas.microsoft.com/office/drawing/2014/main" id="{8D64DC18-5AF2-42F1-B4A5-6AE3C25838E8}"/>
              </a:ext>
            </a:extLst>
          </p:cNvPr>
          <p:cNvSpPr>
            <a:spLocks noGrp="1"/>
          </p:cNvSpPr>
          <p:nvPr/>
        </p:nvSpPr>
        <p:spPr>
          <a:xfrm>
            <a:off x="58794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c/pca-KAUH-232">
            <a:extLst>
              <a:ext uri="{FF2B5EF4-FFF2-40B4-BE49-F238E27FC236}">
                <a16:creationId xmlns:a16="http://schemas.microsoft.com/office/drawing/2014/main" id="{9FD84775-8984-49DE-A675-C00701716596}"/>
              </a:ext>
            </a:extLst>
          </p:cNvPr>
          <p:cNvSpPr>
            <a:spLocks noGrp="1"/>
          </p:cNvSpPr>
          <p:nvPr/>
        </p:nvSpPr>
        <p:spPr>
          <a:xfrm>
            <a:off x="57993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c/pca-KAUH-233">
            <a:extLst>
              <a:ext uri="{FF2B5EF4-FFF2-40B4-BE49-F238E27FC236}">
                <a16:creationId xmlns:a16="http://schemas.microsoft.com/office/drawing/2014/main" id="{8D2857F6-DD34-4487-B89A-11C850023807}"/>
              </a:ext>
            </a:extLst>
          </p:cNvPr>
          <p:cNvSpPr>
            <a:spLocks noGrp="1"/>
          </p:cNvSpPr>
          <p:nvPr/>
        </p:nvSpPr>
        <p:spPr>
          <a:xfrm>
            <a:off x="57033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c/pca-KAUH-234">
            <a:extLst>
              <a:ext uri="{FF2B5EF4-FFF2-40B4-BE49-F238E27FC236}">
                <a16:creationId xmlns:a16="http://schemas.microsoft.com/office/drawing/2014/main" id="{5FAAC994-F607-4075-AAE7-39FF09E85338}"/>
              </a:ext>
            </a:extLst>
          </p:cNvPr>
          <p:cNvSpPr>
            <a:spLocks noGrp="1"/>
          </p:cNvSpPr>
          <p:nvPr/>
        </p:nvSpPr>
        <p:spPr>
          <a:xfrm>
            <a:off x="59413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c/pca-KAUH-235">
            <a:extLst>
              <a:ext uri="{FF2B5EF4-FFF2-40B4-BE49-F238E27FC236}">
                <a16:creationId xmlns:a16="http://schemas.microsoft.com/office/drawing/2014/main" id="{D574B005-9F90-49B0-A5C8-10A58236232E}"/>
              </a:ext>
            </a:extLst>
          </p:cNvPr>
          <p:cNvSpPr>
            <a:spLocks noGrp="1"/>
          </p:cNvSpPr>
          <p:nvPr/>
        </p:nvSpPr>
        <p:spPr>
          <a:xfrm>
            <a:off x="58215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c/pca-KAUH-236">
            <a:extLst>
              <a:ext uri="{FF2B5EF4-FFF2-40B4-BE49-F238E27FC236}">
                <a16:creationId xmlns:a16="http://schemas.microsoft.com/office/drawing/2014/main" id="{E10D7D82-5FBF-4865-9693-66A8D693E27A}"/>
              </a:ext>
            </a:extLst>
          </p:cNvPr>
          <p:cNvSpPr>
            <a:spLocks noGrp="1"/>
          </p:cNvSpPr>
          <p:nvPr/>
        </p:nvSpPr>
        <p:spPr>
          <a:xfrm>
            <a:off x="57334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c/pca-KAUH-237">
            <a:extLst>
              <a:ext uri="{FF2B5EF4-FFF2-40B4-BE49-F238E27FC236}">
                <a16:creationId xmlns:a16="http://schemas.microsoft.com/office/drawing/2014/main" id="{AD1BBA6D-1ECE-4A4A-A77F-20BD4E61DD80}"/>
              </a:ext>
            </a:extLst>
          </p:cNvPr>
          <p:cNvSpPr>
            <a:spLocks noGrp="1"/>
          </p:cNvSpPr>
          <p:nvPr/>
        </p:nvSpPr>
        <p:spPr>
          <a:xfrm>
            <a:off x="57179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c/pca-KAUH-238">
            <a:extLst>
              <a:ext uri="{FF2B5EF4-FFF2-40B4-BE49-F238E27FC236}">
                <a16:creationId xmlns:a16="http://schemas.microsoft.com/office/drawing/2014/main" id="{7F2591B8-7354-41F1-8F48-FFF087DE6856}"/>
              </a:ext>
            </a:extLst>
          </p:cNvPr>
          <p:cNvSpPr>
            <a:spLocks noGrp="1"/>
          </p:cNvSpPr>
          <p:nvPr/>
        </p:nvSpPr>
        <p:spPr>
          <a:xfrm>
            <a:off x="57063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c/pca-KAUH-239">
            <a:extLst>
              <a:ext uri="{FF2B5EF4-FFF2-40B4-BE49-F238E27FC236}">
                <a16:creationId xmlns:a16="http://schemas.microsoft.com/office/drawing/2014/main" id="{07AD83B5-199C-4DD9-BD16-F503A1710906}"/>
              </a:ext>
            </a:extLst>
          </p:cNvPr>
          <p:cNvSpPr>
            <a:spLocks noGrp="1"/>
          </p:cNvSpPr>
          <p:nvPr/>
        </p:nvSpPr>
        <p:spPr>
          <a:xfrm>
            <a:off x="58489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c/pca-KAUH-240">
            <a:extLst>
              <a:ext uri="{FF2B5EF4-FFF2-40B4-BE49-F238E27FC236}">
                <a16:creationId xmlns:a16="http://schemas.microsoft.com/office/drawing/2014/main" id="{17353543-457C-46EB-9FAB-843DAC559BE0}"/>
              </a:ext>
            </a:extLst>
          </p:cNvPr>
          <p:cNvSpPr>
            <a:spLocks noGrp="1"/>
          </p:cNvSpPr>
          <p:nvPr/>
        </p:nvSpPr>
        <p:spPr>
          <a:xfrm>
            <a:off x="58218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c/pca-KAUH-241">
            <a:extLst>
              <a:ext uri="{FF2B5EF4-FFF2-40B4-BE49-F238E27FC236}">
                <a16:creationId xmlns:a16="http://schemas.microsoft.com/office/drawing/2014/main" id="{71A7BDFF-D7A1-4101-AC4E-F17AF74EFDD0}"/>
              </a:ext>
            </a:extLst>
          </p:cNvPr>
          <p:cNvSpPr>
            <a:spLocks noGrp="1"/>
          </p:cNvSpPr>
          <p:nvPr/>
        </p:nvSpPr>
        <p:spPr>
          <a:xfrm>
            <a:off x="56529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c/pca-KAUH-242">
            <a:extLst>
              <a:ext uri="{FF2B5EF4-FFF2-40B4-BE49-F238E27FC236}">
                <a16:creationId xmlns:a16="http://schemas.microsoft.com/office/drawing/2014/main" id="{B0B3FA68-9F9C-48A3-BB67-8040CE154AD5}"/>
              </a:ext>
            </a:extLst>
          </p:cNvPr>
          <p:cNvSpPr>
            <a:spLocks noGrp="1"/>
          </p:cNvSpPr>
          <p:nvPr/>
        </p:nvSpPr>
        <p:spPr>
          <a:xfrm>
            <a:off x="58133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c/pca-KAUH-243">
            <a:extLst>
              <a:ext uri="{FF2B5EF4-FFF2-40B4-BE49-F238E27FC236}">
                <a16:creationId xmlns:a16="http://schemas.microsoft.com/office/drawing/2014/main" id="{6FC5AD41-F9DC-4991-A0C9-A95E2CED49AF}"/>
              </a:ext>
            </a:extLst>
          </p:cNvPr>
          <p:cNvSpPr>
            <a:spLocks noGrp="1"/>
          </p:cNvSpPr>
          <p:nvPr/>
        </p:nvSpPr>
        <p:spPr>
          <a:xfrm>
            <a:off x="58793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c/pca-KAUH-244">
            <a:extLst>
              <a:ext uri="{FF2B5EF4-FFF2-40B4-BE49-F238E27FC236}">
                <a16:creationId xmlns:a16="http://schemas.microsoft.com/office/drawing/2014/main" id="{16DE66DD-D6B9-47AB-BEF7-14BFDBD17716}"/>
              </a:ext>
            </a:extLst>
          </p:cNvPr>
          <p:cNvSpPr>
            <a:spLocks noGrp="1"/>
          </p:cNvSpPr>
          <p:nvPr/>
        </p:nvSpPr>
        <p:spPr>
          <a:xfrm>
            <a:off x="57037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c/pca-KAUH-245">
            <a:extLst>
              <a:ext uri="{FF2B5EF4-FFF2-40B4-BE49-F238E27FC236}">
                <a16:creationId xmlns:a16="http://schemas.microsoft.com/office/drawing/2014/main" id="{4E7467AA-0A2A-4BAE-8220-088B77DDDD01}"/>
              </a:ext>
            </a:extLst>
          </p:cNvPr>
          <p:cNvSpPr>
            <a:spLocks noGrp="1"/>
          </p:cNvSpPr>
          <p:nvPr/>
        </p:nvSpPr>
        <p:spPr>
          <a:xfrm>
            <a:off x="57792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c/pca-KAUH-246">
            <a:extLst>
              <a:ext uri="{FF2B5EF4-FFF2-40B4-BE49-F238E27FC236}">
                <a16:creationId xmlns:a16="http://schemas.microsoft.com/office/drawing/2014/main" id="{C0240721-70E3-4259-934E-30813EFC0D2F}"/>
              </a:ext>
            </a:extLst>
          </p:cNvPr>
          <p:cNvSpPr>
            <a:spLocks noGrp="1"/>
          </p:cNvSpPr>
          <p:nvPr/>
        </p:nvSpPr>
        <p:spPr>
          <a:xfrm>
            <a:off x="57388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c/pca-KAUH-247">
            <a:extLst>
              <a:ext uri="{FF2B5EF4-FFF2-40B4-BE49-F238E27FC236}">
                <a16:creationId xmlns:a16="http://schemas.microsoft.com/office/drawing/2014/main" id="{BDBDA6BC-87D9-4B86-A2A8-DAD51A81DE26}"/>
              </a:ext>
            </a:extLst>
          </p:cNvPr>
          <p:cNvSpPr>
            <a:spLocks noGrp="1"/>
          </p:cNvSpPr>
          <p:nvPr/>
        </p:nvSpPr>
        <p:spPr>
          <a:xfrm>
            <a:off x="58497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c/pca-KAUH-248">
            <a:extLst>
              <a:ext uri="{FF2B5EF4-FFF2-40B4-BE49-F238E27FC236}">
                <a16:creationId xmlns:a16="http://schemas.microsoft.com/office/drawing/2014/main" id="{C030B8CB-3AC2-4F8D-BADE-09F93B3B4DCB}"/>
              </a:ext>
            </a:extLst>
          </p:cNvPr>
          <p:cNvSpPr>
            <a:spLocks noGrp="1"/>
          </p:cNvSpPr>
          <p:nvPr/>
        </p:nvSpPr>
        <p:spPr>
          <a:xfrm>
            <a:off x="58479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c/pca-KAUH-249">
            <a:extLst>
              <a:ext uri="{FF2B5EF4-FFF2-40B4-BE49-F238E27FC236}">
                <a16:creationId xmlns:a16="http://schemas.microsoft.com/office/drawing/2014/main" id="{127A7633-D3E2-4218-8D1F-D9E18866AD88}"/>
              </a:ext>
            </a:extLst>
          </p:cNvPr>
          <p:cNvSpPr>
            <a:spLocks noGrp="1"/>
          </p:cNvSpPr>
          <p:nvPr/>
        </p:nvSpPr>
        <p:spPr>
          <a:xfrm>
            <a:off x="56574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c/pca-KAUH-250">
            <a:extLst>
              <a:ext uri="{FF2B5EF4-FFF2-40B4-BE49-F238E27FC236}">
                <a16:creationId xmlns:a16="http://schemas.microsoft.com/office/drawing/2014/main" id="{94325883-A74F-4D20-B1D7-C6EA9F5BDCEE}"/>
              </a:ext>
            </a:extLst>
          </p:cNvPr>
          <p:cNvSpPr>
            <a:spLocks noGrp="1"/>
          </p:cNvSpPr>
          <p:nvPr/>
        </p:nvSpPr>
        <p:spPr>
          <a:xfrm>
            <a:off x="57092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c/pca-KAUH-251">
            <a:extLst>
              <a:ext uri="{FF2B5EF4-FFF2-40B4-BE49-F238E27FC236}">
                <a16:creationId xmlns:a16="http://schemas.microsoft.com/office/drawing/2014/main" id="{A754F0FA-15A6-42AF-A4A4-6D48EEC918BB}"/>
              </a:ext>
            </a:extLst>
          </p:cNvPr>
          <p:cNvSpPr>
            <a:spLocks noGrp="1"/>
          </p:cNvSpPr>
          <p:nvPr/>
        </p:nvSpPr>
        <p:spPr>
          <a:xfrm>
            <a:off x="58391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c/pca-KAUH-252">
            <a:extLst>
              <a:ext uri="{FF2B5EF4-FFF2-40B4-BE49-F238E27FC236}">
                <a16:creationId xmlns:a16="http://schemas.microsoft.com/office/drawing/2014/main" id="{65C6543E-387B-4524-85DE-43E64E48A351}"/>
              </a:ext>
            </a:extLst>
          </p:cNvPr>
          <p:cNvSpPr>
            <a:spLocks noGrp="1"/>
          </p:cNvSpPr>
          <p:nvPr/>
        </p:nvSpPr>
        <p:spPr>
          <a:xfrm>
            <a:off x="58485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c/pca-KAUH-253">
            <a:extLst>
              <a:ext uri="{FF2B5EF4-FFF2-40B4-BE49-F238E27FC236}">
                <a16:creationId xmlns:a16="http://schemas.microsoft.com/office/drawing/2014/main" id="{D7B7EB62-AB1F-4E62-B73D-EAD333C9BD5F}"/>
              </a:ext>
            </a:extLst>
          </p:cNvPr>
          <p:cNvSpPr>
            <a:spLocks noGrp="1"/>
          </p:cNvSpPr>
          <p:nvPr/>
        </p:nvSpPr>
        <p:spPr>
          <a:xfrm>
            <a:off x="57545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c/pca-KAUH-254">
            <a:extLst>
              <a:ext uri="{FF2B5EF4-FFF2-40B4-BE49-F238E27FC236}">
                <a16:creationId xmlns:a16="http://schemas.microsoft.com/office/drawing/2014/main" id="{E7DCAE47-2C9B-455D-8B2D-40B2EBD91793}"/>
              </a:ext>
            </a:extLst>
          </p:cNvPr>
          <p:cNvSpPr>
            <a:spLocks noGrp="1"/>
          </p:cNvSpPr>
          <p:nvPr/>
        </p:nvSpPr>
        <p:spPr>
          <a:xfrm>
            <a:off x="58067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c/pca-KAUH-255">
            <a:extLst>
              <a:ext uri="{FF2B5EF4-FFF2-40B4-BE49-F238E27FC236}">
                <a16:creationId xmlns:a16="http://schemas.microsoft.com/office/drawing/2014/main" id="{A4FBFE1B-8D4B-4556-ABCF-19BAC8E02A5A}"/>
              </a:ext>
            </a:extLst>
          </p:cNvPr>
          <p:cNvSpPr>
            <a:spLocks noGrp="1"/>
          </p:cNvSpPr>
          <p:nvPr/>
        </p:nvSpPr>
        <p:spPr>
          <a:xfrm>
            <a:off x="57817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c/pca-KAUH-256">
            <a:extLst>
              <a:ext uri="{FF2B5EF4-FFF2-40B4-BE49-F238E27FC236}">
                <a16:creationId xmlns:a16="http://schemas.microsoft.com/office/drawing/2014/main" id="{A922BB9F-D9CC-429A-A386-A4546507A6BA}"/>
              </a:ext>
            </a:extLst>
          </p:cNvPr>
          <p:cNvSpPr>
            <a:spLocks noGrp="1"/>
          </p:cNvSpPr>
          <p:nvPr/>
        </p:nvSpPr>
        <p:spPr>
          <a:xfrm>
            <a:off x="58530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c/pca-KAUH-257">
            <a:extLst>
              <a:ext uri="{FF2B5EF4-FFF2-40B4-BE49-F238E27FC236}">
                <a16:creationId xmlns:a16="http://schemas.microsoft.com/office/drawing/2014/main" id="{3FD45440-6071-40F9-9DCE-BA74C16EE6A8}"/>
              </a:ext>
            </a:extLst>
          </p:cNvPr>
          <p:cNvSpPr>
            <a:spLocks noGrp="1"/>
          </p:cNvSpPr>
          <p:nvPr/>
        </p:nvSpPr>
        <p:spPr>
          <a:xfrm>
            <a:off x="57581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c/pca-KAUH-258">
            <a:extLst>
              <a:ext uri="{FF2B5EF4-FFF2-40B4-BE49-F238E27FC236}">
                <a16:creationId xmlns:a16="http://schemas.microsoft.com/office/drawing/2014/main" id="{A2FE06D5-15CA-47AF-84BC-89D7D18DBA17}"/>
              </a:ext>
            </a:extLst>
          </p:cNvPr>
          <p:cNvSpPr>
            <a:spLocks noGrp="1"/>
          </p:cNvSpPr>
          <p:nvPr/>
        </p:nvSpPr>
        <p:spPr>
          <a:xfrm>
            <a:off x="58995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c/pca-KAUH-259">
            <a:extLst>
              <a:ext uri="{FF2B5EF4-FFF2-40B4-BE49-F238E27FC236}">
                <a16:creationId xmlns:a16="http://schemas.microsoft.com/office/drawing/2014/main" id="{AC64665C-2080-4268-8677-8FD3F0F9A4D0}"/>
              </a:ext>
            </a:extLst>
          </p:cNvPr>
          <p:cNvSpPr>
            <a:spLocks noGrp="1"/>
          </p:cNvSpPr>
          <p:nvPr/>
        </p:nvSpPr>
        <p:spPr>
          <a:xfrm>
            <a:off x="57956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c/pca-KAUH-260">
            <a:extLst>
              <a:ext uri="{FF2B5EF4-FFF2-40B4-BE49-F238E27FC236}">
                <a16:creationId xmlns:a16="http://schemas.microsoft.com/office/drawing/2014/main" id="{21B15322-1362-46E1-877E-C13BD17F633E}"/>
              </a:ext>
            </a:extLst>
          </p:cNvPr>
          <p:cNvSpPr>
            <a:spLocks noGrp="1"/>
          </p:cNvSpPr>
          <p:nvPr/>
        </p:nvSpPr>
        <p:spPr>
          <a:xfrm>
            <a:off x="58201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c/pca-KAUH-261">
            <a:extLst>
              <a:ext uri="{FF2B5EF4-FFF2-40B4-BE49-F238E27FC236}">
                <a16:creationId xmlns:a16="http://schemas.microsoft.com/office/drawing/2014/main" id="{F9F09C13-19BF-4C83-9A48-EC3327E05B87}"/>
              </a:ext>
            </a:extLst>
          </p:cNvPr>
          <p:cNvSpPr>
            <a:spLocks noGrp="1"/>
          </p:cNvSpPr>
          <p:nvPr/>
        </p:nvSpPr>
        <p:spPr>
          <a:xfrm>
            <a:off x="59175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c/pca-KAUH-262">
            <a:extLst>
              <a:ext uri="{FF2B5EF4-FFF2-40B4-BE49-F238E27FC236}">
                <a16:creationId xmlns:a16="http://schemas.microsoft.com/office/drawing/2014/main" id="{0F76F791-E713-4260-8AAF-9CB81560F634}"/>
              </a:ext>
            </a:extLst>
          </p:cNvPr>
          <p:cNvSpPr>
            <a:spLocks noGrp="1"/>
          </p:cNvSpPr>
          <p:nvPr/>
        </p:nvSpPr>
        <p:spPr>
          <a:xfrm>
            <a:off x="57276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c/pca-KAUH-263">
            <a:extLst>
              <a:ext uri="{FF2B5EF4-FFF2-40B4-BE49-F238E27FC236}">
                <a16:creationId xmlns:a16="http://schemas.microsoft.com/office/drawing/2014/main" id="{5610DBDF-6ED0-4185-9359-0BF3D19AF44B}"/>
              </a:ext>
            </a:extLst>
          </p:cNvPr>
          <p:cNvSpPr>
            <a:spLocks noGrp="1"/>
          </p:cNvSpPr>
          <p:nvPr/>
        </p:nvSpPr>
        <p:spPr>
          <a:xfrm>
            <a:off x="58863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c/pca-KAUH-264">
            <a:extLst>
              <a:ext uri="{FF2B5EF4-FFF2-40B4-BE49-F238E27FC236}">
                <a16:creationId xmlns:a16="http://schemas.microsoft.com/office/drawing/2014/main" id="{2CA1A6FD-BED3-4D7B-A8A8-5CD815C92FD2}"/>
              </a:ext>
            </a:extLst>
          </p:cNvPr>
          <p:cNvSpPr>
            <a:spLocks noGrp="1"/>
          </p:cNvSpPr>
          <p:nvPr/>
        </p:nvSpPr>
        <p:spPr>
          <a:xfrm>
            <a:off x="58709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c/pca-KAUH-265">
            <a:extLst>
              <a:ext uri="{FF2B5EF4-FFF2-40B4-BE49-F238E27FC236}">
                <a16:creationId xmlns:a16="http://schemas.microsoft.com/office/drawing/2014/main" id="{2428EB7A-8841-4252-A1F8-E621F800F935}"/>
              </a:ext>
            </a:extLst>
          </p:cNvPr>
          <p:cNvSpPr>
            <a:spLocks noGrp="1"/>
          </p:cNvSpPr>
          <p:nvPr/>
        </p:nvSpPr>
        <p:spPr>
          <a:xfrm>
            <a:off x="58283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c/pca-KAUH-266">
            <a:extLst>
              <a:ext uri="{FF2B5EF4-FFF2-40B4-BE49-F238E27FC236}">
                <a16:creationId xmlns:a16="http://schemas.microsoft.com/office/drawing/2014/main" id="{59F55054-4FE6-4990-B5C9-86017374CB1A}"/>
              </a:ext>
            </a:extLst>
          </p:cNvPr>
          <p:cNvSpPr>
            <a:spLocks noGrp="1"/>
          </p:cNvSpPr>
          <p:nvPr/>
        </p:nvSpPr>
        <p:spPr>
          <a:xfrm>
            <a:off x="55861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c/pca-KAUH-267">
            <a:extLst>
              <a:ext uri="{FF2B5EF4-FFF2-40B4-BE49-F238E27FC236}">
                <a16:creationId xmlns:a16="http://schemas.microsoft.com/office/drawing/2014/main" id="{BDECB4D5-9F4A-4ACF-81C5-D637B4317E07}"/>
              </a:ext>
            </a:extLst>
          </p:cNvPr>
          <p:cNvSpPr>
            <a:spLocks noGrp="1"/>
          </p:cNvSpPr>
          <p:nvPr/>
        </p:nvSpPr>
        <p:spPr>
          <a:xfrm>
            <a:off x="58290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c/pca-KAUH-268">
            <a:extLst>
              <a:ext uri="{FF2B5EF4-FFF2-40B4-BE49-F238E27FC236}">
                <a16:creationId xmlns:a16="http://schemas.microsoft.com/office/drawing/2014/main" id="{63024717-4928-45DE-ADFD-A7B9C7245E5A}"/>
              </a:ext>
            </a:extLst>
          </p:cNvPr>
          <p:cNvSpPr>
            <a:spLocks noGrp="1"/>
          </p:cNvSpPr>
          <p:nvPr/>
        </p:nvSpPr>
        <p:spPr>
          <a:xfrm>
            <a:off x="58332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c/pca-KAUH-269">
            <a:extLst>
              <a:ext uri="{FF2B5EF4-FFF2-40B4-BE49-F238E27FC236}">
                <a16:creationId xmlns:a16="http://schemas.microsoft.com/office/drawing/2014/main" id="{E2DFCE61-DC95-4D37-8B52-40593EEA33A0}"/>
              </a:ext>
            </a:extLst>
          </p:cNvPr>
          <p:cNvSpPr>
            <a:spLocks noGrp="1"/>
          </p:cNvSpPr>
          <p:nvPr/>
        </p:nvSpPr>
        <p:spPr>
          <a:xfrm>
            <a:off x="57161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c/pca-KAUH-270">
            <a:extLst>
              <a:ext uri="{FF2B5EF4-FFF2-40B4-BE49-F238E27FC236}">
                <a16:creationId xmlns:a16="http://schemas.microsoft.com/office/drawing/2014/main" id="{DA44E782-75D2-4BED-B8C4-DC4454B90AE5}"/>
              </a:ext>
            </a:extLst>
          </p:cNvPr>
          <p:cNvSpPr>
            <a:spLocks noGrp="1"/>
          </p:cNvSpPr>
          <p:nvPr/>
        </p:nvSpPr>
        <p:spPr>
          <a:xfrm>
            <a:off x="58583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c/pca-KAUH-271">
            <a:extLst>
              <a:ext uri="{FF2B5EF4-FFF2-40B4-BE49-F238E27FC236}">
                <a16:creationId xmlns:a16="http://schemas.microsoft.com/office/drawing/2014/main" id="{038B1CDF-ADEB-468B-9275-E50F1C884978}"/>
              </a:ext>
            </a:extLst>
          </p:cNvPr>
          <p:cNvSpPr>
            <a:spLocks noGrp="1"/>
          </p:cNvSpPr>
          <p:nvPr/>
        </p:nvSpPr>
        <p:spPr>
          <a:xfrm>
            <a:off x="56849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c/pca-KAUH-272">
            <a:extLst>
              <a:ext uri="{FF2B5EF4-FFF2-40B4-BE49-F238E27FC236}">
                <a16:creationId xmlns:a16="http://schemas.microsoft.com/office/drawing/2014/main" id="{3B38565F-A003-4C58-AC6F-3F2FA8F20A24}"/>
              </a:ext>
            </a:extLst>
          </p:cNvPr>
          <p:cNvSpPr>
            <a:spLocks noGrp="1"/>
          </p:cNvSpPr>
          <p:nvPr/>
        </p:nvSpPr>
        <p:spPr>
          <a:xfrm>
            <a:off x="57441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c/pca-KAUH-273">
            <a:extLst>
              <a:ext uri="{FF2B5EF4-FFF2-40B4-BE49-F238E27FC236}">
                <a16:creationId xmlns:a16="http://schemas.microsoft.com/office/drawing/2014/main" id="{E74B2EDD-C8E9-4763-ACAC-81D7430C8DB7}"/>
              </a:ext>
            </a:extLst>
          </p:cNvPr>
          <p:cNvSpPr>
            <a:spLocks noGrp="1"/>
          </p:cNvSpPr>
          <p:nvPr/>
        </p:nvSpPr>
        <p:spPr>
          <a:xfrm>
            <a:off x="57753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c/pca-KAUH-274">
            <a:extLst>
              <a:ext uri="{FF2B5EF4-FFF2-40B4-BE49-F238E27FC236}">
                <a16:creationId xmlns:a16="http://schemas.microsoft.com/office/drawing/2014/main" id="{43FF7696-9365-465E-9BCF-6D445BEB40A0}"/>
              </a:ext>
            </a:extLst>
          </p:cNvPr>
          <p:cNvSpPr>
            <a:spLocks noGrp="1"/>
          </p:cNvSpPr>
          <p:nvPr/>
        </p:nvSpPr>
        <p:spPr>
          <a:xfrm>
            <a:off x="58014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c/pca-KAUH-275">
            <a:extLst>
              <a:ext uri="{FF2B5EF4-FFF2-40B4-BE49-F238E27FC236}">
                <a16:creationId xmlns:a16="http://schemas.microsoft.com/office/drawing/2014/main" id="{95905971-C076-47AB-B61E-B6018F879C98}"/>
              </a:ext>
            </a:extLst>
          </p:cNvPr>
          <p:cNvSpPr>
            <a:spLocks noGrp="1"/>
          </p:cNvSpPr>
          <p:nvPr/>
        </p:nvSpPr>
        <p:spPr>
          <a:xfrm>
            <a:off x="56794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c/pca-KAUH-276">
            <a:extLst>
              <a:ext uri="{FF2B5EF4-FFF2-40B4-BE49-F238E27FC236}">
                <a16:creationId xmlns:a16="http://schemas.microsoft.com/office/drawing/2014/main" id="{A002FC5E-EADA-4030-AD4B-04B709851C5F}"/>
              </a:ext>
            </a:extLst>
          </p:cNvPr>
          <p:cNvSpPr>
            <a:spLocks noGrp="1"/>
          </p:cNvSpPr>
          <p:nvPr/>
        </p:nvSpPr>
        <p:spPr>
          <a:xfrm>
            <a:off x="59010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c/pca-ICBHI-039">
            <a:extLst>
              <a:ext uri="{FF2B5EF4-FFF2-40B4-BE49-F238E27FC236}">
                <a16:creationId xmlns:a16="http://schemas.microsoft.com/office/drawing/2014/main" id="{28A863F4-BE52-48AC-AB0D-D5DA6BE95362}"/>
              </a:ext>
            </a:extLst>
          </p:cNvPr>
          <p:cNvSpPr>
            <a:spLocks noGrp="1"/>
          </p:cNvSpPr>
          <p:nvPr/>
        </p:nvSpPr>
        <p:spPr>
          <a:xfrm>
            <a:off x="5729816" y="1666451"/>
            <a:ext cx="16618" cy="16618"/>
          </a:xfrm>
          <a:prstGeom prst="ellipse">
            <a:avLst/>
          </a:prstGeom>
          <a:solidFill>
            <a:srgbClr val="3B739E">
              <a:alpha val="64000"/>
            </a:srgbClr>
          </a:solidFill>
          <a:ln w="0">
            <a:noFill/>
          </a:ln>
        </p:spPr>
        <p:txBody>
          <a:bodyPr/>
          <a:lstStyle/>
          <a:p>
            <a:endParaRPr lang="en-US"/>
          </a:p>
        </p:txBody>
      </p:sp>
      <p:sp>
        <p:nvSpPr>
          <p:cNvPr id="267" name="c/pca-ICBHI-040">
            <a:extLst>
              <a:ext uri="{FF2B5EF4-FFF2-40B4-BE49-F238E27FC236}">
                <a16:creationId xmlns:a16="http://schemas.microsoft.com/office/drawing/2014/main" id="{AD824548-3AEB-4C45-AEF0-9499386965E7}"/>
              </a:ext>
            </a:extLst>
          </p:cNvPr>
          <p:cNvSpPr>
            <a:spLocks noGrp="1"/>
          </p:cNvSpPr>
          <p:nvPr/>
        </p:nvSpPr>
        <p:spPr>
          <a:xfrm>
            <a:off x="5804787" y="1688104"/>
            <a:ext cx="16618" cy="16618"/>
          </a:xfrm>
          <a:prstGeom prst="ellipse">
            <a:avLst/>
          </a:prstGeom>
          <a:solidFill>
            <a:srgbClr val="3B739E">
              <a:alpha val="64000"/>
            </a:srgbClr>
          </a:solidFill>
          <a:ln w="0">
            <a:noFill/>
          </a:ln>
        </p:spPr>
        <p:txBody>
          <a:bodyPr/>
          <a:lstStyle/>
          <a:p>
            <a:endParaRPr lang="en-US"/>
          </a:p>
        </p:txBody>
      </p:sp>
      <p:sp>
        <p:nvSpPr>
          <p:cNvPr id="268" name="c/pca-ICBHI-041">
            <a:extLst>
              <a:ext uri="{FF2B5EF4-FFF2-40B4-BE49-F238E27FC236}">
                <a16:creationId xmlns:a16="http://schemas.microsoft.com/office/drawing/2014/main" id="{4D934CA9-5AE7-4E35-B614-73357BB28D1A}"/>
              </a:ext>
            </a:extLst>
          </p:cNvPr>
          <p:cNvSpPr>
            <a:spLocks noGrp="1"/>
          </p:cNvSpPr>
          <p:nvPr/>
        </p:nvSpPr>
        <p:spPr>
          <a:xfrm>
            <a:off x="5905564" y="1687087"/>
            <a:ext cx="16618" cy="16618"/>
          </a:xfrm>
          <a:prstGeom prst="ellipse">
            <a:avLst/>
          </a:prstGeom>
          <a:solidFill>
            <a:srgbClr val="3B739E">
              <a:alpha val="64000"/>
            </a:srgbClr>
          </a:solidFill>
          <a:ln w="0">
            <a:noFill/>
          </a:ln>
        </p:spPr>
        <p:txBody>
          <a:bodyPr/>
          <a:lstStyle/>
          <a:p>
            <a:endParaRPr lang="en-US"/>
          </a:p>
        </p:txBody>
      </p:sp>
      <p:sp>
        <p:nvSpPr>
          <p:cNvPr id="269" name="c/pca-ICBHI-042">
            <a:extLst>
              <a:ext uri="{FF2B5EF4-FFF2-40B4-BE49-F238E27FC236}">
                <a16:creationId xmlns:a16="http://schemas.microsoft.com/office/drawing/2014/main" id="{99362F9B-7C32-4D4C-B7D7-9C11AAFABB3A}"/>
              </a:ext>
            </a:extLst>
          </p:cNvPr>
          <p:cNvSpPr>
            <a:spLocks noGrp="1"/>
          </p:cNvSpPr>
          <p:nvPr/>
        </p:nvSpPr>
        <p:spPr>
          <a:xfrm>
            <a:off x="5888652" y="1541722"/>
            <a:ext cx="16618" cy="16618"/>
          </a:xfrm>
          <a:prstGeom prst="ellipse">
            <a:avLst/>
          </a:prstGeom>
          <a:solidFill>
            <a:srgbClr val="3B739E">
              <a:alpha val="64000"/>
            </a:srgbClr>
          </a:solidFill>
          <a:ln w="0">
            <a:noFill/>
          </a:ln>
        </p:spPr>
        <p:txBody>
          <a:bodyPr/>
          <a:lstStyle/>
          <a:p>
            <a:endParaRPr lang="en-US"/>
          </a:p>
        </p:txBody>
      </p:sp>
      <p:sp>
        <p:nvSpPr>
          <p:cNvPr id="270" name="c/pca-ICBHI-043">
            <a:extLst>
              <a:ext uri="{FF2B5EF4-FFF2-40B4-BE49-F238E27FC236}">
                <a16:creationId xmlns:a16="http://schemas.microsoft.com/office/drawing/2014/main" id="{87F01EC9-2D9D-4095-96DF-B6C8CDF883D2}"/>
              </a:ext>
            </a:extLst>
          </p:cNvPr>
          <p:cNvSpPr>
            <a:spLocks noGrp="1"/>
          </p:cNvSpPr>
          <p:nvPr/>
        </p:nvSpPr>
        <p:spPr>
          <a:xfrm>
            <a:off x="6321945" y="1245897"/>
            <a:ext cx="16618" cy="16618"/>
          </a:xfrm>
          <a:prstGeom prst="ellipse">
            <a:avLst/>
          </a:prstGeom>
          <a:solidFill>
            <a:srgbClr val="3B739E">
              <a:alpha val="64000"/>
            </a:srgbClr>
          </a:solidFill>
          <a:ln w="0">
            <a:noFill/>
          </a:ln>
        </p:spPr>
        <p:txBody>
          <a:bodyPr/>
          <a:lstStyle/>
          <a:p>
            <a:endParaRPr lang="en-US"/>
          </a:p>
        </p:txBody>
      </p:sp>
      <p:sp>
        <p:nvSpPr>
          <p:cNvPr id="271" name="c/pca-ICBHI-044">
            <a:extLst>
              <a:ext uri="{FF2B5EF4-FFF2-40B4-BE49-F238E27FC236}">
                <a16:creationId xmlns:a16="http://schemas.microsoft.com/office/drawing/2014/main" id="{A0DB227F-ABC3-4861-94DD-CFF84BA9AAFC}"/>
              </a:ext>
            </a:extLst>
          </p:cNvPr>
          <p:cNvSpPr>
            <a:spLocks noGrp="1"/>
          </p:cNvSpPr>
          <p:nvPr/>
        </p:nvSpPr>
        <p:spPr>
          <a:xfrm>
            <a:off x="5647371" y="1581695"/>
            <a:ext cx="16618" cy="16618"/>
          </a:xfrm>
          <a:prstGeom prst="ellipse">
            <a:avLst/>
          </a:prstGeom>
          <a:solidFill>
            <a:srgbClr val="3B739E">
              <a:alpha val="64000"/>
            </a:srgbClr>
          </a:solidFill>
          <a:ln w="0">
            <a:noFill/>
          </a:ln>
        </p:spPr>
        <p:txBody>
          <a:bodyPr/>
          <a:lstStyle/>
          <a:p>
            <a:endParaRPr lang="en-US"/>
          </a:p>
        </p:txBody>
      </p:sp>
      <p:sp>
        <p:nvSpPr>
          <p:cNvPr id="272" name="c/pca-ICBHI-045">
            <a:extLst>
              <a:ext uri="{FF2B5EF4-FFF2-40B4-BE49-F238E27FC236}">
                <a16:creationId xmlns:a16="http://schemas.microsoft.com/office/drawing/2014/main" id="{B983A5BB-0BED-46D3-9712-D0ED2A52607C}"/>
              </a:ext>
            </a:extLst>
          </p:cNvPr>
          <p:cNvSpPr>
            <a:spLocks noGrp="1"/>
          </p:cNvSpPr>
          <p:nvPr/>
        </p:nvSpPr>
        <p:spPr>
          <a:xfrm>
            <a:off x="5774840" y="1677727"/>
            <a:ext cx="16618" cy="16618"/>
          </a:xfrm>
          <a:prstGeom prst="ellipse">
            <a:avLst/>
          </a:prstGeom>
          <a:solidFill>
            <a:srgbClr val="3B739E">
              <a:alpha val="64000"/>
            </a:srgbClr>
          </a:solidFill>
          <a:ln w="0">
            <a:noFill/>
          </a:ln>
        </p:spPr>
        <p:txBody>
          <a:bodyPr/>
          <a:lstStyle/>
          <a:p>
            <a:endParaRPr lang="en-US"/>
          </a:p>
        </p:txBody>
      </p:sp>
      <p:sp>
        <p:nvSpPr>
          <p:cNvPr id="273" name="c/pca-ICBHI-046">
            <a:extLst>
              <a:ext uri="{FF2B5EF4-FFF2-40B4-BE49-F238E27FC236}">
                <a16:creationId xmlns:a16="http://schemas.microsoft.com/office/drawing/2014/main" id="{92D5147F-10BC-4DA4-B44B-7A7FF6DBBD68}"/>
              </a:ext>
            </a:extLst>
          </p:cNvPr>
          <p:cNvSpPr>
            <a:spLocks noGrp="1"/>
          </p:cNvSpPr>
          <p:nvPr/>
        </p:nvSpPr>
        <p:spPr>
          <a:xfrm>
            <a:off x="5699425" y="1661700"/>
            <a:ext cx="16618" cy="16618"/>
          </a:xfrm>
          <a:prstGeom prst="ellipse">
            <a:avLst/>
          </a:prstGeom>
          <a:solidFill>
            <a:srgbClr val="3B739E">
              <a:alpha val="64000"/>
            </a:srgbClr>
          </a:solidFill>
          <a:ln w="0">
            <a:noFill/>
          </a:ln>
        </p:spPr>
        <p:txBody>
          <a:bodyPr/>
          <a:lstStyle/>
          <a:p>
            <a:endParaRPr lang="en-US"/>
          </a:p>
        </p:txBody>
      </p:sp>
      <p:sp>
        <p:nvSpPr>
          <p:cNvPr id="274" name="c/pca-ICBHI-047">
            <a:extLst>
              <a:ext uri="{FF2B5EF4-FFF2-40B4-BE49-F238E27FC236}">
                <a16:creationId xmlns:a16="http://schemas.microsoft.com/office/drawing/2014/main" id="{7474627C-1381-4A03-944C-841E3DE0B506}"/>
              </a:ext>
            </a:extLst>
          </p:cNvPr>
          <p:cNvSpPr>
            <a:spLocks noGrp="1"/>
          </p:cNvSpPr>
          <p:nvPr/>
        </p:nvSpPr>
        <p:spPr>
          <a:xfrm>
            <a:off x="5784300" y="1641545"/>
            <a:ext cx="16618" cy="16618"/>
          </a:xfrm>
          <a:prstGeom prst="ellipse">
            <a:avLst/>
          </a:prstGeom>
          <a:solidFill>
            <a:srgbClr val="3B739E">
              <a:alpha val="64000"/>
            </a:srgbClr>
          </a:solidFill>
          <a:ln w="0">
            <a:noFill/>
          </a:ln>
        </p:spPr>
        <p:txBody>
          <a:bodyPr/>
          <a:lstStyle/>
          <a:p>
            <a:endParaRPr lang="en-US"/>
          </a:p>
        </p:txBody>
      </p:sp>
      <p:sp>
        <p:nvSpPr>
          <p:cNvPr id="275" name="c/pca-ICBHI-048">
            <a:extLst>
              <a:ext uri="{FF2B5EF4-FFF2-40B4-BE49-F238E27FC236}">
                <a16:creationId xmlns:a16="http://schemas.microsoft.com/office/drawing/2014/main" id="{66398A0E-E41B-4437-AB19-B0A37024C8F9}"/>
              </a:ext>
            </a:extLst>
          </p:cNvPr>
          <p:cNvSpPr>
            <a:spLocks noGrp="1"/>
          </p:cNvSpPr>
          <p:nvPr/>
        </p:nvSpPr>
        <p:spPr>
          <a:xfrm>
            <a:off x="5796551" y="1661055"/>
            <a:ext cx="16618" cy="16618"/>
          </a:xfrm>
          <a:prstGeom prst="ellipse">
            <a:avLst/>
          </a:prstGeom>
          <a:solidFill>
            <a:srgbClr val="3B739E">
              <a:alpha val="64000"/>
            </a:srgbClr>
          </a:solidFill>
          <a:ln w="0">
            <a:noFill/>
          </a:ln>
        </p:spPr>
        <p:txBody>
          <a:bodyPr/>
          <a:lstStyle/>
          <a:p>
            <a:endParaRPr lang="en-US"/>
          </a:p>
        </p:txBody>
      </p:sp>
      <p:sp>
        <p:nvSpPr>
          <p:cNvPr id="276" name="c/pca-ICBHI-049">
            <a:extLst>
              <a:ext uri="{FF2B5EF4-FFF2-40B4-BE49-F238E27FC236}">
                <a16:creationId xmlns:a16="http://schemas.microsoft.com/office/drawing/2014/main" id="{EE860CE2-1074-4207-9080-41FAC35E9ED1}"/>
              </a:ext>
            </a:extLst>
          </p:cNvPr>
          <p:cNvSpPr>
            <a:spLocks noGrp="1"/>
          </p:cNvSpPr>
          <p:nvPr/>
        </p:nvSpPr>
        <p:spPr>
          <a:xfrm>
            <a:off x="6117823" y="1654392"/>
            <a:ext cx="16618" cy="16618"/>
          </a:xfrm>
          <a:prstGeom prst="ellipse">
            <a:avLst/>
          </a:prstGeom>
          <a:solidFill>
            <a:srgbClr val="3B739E">
              <a:alpha val="64000"/>
            </a:srgbClr>
          </a:solidFill>
          <a:ln w="0">
            <a:noFill/>
          </a:ln>
        </p:spPr>
        <p:txBody>
          <a:bodyPr/>
          <a:lstStyle/>
          <a:p>
            <a:endParaRPr lang="en-US"/>
          </a:p>
        </p:txBody>
      </p:sp>
      <p:sp>
        <p:nvSpPr>
          <p:cNvPr id="277" name="c/pca-ICBHI-050">
            <a:extLst>
              <a:ext uri="{FF2B5EF4-FFF2-40B4-BE49-F238E27FC236}">
                <a16:creationId xmlns:a16="http://schemas.microsoft.com/office/drawing/2014/main" id="{E7FE86F5-5D82-43AB-B005-653390B328FE}"/>
              </a:ext>
            </a:extLst>
          </p:cNvPr>
          <p:cNvSpPr>
            <a:spLocks noGrp="1"/>
          </p:cNvSpPr>
          <p:nvPr/>
        </p:nvSpPr>
        <p:spPr>
          <a:xfrm>
            <a:off x="5788266" y="1701810"/>
            <a:ext cx="16618" cy="16618"/>
          </a:xfrm>
          <a:prstGeom prst="ellipse">
            <a:avLst/>
          </a:prstGeom>
          <a:solidFill>
            <a:srgbClr val="3B739E">
              <a:alpha val="64000"/>
            </a:srgbClr>
          </a:solidFill>
          <a:ln w="0">
            <a:noFill/>
          </a:ln>
        </p:spPr>
        <p:txBody>
          <a:bodyPr/>
          <a:lstStyle/>
          <a:p>
            <a:endParaRPr lang="en-US"/>
          </a:p>
        </p:txBody>
      </p:sp>
      <p:sp>
        <p:nvSpPr>
          <p:cNvPr id="278" name="c/pca-ICBHI-051">
            <a:extLst>
              <a:ext uri="{FF2B5EF4-FFF2-40B4-BE49-F238E27FC236}">
                <a16:creationId xmlns:a16="http://schemas.microsoft.com/office/drawing/2014/main" id="{6A0DB745-2FCC-491A-AB91-8ED354A47FEB}"/>
              </a:ext>
            </a:extLst>
          </p:cNvPr>
          <p:cNvSpPr>
            <a:spLocks noGrp="1"/>
          </p:cNvSpPr>
          <p:nvPr/>
        </p:nvSpPr>
        <p:spPr>
          <a:xfrm>
            <a:off x="5800826" y="1569298"/>
            <a:ext cx="16618" cy="16618"/>
          </a:xfrm>
          <a:prstGeom prst="ellipse">
            <a:avLst/>
          </a:prstGeom>
          <a:solidFill>
            <a:srgbClr val="3B739E">
              <a:alpha val="64000"/>
            </a:srgbClr>
          </a:solidFill>
          <a:ln w="0">
            <a:noFill/>
          </a:ln>
        </p:spPr>
        <p:txBody>
          <a:bodyPr/>
          <a:lstStyle/>
          <a:p>
            <a:endParaRPr lang="en-US"/>
          </a:p>
        </p:txBody>
      </p:sp>
      <p:sp>
        <p:nvSpPr>
          <p:cNvPr id="279" name="c/pca-ICBHI-052">
            <a:extLst>
              <a:ext uri="{FF2B5EF4-FFF2-40B4-BE49-F238E27FC236}">
                <a16:creationId xmlns:a16="http://schemas.microsoft.com/office/drawing/2014/main" id="{FC797004-FEA3-45DE-9298-C01DDE0A273B}"/>
              </a:ext>
            </a:extLst>
          </p:cNvPr>
          <p:cNvSpPr>
            <a:spLocks noGrp="1"/>
          </p:cNvSpPr>
          <p:nvPr/>
        </p:nvSpPr>
        <p:spPr>
          <a:xfrm>
            <a:off x="5793391" y="1648831"/>
            <a:ext cx="16618" cy="16618"/>
          </a:xfrm>
          <a:prstGeom prst="ellipse">
            <a:avLst/>
          </a:prstGeom>
          <a:solidFill>
            <a:srgbClr val="3B739E">
              <a:alpha val="64000"/>
            </a:srgbClr>
          </a:solidFill>
          <a:ln w="0">
            <a:noFill/>
          </a:ln>
        </p:spPr>
        <p:txBody>
          <a:bodyPr/>
          <a:lstStyle/>
          <a:p>
            <a:endParaRPr lang="en-US"/>
          </a:p>
        </p:txBody>
      </p:sp>
      <p:sp>
        <p:nvSpPr>
          <p:cNvPr id="280" name="c/pca-ICBHI-053">
            <a:extLst>
              <a:ext uri="{FF2B5EF4-FFF2-40B4-BE49-F238E27FC236}">
                <a16:creationId xmlns:a16="http://schemas.microsoft.com/office/drawing/2014/main" id="{EC52FD47-1B57-4021-B862-6E4EB8AA3602}"/>
              </a:ext>
            </a:extLst>
          </p:cNvPr>
          <p:cNvSpPr>
            <a:spLocks noGrp="1"/>
          </p:cNvSpPr>
          <p:nvPr/>
        </p:nvSpPr>
        <p:spPr>
          <a:xfrm>
            <a:off x="5834053" y="1715800"/>
            <a:ext cx="16618" cy="16618"/>
          </a:xfrm>
          <a:prstGeom prst="ellipse">
            <a:avLst/>
          </a:prstGeom>
          <a:solidFill>
            <a:srgbClr val="3B739E">
              <a:alpha val="64000"/>
            </a:srgbClr>
          </a:solidFill>
          <a:ln w="0">
            <a:noFill/>
          </a:ln>
        </p:spPr>
        <p:txBody>
          <a:bodyPr/>
          <a:lstStyle/>
          <a:p>
            <a:endParaRPr lang="en-US"/>
          </a:p>
        </p:txBody>
      </p:sp>
      <p:sp>
        <p:nvSpPr>
          <p:cNvPr id="281" name="c/pca-ICBHI-054">
            <a:extLst>
              <a:ext uri="{FF2B5EF4-FFF2-40B4-BE49-F238E27FC236}">
                <a16:creationId xmlns:a16="http://schemas.microsoft.com/office/drawing/2014/main" id="{2DC46404-EB53-4F26-AB98-55D6CD96DB06}"/>
              </a:ext>
            </a:extLst>
          </p:cNvPr>
          <p:cNvSpPr>
            <a:spLocks noGrp="1"/>
          </p:cNvSpPr>
          <p:nvPr/>
        </p:nvSpPr>
        <p:spPr>
          <a:xfrm>
            <a:off x="6059523" y="1425239"/>
            <a:ext cx="16618" cy="16618"/>
          </a:xfrm>
          <a:prstGeom prst="ellipse">
            <a:avLst/>
          </a:prstGeom>
          <a:solidFill>
            <a:srgbClr val="3B739E">
              <a:alpha val="64000"/>
            </a:srgbClr>
          </a:solidFill>
          <a:ln w="0">
            <a:noFill/>
          </a:ln>
        </p:spPr>
        <p:txBody>
          <a:bodyPr/>
          <a:lstStyle/>
          <a:p>
            <a:endParaRPr lang="en-US"/>
          </a:p>
        </p:txBody>
      </p:sp>
      <p:sp>
        <p:nvSpPr>
          <p:cNvPr id="282" name="c/pca-ICBHI-055">
            <a:extLst>
              <a:ext uri="{FF2B5EF4-FFF2-40B4-BE49-F238E27FC236}">
                <a16:creationId xmlns:a16="http://schemas.microsoft.com/office/drawing/2014/main" id="{91633ACF-27E9-402B-AC63-948A4FA6C75E}"/>
              </a:ext>
            </a:extLst>
          </p:cNvPr>
          <p:cNvSpPr>
            <a:spLocks noGrp="1"/>
          </p:cNvSpPr>
          <p:nvPr/>
        </p:nvSpPr>
        <p:spPr>
          <a:xfrm>
            <a:off x="5921846" y="1728158"/>
            <a:ext cx="16618" cy="16618"/>
          </a:xfrm>
          <a:prstGeom prst="ellipse">
            <a:avLst/>
          </a:prstGeom>
          <a:solidFill>
            <a:srgbClr val="3B739E">
              <a:alpha val="64000"/>
            </a:srgbClr>
          </a:solidFill>
          <a:ln w="0">
            <a:noFill/>
          </a:ln>
        </p:spPr>
        <p:txBody>
          <a:bodyPr/>
          <a:lstStyle/>
          <a:p>
            <a:endParaRPr lang="en-US"/>
          </a:p>
        </p:txBody>
      </p:sp>
      <p:sp>
        <p:nvSpPr>
          <p:cNvPr id="283" name="c/pca-ICBHI-056">
            <a:extLst>
              <a:ext uri="{FF2B5EF4-FFF2-40B4-BE49-F238E27FC236}">
                <a16:creationId xmlns:a16="http://schemas.microsoft.com/office/drawing/2014/main" id="{D0A845DC-1A38-4E89-9456-E55CEECB4690}"/>
              </a:ext>
            </a:extLst>
          </p:cNvPr>
          <p:cNvSpPr>
            <a:spLocks noGrp="1"/>
          </p:cNvSpPr>
          <p:nvPr/>
        </p:nvSpPr>
        <p:spPr>
          <a:xfrm>
            <a:off x="5838699" y="1572712"/>
            <a:ext cx="16618" cy="16618"/>
          </a:xfrm>
          <a:prstGeom prst="ellipse">
            <a:avLst/>
          </a:prstGeom>
          <a:solidFill>
            <a:srgbClr val="3B739E">
              <a:alpha val="64000"/>
            </a:srgbClr>
          </a:solidFill>
          <a:ln w="0">
            <a:noFill/>
          </a:ln>
        </p:spPr>
        <p:txBody>
          <a:bodyPr/>
          <a:lstStyle/>
          <a:p>
            <a:endParaRPr lang="en-US"/>
          </a:p>
        </p:txBody>
      </p:sp>
      <p:sp>
        <p:nvSpPr>
          <p:cNvPr id="284" name="c/pca-ICBHI-057">
            <a:extLst>
              <a:ext uri="{FF2B5EF4-FFF2-40B4-BE49-F238E27FC236}">
                <a16:creationId xmlns:a16="http://schemas.microsoft.com/office/drawing/2014/main" id="{20FD6756-9D41-4DA6-8388-A52F6AB6C1E3}"/>
              </a:ext>
            </a:extLst>
          </p:cNvPr>
          <p:cNvSpPr>
            <a:spLocks noGrp="1"/>
          </p:cNvSpPr>
          <p:nvPr/>
        </p:nvSpPr>
        <p:spPr>
          <a:xfrm>
            <a:off x="5750943" y="1680332"/>
            <a:ext cx="16618" cy="16618"/>
          </a:xfrm>
          <a:prstGeom prst="ellipse">
            <a:avLst/>
          </a:prstGeom>
          <a:solidFill>
            <a:srgbClr val="3B739E">
              <a:alpha val="64000"/>
            </a:srgbClr>
          </a:solidFill>
          <a:ln w="0">
            <a:noFill/>
          </a:ln>
        </p:spPr>
        <p:txBody>
          <a:bodyPr/>
          <a:lstStyle/>
          <a:p>
            <a:endParaRPr lang="en-US"/>
          </a:p>
        </p:txBody>
      </p:sp>
      <p:sp>
        <p:nvSpPr>
          <p:cNvPr id="285" name="c/pca-ICBHI-058">
            <a:extLst>
              <a:ext uri="{FF2B5EF4-FFF2-40B4-BE49-F238E27FC236}">
                <a16:creationId xmlns:a16="http://schemas.microsoft.com/office/drawing/2014/main" id="{FFFB7F11-D12A-4DC7-B794-05178F3ECA08}"/>
              </a:ext>
            </a:extLst>
          </p:cNvPr>
          <p:cNvSpPr>
            <a:spLocks noGrp="1"/>
          </p:cNvSpPr>
          <p:nvPr/>
        </p:nvSpPr>
        <p:spPr>
          <a:xfrm>
            <a:off x="5837331" y="1683029"/>
            <a:ext cx="16618" cy="16618"/>
          </a:xfrm>
          <a:prstGeom prst="ellipse">
            <a:avLst/>
          </a:prstGeom>
          <a:solidFill>
            <a:srgbClr val="3B739E">
              <a:alpha val="64000"/>
            </a:srgbClr>
          </a:solidFill>
          <a:ln w="0">
            <a:noFill/>
          </a:ln>
        </p:spPr>
        <p:txBody>
          <a:bodyPr/>
          <a:lstStyle/>
          <a:p>
            <a:endParaRPr lang="en-US"/>
          </a:p>
        </p:txBody>
      </p:sp>
      <p:sp>
        <p:nvSpPr>
          <p:cNvPr id="286" name="c/pca-ICBHI-059">
            <a:extLst>
              <a:ext uri="{FF2B5EF4-FFF2-40B4-BE49-F238E27FC236}">
                <a16:creationId xmlns:a16="http://schemas.microsoft.com/office/drawing/2014/main" id="{17352434-E804-4B7F-AC82-34ADC3F1F494}"/>
              </a:ext>
            </a:extLst>
          </p:cNvPr>
          <p:cNvSpPr>
            <a:spLocks noGrp="1"/>
          </p:cNvSpPr>
          <p:nvPr/>
        </p:nvSpPr>
        <p:spPr>
          <a:xfrm>
            <a:off x="6020830" y="1768037"/>
            <a:ext cx="16618" cy="16618"/>
          </a:xfrm>
          <a:prstGeom prst="ellipse">
            <a:avLst/>
          </a:prstGeom>
          <a:solidFill>
            <a:srgbClr val="3B739E">
              <a:alpha val="64000"/>
            </a:srgbClr>
          </a:solidFill>
          <a:ln w="0">
            <a:noFill/>
          </a:ln>
        </p:spPr>
        <p:txBody>
          <a:bodyPr/>
          <a:lstStyle/>
          <a:p>
            <a:endParaRPr lang="en-US"/>
          </a:p>
        </p:txBody>
      </p:sp>
      <p:sp>
        <p:nvSpPr>
          <p:cNvPr id="287" name="c/pca-ICBHI-060">
            <a:extLst>
              <a:ext uri="{FF2B5EF4-FFF2-40B4-BE49-F238E27FC236}">
                <a16:creationId xmlns:a16="http://schemas.microsoft.com/office/drawing/2014/main" id="{795EC755-0DCF-4A64-858B-1AFA09CF0782}"/>
              </a:ext>
            </a:extLst>
          </p:cNvPr>
          <p:cNvSpPr>
            <a:spLocks noGrp="1"/>
          </p:cNvSpPr>
          <p:nvPr/>
        </p:nvSpPr>
        <p:spPr>
          <a:xfrm>
            <a:off x="5762494" y="1646692"/>
            <a:ext cx="16618" cy="16618"/>
          </a:xfrm>
          <a:prstGeom prst="ellipse">
            <a:avLst/>
          </a:prstGeom>
          <a:solidFill>
            <a:srgbClr val="3B739E">
              <a:alpha val="64000"/>
            </a:srgbClr>
          </a:solidFill>
          <a:ln w="0">
            <a:noFill/>
          </a:ln>
        </p:spPr>
        <p:txBody>
          <a:bodyPr/>
          <a:lstStyle/>
          <a:p>
            <a:endParaRPr lang="en-US"/>
          </a:p>
        </p:txBody>
      </p:sp>
      <p:sp>
        <p:nvSpPr>
          <p:cNvPr id="288" name="c/pca-ICBHI-061">
            <a:extLst>
              <a:ext uri="{FF2B5EF4-FFF2-40B4-BE49-F238E27FC236}">
                <a16:creationId xmlns:a16="http://schemas.microsoft.com/office/drawing/2014/main" id="{7680A4B9-01CA-42F2-A1CC-0627EE08EF16}"/>
              </a:ext>
            </a:extLst>
          </p:cNvPr>
          <p:cNvSpPr>
            <a:spLocks noGrp="1"/>
          </p:cNvSpPr>
          <p:nvPr/>
        </p:nvSpPr>
        <p:spPr>
          <a:xfrm>
            <a:off x="5714750" y="1675341"/>
            <a:ext cx="16618" cy="16618"/>
          </a:xfrm>
          <a:prstGeom prst="ellipse">
            <a:avLst/>
          </a:prstGeom>
          <a:solidFill>
            <a:srgbClr val="3B739E">
              <a:alpha val="64000"/>
            </a:srgbClr>
          </a:solidFill>
          <a:ln w="0">
            <a:noFill/>
          </a:ln>
        </p:spPr>
        <p:txBody>
          <a:bodyPr/>
          <a:lstStyle/>
          <a:p>
            <a:endParaRPr lang="en-US"/>
          </a:p>
        </p:txBody>
      </p:sp>
      <p:sp>
        <p:nvSpPr>
          <p:cNvPr id="289" name="c/pca-ICBHI-062">
            <a:extLst>
              <a:ext uri="{FF2B5EF4-FFF2-40B4-BE49-F238E27FC236}">
                <a16:creationId xmlns:a16="http://schemas.microsoft.com/office/drawing/2014/main" id="{3E776C7D-709F-47F9-96D6-3BBE6042271B}"/>
              </a:ext>
            </a:extLst>
          </p:cNvPr>
          <p:cNvSpPr>
            <a:spLocks noGrp="1"/>
          </p:cNvSpPr>
          <p:nvPr/>
        </p:nvSpPr>
        <p:spPr>
          <a:xfrm>
            <a:off x="5835161" y="1532008"/>
            <a:ext cx="16618" cy="16618"/>
          </a:xfrm>
          <a:prstGeom prst="ellipse">
            <a:avLst/>
          </a:prstGeom>
          <a:solidFill>
            <a:srgbClr val="3B739E">
              <a:alpha val="64000"/>
            </a:srgbClr>
          </a:solidFill>
          <a:ln w="0">
            <a:noFill/>
          </a:ln>
        </p:spPr>
        <p:txBody>
          <a:bodyPr/>
          <a:lstStyle/>
          <a:p>
            <a:endParaRPr lang="en-US"/>
          </a:p>
        </p:txBody>
      </p:sp>
      <p:sp>
        <p:nvSpPr>
          <p:cNvPr id="290" name="c/pca-ICBHI-063">
            <a:extLst>
              <a:ext uri="{FF2B5EF4-FFF2-40B4-BE49-F238E27FC236}">
                <a16:creationId xmlns:a16="http://schemas.microsoft.com/office/drawing/2014/main" id="{0EC542A1-FAA4-45D3-9E7D-F5123478A9C7}"/>
              </a:ext>
            </a:extLst>
          </p:cNvPr>
          <p:cNvSpPr>
            <a:spLocks noGrp="1"/>
          </p:cNvSpPr>
          <p:nvPr/>
        </p:nvSpPr>
        <p:spPr>
          <a:xfrm>
            <a:off x="6098659" y="1784539"/>
            <a:ext cx="16618" cy="16618"/>
          </a:xfrm>
          <a:prstGeom prst="ellipse">
            <a:avLst/>
          </a:prstGeom>
          <a:solidFill>
            <a:srgbClr val="3B739E">
              <a:alpha val="64000"/>
            </a:srgbClr>
          </a:solidFill>
          <a:ln w="0">
            <a:noFill/>
          </a:ln>
        </p:spPr>
        <p:txBody>
          <a:bodyPr/>
          <a:lstStyle/>
          <a:p>
            <a:endParaRPr lang="en-US"/>
          </a:p>
        </p:txBody>
      </p:sp>
      <p:sp>
        <p:nvSpPr>
          <p:cNvPr id="291" name="c/pca-ICBHI-064">
            <a:extLst>
              <a:ext uri="{FF2B5EF4-FFF2-40B4-BE49-F238E27FC236}">
                <a16:creationId xmlns:a16="http://schemas.microsoft.com/office/drawing/2014/main" id="{AD88D0BA-04F3-4D3C-A99F-112B4F1E9A86}"/>
              </a:ext>
            </a:extLst>
          </p:cNvPr>
          <p:cNvSpPr>
            <a:spLocks noGrp="1"/>
          </p:cNvSpPr>
          <p:nvPr/>
        </p:nvSpPr>
        <p:spPr>
          <a:xfrm>
            <a:off x="5721453" y="1668079"/>
            <a:ext cx="16618" cy="16618"/>
          </a:xfrm>
          <a:prstGeom prst="ellipse">
            <a:avLst/>
          </a:prstGeom>
          <a:solidFill>
            <a:srgbClr val="3B739E">
              <a:alpha val="64000"/>
            </a:srgbClr>
          </a:solidFill>
          <a:ln w="0">
            <a:noFill/>
          </a:ln>
        </p:spPr>
        <p:txBody>
          <a:bodyPr/>
          <a:lstStyle/>
          <a:p>
            <a:endParaRPr lang="en-US"/>
          </a:p>
        </p:txBody>
      </p:sp>
      <p:sp>
        <p:nvSpPr>
          <p:cNvPr id="292" name="c/pca-ICBHI-065">
            <a:extLst>
              <a:ext uri="{FF2B5EF4-FFF2-40B4-BE49-F238E27FC236}">
                <a16:creationId xmlns:a16="http://schemas.microsoft.com/office/drawing/2014/main" id="{BD2D030F-D11C-49D2-A0C3-C5A11E476E30}"/>
              </a:ext>
            </a:extLst>
          </p:cNvPr>
          <p:cNvSpPr>
            <a:spLocks noGrp="1"/>
          </p:cNvSpPr>
          <p:nvPr/>
        </p:nvSpPr>
        <p:spPr>
          <a:xfrm>
            <a:off x="5728548" y="1676510"/>
            <a:ext cx="16618" cy="16618"/>
          </a:xfrm>
          <a:prstGeom prst="ellipse">
            <a:avLst/>
          </a:prstGeom>
          <a:solidFill>
            <a:srgbClr val="3B739E">
              <a:alpha val="64000"/>
            </a:srgbClr>
          </a:solidFill>
          <a:ln w="0">
            <a:noFill/>
          </a:ln>
        </p:spPr>
        <p:txBody>
          <a:bodyPr/>
          <a:lstStyle/>
          <a:p>
            <a:endParaRPr lang="en-US"/>
          </a:p>
        </p:txBody>
      </p:sp>
      <p:sp>
        <p:nvSpPr>
          <p:cNvPr id="293" name="c/pca-ICBHI-066">
            <a:extLst>
              <a:ext uri="{FF2B5EF4-FFF2-40B4-BE49-F238E27FC236}">
                <a16:creationId xmlns:a16="http://schemas.microsoft.com/office/drawing/2014/main" id="{CD1F6A08-3FE7-4AEE-8599-F9A00EC378EB}"/>
              </a:ext>
            </a:extLst>
          </p:cNvPr>
          <p:cNvSpPr>
            <a:spLocks noGrp="1"/>
          </p:cNvSpPr>
          <p:nvPr/>
        </p:nvSpPr>
        <p:spPr>
          <a:xfrm>
            <a:off x="5907013" y="1732860"/>
            <a:ext cx="16618" cy="16618"/>
          </a:xfrm>
          <a:prstGeom prst="ellipse">
            <a:avLst/>
          </a:prstGeom>
          <a:solidFill>
            <a:srgbClr val="3B739E">
              <a:alpha val="64000"/>
            </a:srgbClr>
          </a:solidFill>
          <a:ln w="0">
            <a:noFill/>
          </a:ln>
        </p:spPr>
        <p:txBody>
          <a:bodyPr/>
          <a:lstStyle/>
          <a:p>
            <a:endParaRPr lang="en-US"/>
          </a:p>
        </p:txBody>
      </p:sp>
      <p:sp>
        <p:nvSpPr>
          <p:cNvPr id="294" name="c/pca-ICBHI-067">
            <a:extLst>
              <a:ext uri="{FF2B5EF4-FFF2-40B4-BE49-F238E27FC236}">
                <a16:creationId xmlns:a16="http://schemas.microsoft.com/office/drawing/2014/main" id="{376AB08E-0A1F-48C2-A44C-8FA79FC3DFDD}"/>
              </a:ext>
            </a:extLst>
          </p:cNvPr>
          <p:cNvSpPr>
            <a:spLocks noGrp="1"/>
          </p:cNvSpPr>
          <p:nvPr/>
        </p:nvSpPr>
        <p:spPr>
          <a:xfrm>
            <a:off x="5798771" y="1661283"/>
            <a:ext cx="16618" cy="16618"/>
          </a:xfrm>
          <a:prstGeom prst="ellipse">
            <a:avLst/>
          </a:prstGeom>
          <a:solidFill>
            <a:srgbClr val="3B739E">
              <a:alpha val="64000"/>
            </a:srgbClr>
          </a:solidFill>
          <a:ln w="0">
            <a:noFill/>
          </a:ln>
        </p:spPr>
        <p:txBody>
          <a:bodyPr/>
          <a:lstStyle/>
          <a:p>
            <a:endParaRPr lang="en-US"/>
          </a:p>
        </p:txBody>
      </p:sp>
      <p:sp>
        <p:nvSpPr>
          <p:cNvPr id="295" name="c/pca-ICBHI-068">
            <a:extLst>
              <a:ext uri="{FF2B5EF4-FFF2-40B4-BE49-F238E27FC236}">
                <a16:creationId xmlns:a16="http://schemas.microsoft.com/office/drawing/2014/main" id="{01E6265D-2094-47C0-9302-636FE788FC97}"/>
              </a:ext>
            </a:extLst>
          </p:cNvPr>
          <p:cNvSpPr>
            <a:spLocks noGrp="1"/>
          </p:cNvSpPr>
          <p:nvPr/>
        </p:nvSpPr>
        <p:spPr>
          <a:xfrm>
            <a:off x="5741349" y="1671440"/>
            <a:ext cx="16618" cy="16618"/>
          </a:xfrm>
          <a:prstGeom prst="ellipse">
            <a:avLst/>
          </a:prstGeom>
          <a:solidFill>
            <a:srgbClr val="3B739E">
              <a:alpha val="64000"/>
            </a:srgbClr>
          </a:solidFill>
          <a:ln w="0">
            <a:noFill/>
          </a:ln>
        </p:spPr>
        <p:txBody>
          <a:bodyPr/>
          <a:lstStyle/>
          <a:p>
            <a:endParaRPr lang="en-US"/>
          </a:p>
        </p:txBody>
      </p:sp>
      <p:sp>
        <p:nvSpPr>
          <p:cNvPr id="296" name="c/pca-ICBHI-069">
            <a:extLst>
              <a:ext uri="{FF2B5EF4-FFF2-40B4-BE49-F238E27FC236}">
                <a16:creationId xmlns:a16="http://schemas.microsoft.com/office/drawing/2014/main" id="{C536B614-7532-469E-9D99-E7844E4F4636}"/>
              </a:ext>
            </a:extLst>
          </p:cNvPr>
          <p:cNvSpPr>
            <a:spLocks noGrp="1"/>
          </p:cNvSpPr>
          <p:nvPr/>
        </p:nvSpPr>
        <p:spPr>
          <a:xfrm>
            <a:off x="5856086" y="1719686"/>
            <a:ext cx="16618" cy="16618"/>
          </a:xfrm>
          <a:prstGeom prst="ellipse">
            <a:avLst/>
          </a:prstGeom>
          <a:solidFill>
            <a:srgbClr val="3B739E">
              <a:alpha val="64000"/>
            </a:srgbClr>
          </a:solidFill>
          <a:ln w="0">
            <a:noFill/>
          </a:ln>
        </p:spPr>
        <p:txBody>
          <a:bodyPr/>
          <a:lstStyle/>
          <a:p>
            <a:endParaRPr lang="en-US"/>
          </a:p>
        </p:txBody>
      </p:sp>
      <p:sp>
        <p:nvSpPr>
          <p:cNvPr id="297" name="c/pca-ICBHI-070">
            <a:extLst>
              <a:ext uri="{FF2B5EF4-FFF2-40B4-BE49-F238E27FC236}">
                <a16:creationId xmlns:a16="http://schemas.microsoft.com/office/drawing/2014/main" id="{87A69B16-A090-429D-9EB2-F08A55A7B8F2}"/>
              </a:ext>
            </a:extLst>
          </p:cNvPr>
          <p:cNvSpPr>
            <a:spLocks noGrp="1"/>
          </p:cNvSpPr>
          <p:nvPr/>
        </p:nvSpPr>
        <p:spPr>
          <a:xfrm>
            <a:off x="5780202" y="1677107"/>
            <a:ext cx="16618" cy="16618"/>
          </a:xfrm>
          <a:prstGeom prst="ellipse">
            <a:avLst/>
          </a:prstGeom>
          <a:solidFill>
            <a:srgbClr val="3B739E">
              <a:alpha val="64000"/>
            </a:srgbClr>
          </a:solidFill>
          <a:ln w="0">
            <a:noFill/>
          </a:ln>
        </p:spPr>
        <p:txBody>
          <a:bodyPr/>
          <a:lstStyle/>
          <a:p>
            <a:endParaRPr lang="en-US"/>
          </a:p>
        </p:txBody>
      </p:sp>
      <p:sp>
        <p:nvSpPr>
          <p:cNvPr id="298" name="c/pca-ICBHI-071">
            <a:extLst>
              <a:ext uri="{FF2B5EF4-FFF2-40B4-BE49-F238E27FC236}">
                <a16:creationId xmlns:a16="http://schemas.microsoft.com/office/drawing/2014/main" id="{FE5FF023-6440-44BE-AC21-2A9ACD2DF24B}"/>
              </a:ext>
            </a:extLst>
          </p:cNvPr>
          <p:cNvSpPr>
            <a:spLocks noGrp="1"/>
          </p:cNvSpPr>
          <p:nvPr/>
        </p:nvSpPr>
        <p:spPr>
          <a:xfrm>
            <a:off x="5761964" y="1665635"/>
            <a:ext cx="16618" cy="16618"/>
          </a:xfrm>
          <a:prstGeom prst="ellipse">
            <a:avLst/>
          </a:prstGeom>
          <a:solidFill>
            <a:srgbClr val="3B739E">
              <a:alpha val="64000"/>
            </a:srgbClr>
          </a:solidFill>
          <a:ln w="0">
            <a:noFill/>
          </a:ln>
        </p:spPr>
        <p:txBody>
          <a:bodyPr/>
          <a:lstStyle/>
          <a:p>
            <a:endParaRPr lang="en-US"/>
          </a:p>
        </p:txBody>
      </p:sp>
      <p:sp>
        <p:nvSpPr>
          <p:cNvPr id="299" name="c/pca-ICBHI-072">
            <a:extLst>
              <a:ext uri="{FF2B5EF4-FFF2-40B4-BE49-F238E27FC236}">
                <a16:creationId xmlns:a16="http://schemas.microsoft.com/office/drawing/2014/main" id="{08EB3E99-DBBB-40C5-90C2-1371631976AE}"/>
              </a:ext>
            </a:extLst>
          </p:cNvPr>
          <p:cNvSpPr>
            <a:spLocks noGrp="1"/>
          </p:cNvSpPr>
          <p:nvPr/>
        </p:nvSpPr>
        <p:spPr>
          <a:xfrm>
            <a:off x="5801009" y="1571322"/>
            <a:ext cx="16618" cy="16618"/>
          </a:xfrm>
          <a:prstGeom prst="ellipse">
            <a:avLst/>
          </a:prstGeom>
          <a:solidFill>
            <a:srgbClr val="3B739E">
              <a:alpha val="64000"/>
            </a:srgbClr>
          </a:solidFill>
          <a:ln w="0">
            <a:noFill/>
          </a:ln>
        </p:spPr>
        <p:txBody>
          <a:bodyPr/>
          <a:lstStyle/>
          <a:p>
            <a:endParaRPr lang="en-US"/>
          </a:p>
        </p:txBody>
      </p:sp>
      <p:sp>
        <p:nvSpPr>
          <p:cNvPr id="300" name="c/pca-ICBHI-073">
            <a:extLst>
              <a:ext uri="{FF2B5EF4-FFF2-40B4-BE49-F238E27FC236}">
                <a16:creationId xmlns:a16="http://schemas.microsoft.com/office/drawing/2014/main" id="{15745D5B-40B9-492C-9CB1-6085F02E80B4}"/>
              </a:ext>
            </a:extLst>
          </p:cNvPr>
          <p:cNvSpPr>
            <a:spLocks noGrp="1"/>
          </p:cNvSpPr>
          <p:nvPr/>
        </p:nvSpPr>
        <p:spPr>
          <a:xfrm>
            <a:off x="5785990" y="1650900"/>
            <a:ext cx="16618" cy="16618"/>
          </a:xfrm>
          <a:prstGeom prst="ellipse">
            <a:avLst/>
          </a:prstGeom>
          <a:solidFill>
            <a:srgbClr val="3B739E">
              <a:alpha val="64000"/>
            </a:srgbClr>
          </a:solidFill>
          <a:ln w="0">
            <a:noFill/>
          </a:ln>
        </p:spPr>
        <p:txBody>
          <a:bodyPr/>
          <a:lstStyle/>
          <a:p>
            <a:endParaRPr lang="en-US"/>
          </a:p>
        </p:txBody>
      </p:sp>
      <p:sp>
        <p:nvSpPr>
          <p:cNvPr id="301" name="c/pca-ICBHI-074">
            <a:extLst>
              <a:ext uri="{FF2B5EF4-FFF2-40B4-BE49-F238E27FC236}">
                <a16:creationId xmlns:a16="http://schemas.microsoft.com/office/drawing/2014/main" id="{7FF6EBEE-05F7-4F05-9805-3837BEBFA76C}"/>
              </a:ext>
            </a:extLst>
          </p:cNvPr>
          <p:cNvSpPr>
            <a:spLocks noGrp="1"/>
          </p:cNvSpPr>
          <p:nvPr/>
        </p:nvSpPr>
        <p:spPr>
          <a:xfrm>
            <a:off x="5714275" y="1662864"/>
            <a:ext cx="16618" cy="16618"/>
          </a:xfrm>
          <a:prstGeom prst="ellipse">
            <a:avLst/>
          </a:prstGeom>
          <a:solidFill>
            <a:srgbClr val="3B739E">
              <a:alpha val="64000"/>
            </a:srgbClr>
          </a:solidFill>
          <a:ln w="0">
            <a:noFill/>
          </a:ln>
        </p:spPr>
        <p:txBody>
          <a:bodyPr/>
          <a:lstStyle/>
          <a:p>
            <a:endParaRPr lang="en-US"/>
          </a:p>
        </p:txBody>
      </p:sp>
      <p:sp>
        <p:nvSpPr>
          <p:cNvPr id="302" name="c/pca-ICBHI-075">
            <a:extLst>
              <a:ext uri="{FF2B5EF4-FFF2-40B4-BE49-F238E27FC236}">
                <a16:creationId xmlns:a16="http://schemas.microsoft.com/office/drawing/2014/main" id="{9E9DEBB5-AD96-4932-BF2F-A696B1E584A0}"/>
              </a:ext>
            </a:extLst>
          </p:cNvPr>
          <p:cNvSpPr>
            <a:spLocks noGrp="1"/>
          </p:cNvSpPr>
          <p:nvPr/>
        </p:nvSpPr>
        <p:spPr>
          <a:xfrm>
            <a:off x="5733803" y="1679771"/>
            <a:ext cx="16618" cy="16618"/>
          </a:xfrm>
          <a:prstGeom prst="ellipse">
            <a:avLst/>
          </a:prstGeom>
          <a:solidFill>
            <a:srgbClr val="3B739E">
              <a:alpha val="64000"/>
            </a:srgbClr>
          </a:solidFill>
          <a:ln w="0">
            <a:noFill/>
          </a:ln>
        </p:spPr>
        <p:txBody>
          <a:bodyPr/>
          <a:lstStyle/>
          <a:p>
            <a:endParaRPr lang="en-US"/>
          </a:p>
        </p:txBody>
      </p:sp>
      <p:sp>
        <p:nvSpPr>
          <p:cNvPr id="303" name="c/pca-ICBHI-076">
            <a:extLst>
              <a:ext uri="{FF2B5EF4-FFF2-40B4-BE49-F238E27FC236}">
                <a16:creationId xmlns:a16="http://schemas.microsoft.com/office/drawing/2014/main" id="{2D1D4600-B7CA-4B43-9E39-969F7BF5DFCB}"/>
              </a:ext>
            </a:extLst>
          </p:cNvPr>
          <p:cNvSpPr>
            <a:spLocks noGrp="1"/>
          </p:cNvSpPr>
          <p:nvPr/>
        </p:nvSpPr>
        <p:spPr>
          <a:xfrm>
            <a:off x="5726339" y="1651564"/>
            <a:ext cx="16618" cy="16618"/>
          </a:xfrm>
          <a:prstGeom prst="ellipse">
            <a:avLst/>
          </a:prstGeom>
          <a:solidFill>
            <a:srgbClr val="3B739E">
              <a:alpha val="64000"/>
            </a:srgbClr>
          </a:solidFill>
          <a:ln w="0">
            <a:noFill/>
          </a:ln>
        </p:spPr>
        <p:txBody>
          <a:bodyPr/>
          <a:lstStyle/>
          <a:p>
            <a:endParaRPr lang="en-US"/>
          </a:p>
        </p:txBody>
      </p:sp>
      <p:sp>
        <p:nvSpPr>
          <p:cNvPr id="304" name="c/pca-ICBHI-077">
            <a:extLst>
              <a:ext uri="{FF2B5EF4-FFF2-40B4-BE49-F238E27FC236}">
                <a16:creationId xmlns:a16="http://schemas.microsoft.com/office/drawing/2014/main" id="{B1634A86-7600-42C4-8BB7-11B680DF0993}"/>
              </a:ext>
            </a:extLst>
          </p:cNvPr>
          <p:cNvSpPr>
            <a:spLocks noGrp="1"/>
          </p:cNvSpPr>
          <p:nvPr/>
        </p:nvSpPr>
        <p:spPr>
          <a:xfrm>
            <a:off x="5846548" y="1571336"/>
            <a:ext cx="16618" cy="16618"/>
          </a:xfrm>
          <a:prstGeom prst="ellipse">
            <a:avLst/>
          </a:prstGeom>
          <a:solidFill>
            <a:srgbClr val="3B739E">
              <a:alpha val="64000"/>
            </a:srgbClr>
          </a:solidFill>
          <a:ln w="0">
            <a:noFill/>
          </a:ln>
        </p:spPr>
        <p:txBody>
          <a:bodyPr/>
          <a:lstStyle/>
          <a:p>
            <a:endParaRPr lang="en-US"/>
          </a:p>
        </p:txBody>
      </p:sp>
      <p:sp>
        <p:nvSpPr>
          <p:cNvPr id="305" name="c/pca-ICBHI-078">
            <a:extLst>
              <a:ext uri="{FF2B5EF4-FFF2-40B4-BE49-F238E27FC236}">
                <a16:creationId xmlns:a16="http://schemas.microsoft.com/office/drawing/2014/main" id="{9FD85FFB-AAA8-4BAE-AD60-90C8F48701EE}"/>
              </a:ext>
            </a:extLst>
          </p:cNvPr>
          <p:cNvSpPr>
            <a:spLocks noGrp="1"/>
          </p:cNvSpPr>
          <p:nvPr/>
        </p:nvSpPr>
        <p:spPr>
          <a:xfrm>
            <a:off x="5799024" y="1676235"/>
            <a:ext cx="16618" cy="16618"/>
          </a:xfrm>
          <a:prstGeom prst="ellipse">
            <a:avLst/>
          </a:prstGeom>
          <a:solidFill>
            <a:srgbClr val="3B739E">
              <a:alpha val="64000"/>
            </a:srgbClr>
          </a:solidFill>
          <a:ln w="0">
            <a:noFill/>
          </a:ln>
        </p:spPr>
        <p:txBody>
          <a:bodyPr/>
          <a:lstStyle/>
          <a:p>
            <a:endParaRPr lang="en-US"/>
          </a:p>
        </p:txBody>
      </p:sp>
      <p:sp>
        <p:nvSpPr>
          <p:cNvPr id="306" name="c/pca-ICBHI-079">
            <a:extLst>
              <a:ext uri="{FF2B5EF4-FFF2-40B4-BE49-F238E27FC236}">
                <a16:creationId xmlns:a16="http://schemas.microsoft.com/office/drawing/2014/main" id="{0B45E09F-2D3A-4358-AD84-E4230FCA5864}"/>
              </a:ext>
            </a:extLst>
          </p:cNvPr>
          <p:cNvSpPr>
            <a:spLocks noGrp="1"/>
          </p:cNvSpPr>
          <p:nvPr/>
        </p:nvSpPr>
        <p:spPr>
          <a:xfrm>
            <a:off x="5739999" y="1630959"/>
            <a:ext cx="16618" cy="16618"/>
          </a:xfrm>
          <a:prstGeom prst="ellipse">
            <a:avLst/>
          </a:prstGeom>
          <a:solidFill>
            <a:srgbClr val="3B739E">
              <a:alpha val="64000"/>
            </a:srgbClr>
          </a:solidFill>
          <a:ln w="0">
            <a:noFill/>
          </a:ln>
        </p:spPr>
        <p:txBody>
          <a:bodyPr/>
          <a:lstStyle/>
          <a:p>
            <a:endParaRPr lang="en-US"/>
          </a:p>
        </p:txBody>
      </p:sp>
      <p:sp>
        <p:nvSpPr>
          <p:cNvPr id="307" name="c/pca-ICBHI-080">
            <a:extLst>
              <a:ext uri="{FF2B5EF4-FFF2-40B4-BE49-F238E27FC236}">
                <a16:creationId xmlns:a16="http://schemas.microsoft.com/office/drawing/2014/main" id="{EF00A324-F233-4254-87E2-197776BA4AE5}"/>
              </a:ext>
            </a:extLst>
          </p:cNvPr>
          <p:cNvSpPr>
            <a:spLocks noGrp="1"/>
          </p:cNvSpPr>
          <p:nvPr/>
        </p:nvSpPr>
        <p:spPr>
          <a:xfrm>
            <a:off x="5739884" y="1643827"/>
            <a:ext cx="16618" cy="16618"/>
          </a:xfrm>
          <a:prstGeom prst="ellipse">
            <a:avLst/>
          </a:prstGeom>
          <a:solidFill>
            <a:srgbClr val="3B739E">
              <a:alpha val="64000"/>
            </a:srgbClr>
          </a:solidFill>
          <a:ln w="0">
            <a:noFill/>
          </a:ln>
        </p:spPr>
        <p:txBody>
          <a:bodyPr/>
          <a:lstStyle/>
          <a:p>
            <a:endParaRPr lang="en-US"/>
          </a:p>
        </p:txBody>
      </p:sp>
      <p:sp>
        <p:nvSpPr>
          <p:cNvPr id="308" name="c/pca-ICBHI-081">
            <a:extLst>
              <a:ext uri="{FF2B5EF4-FFF2-40B4-BE49-F238E27FC236}">
                <a16:creationId xmlns:a16="http://schemas.microsoft.com/office/drawing/2014/main" id="{68BAAD5C-B756-42C1-954A-033FE7D5CE56}"/>
              </a:ext>
            </a:extLst>
          </p:cNvPr>
          <p:cNvSpPr>
            <a:spLocks noGrp="1"/>
          </p:cNvSpPr>
          <p:nvPr/>
        </p:nvSpPr>
        <p:spPr>
          <a:xfrm>
            <a:off x="5785673" y="1685463"/>
            <a:ext cx="16618" cy="16618"/>
          </a:xfrm>
          <a:prstGeom prst="ellipse">
            <a:avLst/>
          </a:prstGeom>
          <a:solidFill>
            <a:srgbClr val="3B739E">
              <a:alpha val="64000"/>
            </a:srgbClr>
          </a:solidFill>
          <a:ln w="0">
            <a:noFill/>
          </a:ln>
        </p:spPr>
        <p:txBody>
          <a:bodyPr/>
          <a:lstStyle/>
          <a:p>
            <a:endParaRPr lang="en-US"/>
          </a:p>
        </p:txBody>
      </p:sp>
      <p:sp>
        <p:nvSpPr>
          <p:cNvPr id="309" name="c/pca-ICBHI-082">
            <a:extLst>
              <a:ext uri="{FF2B5EF4-FFF2-40B4-BE49-F238E27FC236}">
                <a16:creationId xmlns:a16="http://schemas.microsoft.com/office/drawing/2014/main" id="{5018AE86-FDD7-47CE-AE03-58BA9691F770}"/>
              </a:ext>
            </a:extLst>
          </p:cNvPr>
          <p:cNvSpPr>
            <a:spLocks noGrp="1"/>
          </p:cNvSpPr>
          <p:nvPr/>
        </p:nvSpPr>
        <p:spPr>
          <a:xfrm>
            <a:off x="5892993" y="1733912"/>
            <a:ext cx="16618" cy="16618"/>
          </a:xfrm>
          <a:prstGeom prst="ellipse">
            <a:avLst/>
          </a:prstGeom>
          <a:solidFill>
            <a:srgbClr val="3B739E">
              <a:alpha val="64000"/>
            </a:srgbClr>
          </a:solidFill>
          <a:ln w="0">
            <a:noFill/>
          </a:ln>
        </p:spPr>
        <p:txBody>
          <a:bodyPr/>
          <a:lstStyle/>
          <a:p>
            <a:endParaRPr lang="en-US"/>
          </a:p>
        </p:txBody>
      </p:sp>
      <p:sp>
        <p:nvSpPr>
          <p:cNvPr id="310" name="c/pca-ICBHI-083">
            <a:extLst>
              <a:ext uri="{FF2B5EF4-FFF2-40B4-BE49-F238E27FC236}">
                <a16:creationId xmlns:a16="http://schemas.microsoft.com/office/drawing/2014/main" id="{BE83CE86-EB9B-4FE9-8CFC-E05E76202B33}"/>
              </a:ext>
            </a:extLst>
          </p:cNvPr>
          <p:cNvSpPr>
            <a:spLocks noGrp="1"/>
          </p:cNvSpPr>
          <p:nvPr/>
        </p:nvSpPr>
        <p:spPr>
          <a:xfrm>
            <a:off x="5731932" y="1664077"/>
            <a:ext cx="16618" cy="16618"/>
          </a:xfrm>
          <a:prstGeom prst="ellipse">
            <a:avLst/>
          </a:prstGeom>
          <a:solidFill>
            <a:srgbClr val="3B739E">
              <a:alpha val="64000"/>
            </a:srgbClr>
          </a:solidFill>
          <a:ln w="0">
            <a:noFill/>
          </a:ln>
        </p:spPr>
        <p:txBody>
          <a:bodyPr/>
          <a:lstStyle/>
          <a:p>
            <a:endParaRPr lang="en-US"/>
          </a:p>
        </p:txBody>
      </p:sp>
      <p:sp>
        <p:nvSpPr>
          <p:cNvPr id="311" name="c/pca-ICBHI-084">
            <a:extLst>
              <a:ext uri="{FF2B5EF4-FFF2-40B4-BE49-F238E27FC236}">
                <a16:creationId xmlns:a16="http://schemas.microsoft.com/office/drawing/2014/main" id="{ADA338D5-28D2-482F-B9B6-0EF1DEDFF7AF}"/>
              </a:ext>
            </a:extLst>
          </p:cNvPr>
          <p:cNvSpPr>
            <a:spLocks noGrp="1"/>
          </p:cNvSpPr>
          <p:nvPr/>
        </p:nvSpPr>
        <p:spPr>
          <a:xfrm>
            <a:off x="5783830" y="1664660"/>
            <a:ext cx="16618" cy="16618"/>
          </a:xfrm>
          <a:prstGeom prst="ellipse">
            <a:avLst/>
          </a:prstGeom>
          <a:solidFill>
            <a:srgbClr val="3B739E">
              <a:alpha val="64000"/>
            </a:srgbClr>
          </a:solidFill>
          <a:ln w="0">
            <a:noFill/>
          </a:ln>
        </p:spPr>
        <p:txBody>
          <a:bodyPr/>
          <a:lstStyle/>
          <a:p>
            <a:endParaRPr lang="en-US"/>
          </a:p>
        </p:txBody>
      </p:sp>
      <p:sp>
        <p:nvSpPr>
          <p:cNvPr id="312" name="c/pca-ICBHI-085">
            <a:extLst>
              <a:ext uri="{FF2B5EF4-FFF2-40B4-BE49-F238E27FC236}">
                <a16:creationId xmlns:a16="http://schemas.microsoft.com/office/drawing/2014/main" id="{8C27F1A7-2909-4CC0-A368-C6B43C0D1E62}"/>
              </a:ext>
            </a:extLst>
          </p:cNvPr>
          <p:cNvSpPr>
            <a:spLocks noGrp="1"/>
          </p:cNvSpPr>
          <p:nvPr/>
        </p:nvSpPr>
        <p:spPr>
          <a:xfrm>
            <a:off x="5770882" y="1677894"/>
            <a:ext cx="16618" cy="16618"/>
          </a:xfrm>
          <a:prstGeom prst="ellipse">
            <a:avLst/>
          </a:prstGeom>
          <a:solidFill>
            <a:srgbClr val="3B739E">
              <a:alpha val="64000"/>
            </a:srgbClr>
          </a:solidFill>
          <a:ln w="0">
            <a:noFill/>
          </a:ln>
        </p:spPr>
        <p:txBody>
          <a:bodyPr/>
          <a:lstStyle/>
          <a:p>
            <a:endParaRPr lang="en-US"/>
          </a:p>
        </p:txBody>
      </p:sp>
      <p:sp>
        <p:nvSpPr>
          <p:cNvPr id="313" name="c/pca-ICBHI-086">
            <a:extLst>
              <a:ext uri="{FF2B5EF4-FFF2-40B4-BE49-F238E27FC236}">
                <a16:creationId xmlns:a16="http://schemas.microsoft.com/office/drawing/2014/main" id="{F312D90A-7E22-46F2-B22E-EAB801FA1A18}"/>
              </a:ext>
            </a:extLst>
          </p:cNvPr>
          <p:cNvSpPr>
            <a:spLocks noGrp="1"/>
          </p:cNvSpPr>
          <p:nvPr/>
        </p:nvSpPr>
        <p:spPr>
          <a:xfrm>
            <a:off x="5965281" y="1752812"/>
            <a:ext cx="16618" cy="16618"/>
          </a:xfrm>
          <a:prstGeom prst="ellipse">
            <a:avLst/>
          </a:prstGeom>
          <a:solidFill>
            <a:srgbClr val="3B739E">
              <a:alpha val="64000"/>
            </a:srgbClr>
          </a:solidFill>
          <a:ln w="0">
            <a:noFill/>
          </a:ln>
        </p:spPr>
        <p:txBody>
          <a:bodyPr/>
          <a:lstStyle/>
          <a:p>
            <a:endParaRPr lang="en-US"/>
          </a:p>
        </p:txBody>
      </p:sp>
      <p:sp>
        <p:nvSpPr>
          <p:cNvPr id="314" name="c/pca-ICBHI-087">
            <a:extLst>
              <a:ext uri="{FF2B5EF4-FFF2-40B4-BE49-F238E27FC236}">
                <a16:creationId xmlns:a16="http://schemas.microsoft.com/office/drawing/2014/main" id="{480556E1-36E6-4121-9530-3C1AA63E18BB}"/>
              </a:ext>
            </a:extLst>
          </p:cNvPr>
          <p:cNvSpPr>
            <a:spLocks noGrp="1"/>
          </p:cNvSpPr>
          <p:nvPr/>
        </p:nvSpPr>
        <p:spPr>
          <a:xfrm>
            <a:off x="5800535" y="1553025"/>
            <a:ext cx="16618" cy="16618"/>
          </a:xfrm>
          <a:prstGeom prst="ellipse">
            <a:avLst/>
          </a:prstGeom>
          <a:solidFill>
            <a:srgbClr val="3B739E">
              <a:alpha val="64000"/>
            </a:srgbClr>
          </a:solidFill>
          <a:ln w="0">
            <a:noFill/>
          </a:ln>
        </p:spPr>
        <p:txBody>
          <a:bodyPr/>
          <a:lstStyle/>
          <a:p>
            <a:endParaRPr lang="en-US"/>
          </a:p>
        </p:txBody>
      </p:sp>
      <p:sp>
        <p:nvSpPr>
          <p:cNvPr id="315" name="c/pca-ICBHI-088">
            <a:extLst>
              <a:ext uri="{FF2B5EF4-FFF2-40B4-BE49-F238E27FC236}">
                <a16:creationId xmlns:a16="http://schemas.microsoft.com/office/drawing/2014/main" id="{C9A837A4-11C3-433B-A57F-0F1AFBA653B2}"/>
              </a:ext>
            </a:extLst>
          </p:cNvPr>
          <p:cNvSpPr>
            <a:spLocks noGrp="1"/>
          </p:cNvSpPr>
          <p:nvPr/>
        </p:nvSpPr>
        <p:spPr>
          <a:xfrm>
            <a:off x="5713653" y="1664716"/>
            <a:ext cx="16618" cy="16618"/>
          </a:xfrm>
          <a:prstGeom prst="ellipse">
            <a:avLst/>
          </a:prstGeom>
          <a:solidFill>
            <a:srgbClr val="3B739E">
              <a:alpha val="64000"/>
            </a:srgbClr>
          </a:solidFill>
          <a:ln w="0">
            <a:noFill/>
          </a:ln>
        </p:spPr>
        <p:txBody>
          <a:bodyPr/>
          <a:lstStyle/>
          <a:p>
            <a:endParaRPr lang="en-US"/>
          </a:p>
        </p:txBody>
      </p:sp>
      <p:sp>
        <p:nvSpPr>
          <p:cNvPr id="316" name="c/pca-ICBHI-089">
            <a:extLst>
              <a:ext uri="{FF2B5EF4-FFF2-40B4-BE49-F238E27FC236}">
                <a16:creationId xmlns:a16="http://schemas.microsoft.com/office/drawing/2014/main" id="{66350F8F-C840-4644-9D13-2E140E99FFC4}"/>
              </a:ext>
            </a:extLst>
          </p:cNvPr>
          <p:cNvSpPr>
            <a:spLocks noGrp="1"/>
          </p:cNvSpPr>
          <p:nvPr/>
        </p:nvSpPr>
        <p:spPr>
          <a:xfrm>
            <a:off x="5738600" y="1678040"/>
            <a:ext cx="16618" cy="16618"/>
          </a:xfrm>
          <a:prstGeom prst="ellipse">
            <a:avLst/>
          </a:prstGeom>
          <a:solidFill>
            <a:srgbClr val="3B739E">
              <a:alpha val="64000"/>
            </a:srgbClr>
          </a:solidFill>
          <a:ln w="0">
            <a:noFill/>
          </a:ln>
        </p:spPr>
        <p:txBody>
          <a:bodyPr/>
          <a:lstStyle/>
          <a:p>
            <a:endParaRPr lang="en-US"/>
          </a:p>
        </p:txBody>
      </p:sp>
      <p:sp>
        <p:nvSpPr>
          <p:cNvPr id="317" name="c/pca-ICBHI-090">
            <a:extLst>
              <a:ext uri="{FF2B5EF4-FFF2-40B4-BE49-F238E27FC236}">
                <a16:creationId xmlns:a16="http://schemas.microsoft.com/office/drawing/2014/main" id="{2C69869D-B09A-4825-B174-382AE0C3BB53}"/>
              </a:ext>
            </a:extLst>
          </p:cNvPr>
          <p:cNvSpPr>
            <a:spLocks noGrp="1"/>
          </p:cNvSpPr>
          <p:nvPr/>
        </p:nvSpPr>
        <p:spPr>
          <a:xfrm>
            <a:off x="5747101" y="1677243"/>
            <a:ext cx="16618" cy="16618"/>
          </a:xfrm>
          <a:prstGeom prst="ellipse">
            <a:avLst/>
          </a:prstGeom>
          <a:solidFill>
            <a:srgbClr val="3B739E">
              <a:alpha val="64000"/>
            </a:srgbClr>
          </a:solidFill>
          <a:ln w="0">
            <a:noFill/>
          </a:ln>
        </p:spPr>
        <p:txBody>
          <a:bodyPr/>
          <a:lstStyle/>
          <a:p>
            <a:endParaRPr lang="en-US"/>
          </a:p>
        </p:txBody>
      </p:sp>
      <p:sp>
        <p:nvSpPr>
          <p:cNvPr id="318" name="c/pca-ICBHI-091">
            <a:extLst>
              <a:ext uri="{FF2B5EF4-FFF2-40B4-BE49-F238E27FC236}">
                <a16:creationId xmlns:a16="http://schemas.microsoft.com/office/drawing/2014/main" id="{44324037-F869-4F7F-9F51-9EEAE48C6524}"/>
              </a:ext>
            </a:extLst>
          </p:cNvPr>
          <p:cNvSpPr>
            <a:spLocks noGrp="1"/>
          </p:cNvSpPr>
          <p:nvPr/>
        </p:nvSpPr>
        <p:spPr>
          <a:xfrm>
            <a:off x="5793291" y="1686692"/>
            <a:ext cx="16618" cy="16618"/>
          </a:xfrm>
          <a:prstGeom prst="ellipse">
            <a:avLst/>
          </a:prstGeom>
          <a:solidFill>
            <a:srgbClr val="3B739E">
              <a:alpha val="64000"/>
            </a:srgbClr>
          </a:solidFill>
          <a:ln w="0">
            <a:noFill/>
          </a:ln>
        </p:spPr>
        <p:txBody>
          <a:bodyPr/>
          <a:lstStyle/>
          <a:p>
            <a:endParaRPr lang="en-US"/>
          </a:p>
        </p:txBody>
      </p:sp>
      <p:sp>
        <p:nvSpPr>
          <p:cNvPr id="319" name="c/pca-ICBHI-092">
            <a:extLst>
              <a:ext uri="{FF2B5EF4-FFF2-40B4-BE49-F238E27FC236}">
                <a16:creationId xmlns:a16="http://schemas.microsoft.com/office/drawing/2014/main" id="{FB1F40AC-EFC6-4DA8-8F05-7012F05AC12C}"/>
              </a:ext>
            </a:extLst>
          </p:cNvPr>
          <p:cNvSpPr>
            <a:spLocks noGrp="1"/>
          </p:cNvSpPr>
          <p:nvPr/>
        </p:nvSpPr>
        <p:spPr>
          <a:xfrm>
            <a:off x="5773639" y="1673011"/>
            <a:ext cx="16618" cy="16618"/>
          </a:xfrm>
          <a:prstGeom prst="ellipse">
            <a:avLst/>
          </a:prstGeom>
          <a:solidFill>
            <a:srgbClr val="3B739E">
              <a:alpha val="64000"/>
            </a:srgbClr>
          </a:solidFill>
          <a:ln w="0">
            <a:noFill/>
          </a:ln>
        </p:spPr>
        <p:txBody>
          <a:bodyPr/>
          <a:lstStyle/>
          <a:p>
            <a:endParaRPr lang="en-US"/>
          </a:p>
        </p:txBody>
      </p:sp>
      <p:sp>
        <p:nvSpPr>
          <p:cNvPr id="320" name="c/pca-ICBHI-093">
            <a:extLst>
              <a:ext uri="{FF2B5EF4-FFF2-40B4-BE49-F238E27FC236}">
                <a16:creationId xmlns:a16="http://schemas.microsoft.com/office/drawing/2014/main" id="{71348102-49E7-4A68-B246-329F79B78D4E}"/>
              </a:ext>
            </a:extLst>
          </p:cNvPr>
          <p:cNvSpPr>
            <a:spLocks noGrp="1"/>
          </p:cNvSpPr>
          <p:nvPr/>
        </p:nvSpPr>
        <p:spPr>
          <a:xfrm>
            <a:off x="5726965" y="1667246"/>
            <a:ext cx="16618" cy="16618"/>
          </a:xfrm>
          <a:prstGeom prst="ellipse">
            <a:avLst/>
          </a:prstGeom>
          <a:solidFill>
            <a:srgbClr val="3B739E">
              <a:alpha val="64000"/>
            </a:srgbClr>
          </a:solidFill>
          <a:ln w="0">
            <a:noFill/>
          </a:ln>
        </p:spPr>
        <p:txBody>
          <a:bodyPr/>
          <a:lstStyle/>
          <a:p>
            <a:endParaRPr lang="en-US"/>
          </a:p>
        </p:txBody>
      </p:sp>
      <p:sp>
        <p:nvSpPr>
          <p:cNvPr id="321" name="c/pca-ICBHI-094">
            <a:extLst>
              <a:ext uri="{FF2B5EF4-FFF2-40B4-BE49-F238E27FC236}">
                <a16:creationId xmlns:a16="http://schemas.microsoft.com/office/drawing/2014/main" id="{A2686135-CE06-4F9E-9624-66BF7D99A56E}"/>
              </a:ext>
            </a:extLst>
          </p:cNvPr>
          <p:cNvSpPr>
            <a:spLocks noGrp="1"/>
          </p:cNvSpPr>
          <p:nvPr/>
        </p:nvSpPr>
        <p:spPr>
          <a:xfrm>
            <a:off x="5788756" y="1667291"/>
            <a:ext cx="16618" cy="16618"/>
          </a:xfrm>
          <a:prstGeom prst="ellipse">
            <a:avLst/>
          </a:prstGeom>
          <a:solidFill>
            <a:srgbClr val="3B739E">
              <a:alpha val="64000"/>
            </a:srgbClr>
          </a:solidFill>
          <a:ln w="0">
            <a:noFill/>
          </a:ln>
        </p:spPr>
        <p:txBody>
          <a:bodyPr/>
          <a:lstStyle/>
          <a:p>
            <a:endParaRPr lang="en-US"/>
          </a:p>
        </p:txBody>
      </p:sp>
      <p:sp>
        <p:nvSpPr>
          <p:cNvPr id="322" name="c/pca-ICBHI-095">
            <a:extLst>
              <a:ext uri="{FF2B5EF4-FFF2-40B4-BE49-F238E27FC236}">
                <a16:creationId xmlns:a16="http://schemas.microsoft.com/office/drawing/2014/main" id="{FF9D6A42-7248-41AE-AF04-98E5016E1E6F}"/>
              </a:ext>
            </a:extLst>
          </p:cNvPr>
          <p:cNvSpPr>
            <a:spLocks noGrp="1"/>
          </p:cNvSpPr>
          <p:nvPr/>
        </p:nvSpPr>
        <p:spPr>
          <a:xfrm>
            <a:off x="5815473" y="1668783"/>
            <a:ext cx="16618" cy="16618"/>
          </a:xfrm>
          <a:prstGeom prst="ellipse">
            <a:avLst/>
          </a:prstGeom>
          <a:solidFill>
            <a:srgbClr val="3B739E">
              <a:alpha val="64000"/>
            </a:srgbClr>
          </a:solidFill>
          <a:ln w="0">
            <a:noFill/>
          </a:ln>
        </p:spPr>
        <p:txBody>
          <a:bodyPr/>
          <a:lstStyle/>
          <a:p>
            <a:endParaRPr lang="en-US"/>
          </a:p>
        </p:txBody>
      </p:sp>
      <p:sp>
        <p:nvSpPr>
          <p:cNvPr id="323" name="c/pca-ICBHI-096">
            <a:extLst>
              <a:ext uri="{FF2B5EF4-FFF2-40B4-BE49-F238E27FC236}">
                <a16:creationId xmlns:a16="http://schemas.microsoft.com/office/drawing/2014/main" id="{35D62BE5-94A5-45D0-AA03-E95BC3358220}"/>
              </a:ext>
            </a:extLst>
          </p:cNvPr>
          <p:cNvSpPr>
            <a:spLocks noGrp="1"/>
          </p:cNvSpPr>
          <p:nvPr/>
        </p:nvSpPr>
        <p:spPr>
          <a:xfrm>
            <a:off x="5727830" y="1660671"/>
            <a:ext cx="16618" cy="16618"/>
          </a:xfrm>
          <a:prstGeom prst="ellipse">
            <a:avLst/>
          </a:prstGeom>
          <a:solidFill>
            <a:srgbClr val="3B739E">
              <a:alpha val="64000"/>
            </a:srgbClr>
          </a:solidFill>
          <a:ln w="0">
            <a:noFill/>
          </a:ln>
        </p:spPr>
        <p:txBody>
          <a:bodyPr/>
          <a:lstStyle/>
          <a:p>
            <a:endParaRPr lang="en-US"/>
          </a:p>
        </p:txBody>
      </p:sp>
      <p:sp>
        <p:nvSpPr>
          <p:cNvPr id="324" name="c/pca-ICBHI-097">
            <a:extLst>
              <a:ext uri="{FF2B5EF4-FFF2-40B4-BE49-F238E27FC236}">
                <a16:creationId xmlns:a16="http://schemas.microsoft.com/office/drawing/2014/main" id="{7754C2E3-3DFC-4C87-9A43-D0C7E7B4BB79}"/>
              </a:ext>
            </a:extLst>
          </p:cNvPr>
          <p:cNvSpPr>
            <a:spLocks noGrp="1"/>
          </p:cNvSpPr>
          <p:nvPr/>
        </p:nvSpPr>
        <p:spPr>
          <a:xfrm>
            <a:off x="5757078" y="1677524"/>
            <a:ext cx="16618" cy="16618"/>
          </a:xfrm>
          <a:prstGeom prst="ellipse">
            <a:avLst/>
          </a:prstGeom>
          <a:solidFill>
            <a:srgbClr val="3B739E">
              <a:alpha val="64000"/>
            </a:srgbClr>
          </a:solidFill>
          <a:ln w="0">
            <a:noFill/>
          </a:ln>
        </p:spPr>
        <p:txBody>
          <a:bodyPr/>
          <a:lstStyle/>
          <a:p>
            <a:endParaRPr lang="en-US"/>
          </a:p>
        </p:txBody>
      </p:sp>
      <p:sp>
        <p:nvSpPr>
          <p:cNvPr id="325" name="c/pca-ICBHI-098">
            <a:extLst>
              <a:ext uri="{FF2B5EF4-FFF2-40B4-BE49-F238E27FC236}">
                <a16:creationId xmlns:a16="http://schemas.microsoft.com/office/drawing/2014/main" id="{0B71DA73-27A4-4617-B4DA-0D1BB39E8A87}"/>
              </a:ext>
            </a:extLst>
          </p:cNvPr>
          <p:cNvSpPr>
            <a:spLocks noGrp="1"/>
          </p:cNvSpPr>
          <p:nvPr/>
        </p:nvSpPr>
        <p:spPr>
          <a:xfrm>
            <a:off x="5724310" y="1658603"/>
            <a:ext cx="16618" cy="16618"/>
          </a:xfrm>
          <a:prstGeom prst="ellipse">
            <a:avLst/>
          </a:prstGeom>
          <a:solidFill>
            <a:srgbClr val="3B739E">
              <a:alpha val="64000"/>
            </a:srgbClr>
          </a:solidFill>
          <a:ln w="0">
            <a:noFill/>
          </a:ln>
        </p:spPr>
        <p:txBody>
          <a:bodyPr/>
          <a:lstStyle/>
          <a:p>
            <a:endParaRPr lang="en-US"/>
          </a:p>
        </p:txBody>
      </p:sp>
      <p:sp>
        <p:nvSpPr>
          <p:cNvPr id="326" name="c/pca-ICBHI-099">
            <a:extLst>
              <a:ext uri="{FF2B5EF4-FFF2-40B4-BE49-F238E27FC236}">
                <a16:creationId xmlns:a16="http://schemas.microsoft.com/office/drawing/2014/main" id="{7027170B-8318-4C8C-B89B-5A8A83D63BA2}"/>
              </a:ext>
            </a:extLst>
          </p:cNvPr>
          <p:cNvSpPr>
            <a:spLocks noGrp="1"/>
          </p:cNvSpPr>
          <p:nvPr/>
        </p:nvSpPr>
        <p:spPr>
          <a:xfrm>
            <a:off x="5806374" y="1693367"/>
            <a:ext cx="16618" cy="16618"/>
          </a:xfrm>
          <a:prstGeom prst="ellipse">
            <a:avLst/>
          </a:prstGeom>
          <a:solidFill>
            <a:srgbClr val="3B739E">
              <a:alpha val="64000"/>
            </a:srgbClr>
          </a:solidFill>
          <a:ln w="0">
            <a:noFill/>
          </a:ln>
        </p:spPr>
        <p:txBody>
          <a:bodyPr/>
          <a:lstStyle/>
          <a:p>
            <a:endParaRPr lang="en-US"/>
          </a:p>
        </p:txBody>
      </p:sp>
      <p:sp>
        <p:nvSpPr>
          <p:cNvPr id="327" name="c/pca-ICBHI-100">
            <a:extLst>
              <a:ext uri="{FF2B5EF4-FFF2-40B4-BE49-F238E27FC236}">
                <a16:creationId xmlns:a16="http://schemas.microsoft.com/office/drawing/2014/main" id="{D28FB3B6-D3E6-4F9B-A067-567C072AA33D}"/>
              </a:ext>
            </a:extLst>
          </p:cNvPr>
          <p:cNvSpPr>
            <a:spLocks noGrp="1"/>
          </p:cNvSpPr>
          <p:nvPr/>
        </p:nvSpPr>
        <p:spPr>
          <a:xfrm>
            <a:off x="5787182" y="1685780"/>
            <a:ext cx="16618" cy="16618"/>
          </a:xfrm>
          <a:prstGeom prst="ellipse">
            <a:avLst/>
          </a:prstGeom>
          <a:solidFill>
            <a:srgbClr val="3B739E">
              <a:alpha val="64000"/>
            </a:srgbClr>
          </a:solidFill>
          <a:ln w="0">
            <a:noFill/>
          </a:ln>
        </p:spPr>
        <p:txBody>
          <a:bodyPr/>
          <a:lstStyle/>
          <a:p>
            <a:endParaRPr lang="en-US"/>
          </a:p>
        </p:txBody>
      </p:sp>
      <p:sp>
        <p:nvSpPr>
          <p:cNvPr id="328" name="c/pca-ICBHI-101">
            <a:extLst>
              <a:ext uri="{FF2B5EF4-FFF2-40B4-BE49-F238E27FC236}">
                <a16:creationId xmlns:a16="http://schemas.microsoft.com/office/drawing/2014/main" id="{718510E5-9305-45CA-9718-E56C89ADD38E}"/>
              </a:ext>
            </a:extLst>
          </p:cNvPr>
          <p:cNvSpPr>
            <a:spLocks noGrp="1"/>
          </p:cNvSpPr>
          <p:nvPr/>
        </p:nvSpPr>
        <p:spPr>
          <a:xfrm>
            <a:off x="5784052" y="1645675"/>
            <a:ext cx="16618" cy="16618"/>
          </a:xfrm>
          <a:prstGeom prst="ellipse">
            <a:avLst/>
          </a:prstGeom>
          <a:solidFill>
            <a:srgbClr val="3B739E">
              <a:alpha val="64000"/>
            </a:srgbClr>
          </a:solidFill>
          <a:ln w="0">
            <a:noFill/>
          </a:ln>
        </p:spPr>
        <p:txBody>
          <a:bodyPr/>
          <a:lstStyle/>
          <a:p>
            <a:endParaRPr lang="en-US"/>
          </a:p>
        </p:txBody>
      </p:sp>
      <p:sp>
        <p:nvSpPr>
          <p:cNvPr id="329" name="c/pca-ICBHI-102">
            <a:extLst>
              <a:ext uri="{FF2B5EF4-FFF2-40B4-BE49-F238E27FC236}">
                <a16:creationId xmlns:a16="http://schemas.microsoft.com/office/drawing/2014/main" id="{01F4239B-A7B4-4DBC-B630-D518E5E9E464}"/>
              </a:ext>
            </a:extLst>
          </p:cNvPr>
          <p:cNvSpPr>
            <a:spLocks noGrp="1"/>
          </p:cNvSpPr>
          <p:nvPr/>
        </p:nvSpPr>
        <p:spPr>
          <a:xfrm>
            <a:off x="5755164" y="1567623"/>
            <a:ext cx="16618" cy="16618"/>
          </a:xfrm>
          <a:prstGeom prst="ellipse">
            <a:avLst/>
          </a:prstGeom>
          <a:solidFill>
            <a:srgbClr val="3B739E">
              <a:alpha val="64000"/>
            </a:srgbClr>
          </a:solidFill>
          <a:ln w="0">
            <a:noFill/>
          </a:ln>
        </p:spPr>
        <p:txBody>
          <a:bodyPr/>
          <a:lstStyle/>
          <a:p>
            <a:endParaRPr lang="en-US"/>
          </a:p>
        </p:txBody>
      </p:sp>
      <p:sp>
        <p:nvSpPr>
          <p:cNvPr id="330" name="c/pca-ICBHI-103">
            <a:extLst>
              <a:ext uri="{FF2B5EF4-FFF2-40B4-BE49-F238E27FC236}">
                <a16:creationId xmlns:a16="http://schemas.microsoft.com/office/drawing/2014/main" id="{BBF2A24F-47E4-4D22-A17F-66FC0FEB5D70}"/>
              </a:ext>
            </a:extLst>
          </p:cNvPr>
          <p:cNvSpPr>
            <a:spLocks noGrp="1"/>
          </p:cNvSpPr>
          <p:nvPr/>
        </p:nvSpPr>
        <p:spPr>
          <a:xfrm>
            <a:off x="5771788" y="1684466"/>
            <a:ext cx="16618" cy="16618"/>
          </a:xfrm>
          <a:prstGeom prst="ellipse">
            <a:avLst/>
          </a:prstGeom>
          <a:solidFill>
            <a:srgbClr val="3B739E">
              <a:alpha val="64000"/>
            </a:srgbClr>
          </a:solidFill>
          <a:ln w="0">
            <a:noFill/>
          </a:ln>
        </p:spPr>
        <p:txBody>
          <a:bodyPr/>
          <a:lstStyle/>
          <a:p>
            <a:endParaRPr lang="en-US"/>
          </a:p>
        </p:txBody>
      </p:sp>
      <p:sp>
        <p:nvSpPr>
          <p:cNvPr id="331" name="c/pca-ICBHI-104">
            <a:extLst>
              <a:ext uri="{FF2B5EF4-FFF2-40B4-BE49-F238E27FC236}">
                <a16:creationId xmlns:a16="http://schemas.microsoft.com/office/drawing/2014/main" id="{D9028DC9-0658-4023-B954-D3E62BD4A880}"/>
              </a:ext>
            </a:extLst>
          </p:cNvPr>
          <p:cNvSpPr>
            <a:spLocks noGrp="1"/>
          </p:cNvSpPr>
          <p:nvPr/>
        </p:nvSpPr>
        <p:spPr>
          <a:xfrm>
            <a:off x="5753570" y="1691153"/>
            <a:ext cx="16618" cy="16618"/>
          </a:xfrm>
          <a:prstGeom prst="ellipse">
            <a:avLst/>
          </a:prstGeom>
          <a:solidFill>
            <a:srgbClr val="3B739E">
              <a:alpha val="64000"/>
            </a:srgbClr>
          </a:solidFill>
          <a:ln w="0">
            <a:noFill/>
          </a:ln>
        </p:spPr>
        <p:txBody>
          <a:bodyPr/>
          <a:lstStyle/>
          <a:p>
            <a:endParaRPr lang="en-US"/>
          </a:p>
        </p:txBody>
      </p:sp>
      <p:sp>
        <p:nvSpPr>
          <p:cNvPr id="332" name="c/pca-ICBHI-105">
            <a:extLst>
              <a:ext uri="{FF2B5EF4-FFF2-40B4-BE49-F238E27FC236}">
                <a16:creationId xmlns:a16="http://schemas.microsoft.com/office/drawing/2014/main" id="{A61A0B5E-1AA1-4E66-958D-04A2A160FC1B}"/>
              </a:ext>
            </a:extLst>
          </p:cNvPr>
          <p:cNvSpPr>
            <a:spLocks noGrp="1"/>
          </p:cNvSpPr>
          <p:nvPr/>
        </p:nvSpPr>
        <p:spPr>
          <a:xfrm>
            <a:off x="5778458" y="1664837"/>
            <a:ext cx="16618" cy="16618"/>
          </a:xfrm>
          <a:prstGeom prst="ellipse">
            <a:avLst/>
          </a:prstGeom>
          <a:solidFill>
            <a:srgbClr val="3B739E">
              <a:alpha val="64000"/>
            </a:srgbClr>
          </a:solidFill>
          <a:ln w="0">
            <a:noFill/>
          </a:ln>
        </p:spPr>
        <p:txBody>
          <a:bodyPr/>
          <a:lstStyle/>
          <a:p>
            <a:endParaRPr lang="en-US"/>
          </a:p>
        </p:txBody>
      </p:sp>
      <p:sp>
        <p:nvSpPr>
          <p:cNvPr id="333" name="c/pca-ICBHI-106">
            <a:extLst>
              <a:ext uri="{FF2B5EF4-FFF2-40B4-BE49-F238E27FC236}">
                <a16:creationId xmlns:a16="http://schemas.microsoft.com/office/drawing/2014/main" id="{C8E492A6-2811-4E9A-BC4B-E777F10D68E4}"/>
              </a:ext>
            </a:extLst>
          </p:cNvPr>
          <p:cNvSpPr>
            <a:spLocks noGrp="1"/>
          </p:cNvSpPr>
          <p:nvPr/>
        </p:nvSpPr>
        <p:spPr>
          <a:xfrm>
            <a:off x="5668735" y="1635086"/>
            <a:ext cx="16618" cy="16618"/>
          </a:xfrm>
          <a:prstGeom prst="ellipse">
            <a:avLst/>
          </a:prstGeom>
          <a:solidFill>
            <a:srgbClr val="3B739E">
              <a:alpha val="64000"/>
            </a:srgbClr>
          </a:solidFill>
          <a:ln w="0">
            <a:noFill/>
          </a:ln>
        </p:spPr>
        <p:txBody>
          <a:bodyPr/>
          <a:lstStyle/>
          <a:p>
            <a:endParaRPr lang="en-US"/>
          </a:p>
        </p:txBody>
      </p:sp>
      <p:sp>
        <p:nvSpPr>
          <p:cNvPr id="334" name="c/pca-ICBHI-107">
            <a:extLst>
              <a:ext uri="{FF2B5EF4-FFF2-40B4-BE49-F238E27FC236}">
                <a16:creationId xmlns:a16="http://schemas.microsoft.com/office/drawing/2014/main" id="{AB95B4E3-EF38-4B7F-AC41-C29ED721533C}"/>
              </a:ext>
            </a:extLst>
          </p:cNvPr>
          <p:cNvSpPr>
            <a:spLocks noGrp="1"/>
          </p:cNvSpPr>
          <p:nvPr/>
        </p:nvSpPr>
        <p:spPr>
          <a:xfrm>
            <a:off x="5833841" y="1703251"/>
            <a:ext cx="16618" cy="16618"/>
          </a:xfrm>
          <a:prstGeom prst="ellipse">
            <a:avLst/>
          </a:prstGeom>
          <a:solidFill>
            <a:srgbClr val="3B739E">
              <a:alpha val="64000"/>
            </a:srgbClr>
          </a:solidFill>
          <a:ln w="0">
            <a:noFill/>
          </a:ln>
        </p:spPr>
        <p:txBody>
          <a:bodyPr/>
          <a:lstStyle/>
          <a:p>
            <a:endParaRPr lang="en-US"/>
          </a:p>
        </p:txBody>
      </p:sp>
      <p:sp>
        <p:nvSpPr>
          <p:cNvPr id="335" name="c/pca-ICBHI-108">
            <a:extLst>
              <a:ext uri="{FF2B5EF4-FFF2-40B4-BE49-F238E27FC236}">
                <a16:creationId xmlns:a16="http://schemas.microsoft.com/office/drawing/2014/main" id="{5F91003C-F682-4753-A484-B08BBACD6E64}"/>
              </a:ext>
            </a:extLst>
          </p:cNvPr>
          <p:cNvSpPr>
            <a:spLocks noGrp="1"/>
          </p:cNvSpPr>
          <p:nvPr/>
        </p:nvSpPr>
        <p:spPr>
          <a:xfrm>
            <a:off x="5786268" y="1684940"/>
            <a:ext cx="16618" cy="16618"/>
          </a:xfrm>
          <a:prstGeom prst="ellipse">
            <a:avLst/>
          </a:prstGeom>
          <a:solidFill>
            <a:srgbClr val="3B739E">
              <a:alpha val="64000"/>
            </a:srgbClr>
          </a:solidFill>
          <a:ln w="0">
            <a:noFill/>
          </a:ln>
        </p:spPr>
        <p:txBody>
          <a:bodyPr/>
          <a:lstStyle/>
          <a:p>
            <a:endParaRPr lang="en-US"/>
          </a:p>
        </p:txBody>
      </p:sp>
      <p:sp>
        <p:nvSpPr>
          <p:cNvPr id="336" name="c/pca-ICBHI-109">
            <a:extLst>
              <a:ext uri="{FF2B5EF4-FFF2-40B4-BE49-F238E27FC236}">
                <a16:creationId xmlns:a16="http://schemas.microsoft.com/office/drawing/2014/main" id="{F030A7B8-D357-489B-A6F5-0107537B91EB}"/>
              </a:ext>
            </a:extLst>
          </p:cNvPr>
          <p:cNvSpPr>
            <a:spLocks noGrp="1"/>
          </p:cNvSpPr>
          <p:nvPr/>
        </p:nvSpPr>
        <p:spPr>
          <a:xfrm>
            <a:off x="5725105" y="1677031"/>
            <a:ext cx="16618" cy="16618"/>
          </a:xfrm>
          <a:prstGeom prst="ellipse">
            <a:avLst/>
          </a:prstGeom>
          <a:solidFill>
            <a:srgbClr val="3B739E">
              <a:alpha val="64000"/>
            </a:srgbClr>
          </a:solidFill>
          <a:ln w="0">
            <a:noFill/>
          </a:ln>
        </p:spPr>
        <p:txBody>
          <a:bodyPr/>
          <a:lstStyle/>
          <a:p>
            <a:endParaRPr lang="en-US"/>
          </a:p>
        </p:txBody>
      </p:sp>
      <p:sp>
        <p:nvSpPr>
          <p:cNvPr id="337" name="c/pca-ICBHI-110">
            <a:extLst>
              <a:ext uri="{FF2B5EF4-FFF2-40B4-BE49-F238E27FC236}">
                <a16:creationId xmlns:a16="http://schemas.microsoft.com/office/drawing/2014/main" id="{6C8D17FD-C7FC-4550-87D3-F7909B393F79}"/>
              </a:ext>
            </a:extLst>
          </p:cNvPr>
          <p:cNvSpPr>
            <a:spLocks noGrp="1"/>
          </p:cNvSpPr>
          <p:nvPr/>
        </p:nvSpPr>
        <p:spPr>
          <a:xfrm>
            <a:off x="5778867" y="1673865"/>
            <a:ext cx="16618" cy="16618"/>
          </a:xfrm>
          <a:prstGeom prst="ellipse">
            <a:avLst/>
          </a:prstGeom>
          <a:solidFill>
            <a:srgbClr val="3B739E">
              <a:alpha val="64000"/>
            </a:srgbClr>
          </a:solidFill>
          <a:ln w="0">
            <a:noFill/>
          </a:ln>
        </p:spPr>
        <p:txBody>
          <a:bodyPr/>
          <a:lstStyle/>
          <a:p>
            <a:endParaRPr lang="en-US"/>
          </a:p>
        </p:txBody>
      </p:sp>
      <p:sp>
        <p:nvSpPr>
          <p:cNvPr id="338" name="c/pca-ICBHI-111">
            <a:extLst>
              <a:ext uri="{FF2B5EF4-FFF2-40B4-BE49-F238E27FC236}">
                <a16:creationId xmlns:a16="http://schemas.microsoft.com/office/drawing/2014/main" id="{99DF5C53-AF2A-4F86-9583-DF44BDFDBE06}"/>
              </a:ext>
            </a:extLst>
          </p:cNvPr>
          <p:cNvSpPr>
            <a:spLocks noGrp="1"/>
          </p:cNvSpPr>
          <p:nvPr/>
        </p:nvSpPr>
        <p:spPr>
          <a:xfrm>
            <a:off x="5727199" y="1677835"/>
            <a:ext cx="16618" cy="16618"/>
          </a:xfrm>
          <a:prstGeom prst="ellipse">
            <a:avLst/>
          </a:prstGeom>
          <a:solidFill>
            <a:srgbClr val="3B739E">
              <a:alpha val="64000"/>
            </a:srgbClr>
          </a:solidFill>
          <a:ln w="0">
            <a:noFill/>
          </a:ln>
        </p:spPr>
        <p:txBody>
          <a:bodyPr/>
          <a:lstStyle/>
          <a:p>
            <a:endParaRPr lang="en-US"/>
          </a:p>
        </p:txBody>
      </p:sp>
      <p:sp>
        <p:nvSpPr>
          <p:cNvPr id="339" name="c/pca-ICBHI-112">
            <a:extLst>
              <a:ext uri="{FF2B5EF4-FFF2-40B4-BE49-F238E27FC236}">
                <a16:creationId xmlns:a16="http://schemas.microsoft.com/office/drawing/2014/main" id="{447F2980-FC9C-4D54-B8DF-DDFCEBC9FFD8}"/>
              </a:ext>
            </a:extLst>
          </p:cNvPr>
          <p:cNvSpPr>
            <a:spLocks noGrp="1"/>
          </p:cNvSpPr>
          <p:nvPr/>
        </p:nvSpPr>
        <p:spPr>
          <a:xfrm>
            <a:off x="5789336" y="1675809"/>
            <a:ext cx="16618" cy="16618"/>
          </a:xfrm>
          <a:prstGeom prst="ellipse">
            <a:avLst/>
          </a:prstGeom>
          <a:solidFill>
            <a:srgbClr val="3B739E">
              <a:alpha val="64000"/>
            </a:srgbClr>
          </a:solidFill>
          <a:ln w="0">
            <a:noFill/>
          </a:ln>
        </p:spPr>
        <p:txBody>
          <a:bodyPr/>
          <a:lstStyle/>
          <a:p>
            <a:endParaRPr lang="en-US"/>
          </a:p>
        </p:txBody>
      </p:sp>
      <p:sp>
        <p:nvSpPr>
          <p:cNvPr id="340" name="c/pca-ICBHI-113">
            <a:extLst>
              <a:ext uri="{FF2B5EF4-FFF2-40B4-BE49-F238E27FC236}">
                <a16:creationId xmlns:a16="http://schemas.microsoft.com/office/drawing/2014/main" id="{635A7409-4E5A-484F-9977-1F4810FDD974}"/>
              </a:ext>
            </a:extLst>
          </p:cNvPr>
          <p:cNvSpPr>
            <a:spLocks noGrp="1"/>
          </p:cNvSpPr>
          <p:nvPr/>
        </p:nvSpPr>
        <p:spPr>
          <a:xfrm>
            <a:off x="5755752" y="1645060"/>
            <a:ext cx="16618" cy="16618"/>
          </a:xfrm>
          <a:prstGeom prst="ellipse">
            <a:avLst/>
          </a:prstGeom>
          <a:solidFill>
            <a:srgbClr val="3B739E">
              <a:alpha val="64000"/>
            </a:srgbClr>
          </a:solidFill>
          <a:ln w="0">
            <a:noFill/>
          </a:ln>
        </p:spPr>
        <p:txBody>
          <a:bodyPr/>
          <a:lstStyle/>
          <a:p>
            <a:endParaRPr lang="en-US"/>
          </a:p>
        </p:txBody>
      </p:sp>
      <p:sp>
        <p:nvSpPr>
          <p:cNvPr id="341" name="c/pca-ICBHI-114">
            <a:extLst>
              <a:ext uri="{FF2B5EF4-FFF2-40B4-BE49-F238E27FC236}">
                <a16:creationId xmlns:a16="http://schemas.microsoft.com/office/drawing/2014/main" id="{C8CD3E75-9FB8-48C3-8DBC-23C42D5E4E7E}"/>
              </a:ext>
            </a:extLst>
          </p:cNvPr>
          <p:cNvSpPr>
            <a:spLocks noGrp="1"/>
          </p:cNvSpPr>
          <p:nvPr/>
        </p:nvSpPr>
        <p:spPr>
          <a:xfrm>
            <a:off x="5770693" y="1664011"/>
            <a:ext cx="16618" cy="16618"/>
          </a:xfrm>
          <a:prstGeom prst="ellipse">
            <a:avLst/>
          </a:prstGeom>
          <a:solidFill>
            <a:srgbClr val="3B739E">
              <a:alpha val="64000"/>
            </a:srgbClr>
          </a:solidFill>
          <a:ln w="0">
            <a:noFill/>
          </a:ln>
        </p:spPr>
        <p:txBody>
          <a:bodyPr/>
          <a:lstStyle/>
          <a:p>
            <a:endParaRPr lang="en-US"/>
          </a:p>
        </p:txBody>
      </p:sp>
      <p:sp>
        <p:nvSpPr>
          <p:cNvPr id="342" name="c/pca-ICBHI-115">
            <a:extLst>
              <a:ext uri="{FF2B5EF4-FFF2-40B4-BE49-F238E27FC236}">
                <a16:creationId xmlns:a16="http://schemas.microsoft.com/office/drawing/2014/main" id="{A06D0D2E-E011-4C4A-B766-787E82D36268}"/>
              </a:ext>
            </a:extLst>
          </p:cNvPr>
          <p:cNvSpPr>
            <a:spLocks noGrp="1"/>
          </p:cNvSpPr>
          <p:nvPr/>
        </p:nvSpPr>
        <p:spPr>
          <a:xfrm>
            <a:off x="5718519" y="1641708"/>
            <a:ext cx="16618" cy="16618"/>
          </a:xfrm>
          <a:prstGeom prst="ellipse">
            <a:avLst/>
          </a:prstGeom>
          <a:solidFill>
            <a:srgbClr val="3B739E">
              <a:alpha val="64000"/>
            </a:srgbClr>
          </a:solidFill>
          <a:ln w="0">
            <a:noFill/>
          </a:ln>
        </p:spPr>
        <p:txBody>
          <a:bodyPr/>
          <a:lstStyle/>
          <a:p>
            <a:endParaRPr lang="en-US"/>
          </a:p>
        </p:txBody>
      </p:sp>
      <p:sp>
        <p:nvSpPr>
          <p:cNvPr id="343" name="c/pca-ICBHI-116">
            <a:extLst>
              <a:ext uri="{FF2B5EF4-FFF2-40B4-BE49-F238E27FC236}">
                <a16:creationId xmlns:a16="http://schemas.microsoft.com/office/drawing/2014/main" id="{E94A1317-3B42-4F79-A620-85A1590E9CCF}"/>
              </a:ext>
            </a:extLst>
          </p:cNvPr>
          <p:cNvSpPr>
            <a:spLocks noGrp="1"/>
          </p:cNvSpPr>
          <p:nvPr/>
        </p:nvSpPr>
        <p:spPr>
          <a:xfrm>
            <a:off x="5840470" y="1698651"/>
            <a:ext cx="16618" cy="16618"/>
          </a:xfrm>
          <a:prstGeom prst="ellipse">
            <a:avLst/>
          </a:prstGeom>
          <a:solidFill>
            <a:srgbClr val="3B739E">
              <a:alpha val="64000"/>
            </a:srgbClr>
          </a:solidFill>
          <a:ln w="0">
            <a:noFill/>
          </a:ln>
        </p:spPr>
        <p:txBody>
          <a:bodyPr/>
          <a:lstStyle/>
          <a:p>
            <a:endParaRPr lang="en-US"/>
          </a:p>
        </p:txBody>
      </p:sp>
      <p:sp>
        <p:nvSpPr>
          <p:cNvPr id="344" name="c/pca-ICBHI-117">
            <a:extLst>
              <a:ext uri="{FF2B5EF4-FFF2-40B4-BE49-F238E27FC236}">
                <a16:creationId xmlns:a16="http://schemas.microsoft.com/office/drawing/2014/main" id="{99164836-B936-4BF3-AD82-0D7A781A3F2F}"/>
              </a:ext>
            </a:extLst>
          </p:cNvPr>
          <p:cNvSpPr>
            <a:spLocks noGrp="1"/>
          </p:cNvSpPr>
          <p:nvPr/>
        </p:nvSpPr>
        <p:spPr>
          <a:xfrm>
            <a:off x="5887934" y="1725602"/>
            <a:ext cx="16618" cy="16618"/>
          </a:xfrm>
          <a:prstGeom prst="ellipse">
            <a:avLst/>
          </a:prstGeom>
          <a:solidFill>
            <a:srgbClr val="3B739E">
              <a:alpha val="64000"/>
            </a:srgbClr>
          </a:solidFill>
          <a:ln w="0">
            <a:noFill/>
          </a:ln>
        </p:spPr>
        <p:txBody>
          <a:bodyPr/>
          <a:lstStyle/>
          <a:p>
            <a:endParaRPr lang="en-US"/>
          </a:p>
        </p:txBody>
      </p:sp>
      <p:sp>
        <p:nvSpPr>
          <p:cNvPr id="345" name="c/pca-ICBHI-118">
            <a:extLst>
              <a:ext uri="{FF2B5EF4-FFF2-40B4-BE49-F238E27FC236}">
                <a16:creationId xmlns:a16="http://schemas.microsoft.com/office/drawing/2014/main" id="{783F59DC-42CB-4D1C-A62F-0057E8EAC901}"/>
              </a:ext>
            </a:extLst>
          </p:cNvPr>
          <p:cNvSpPr>
            <a:spLocks noGrp="1"/>
          </p:cNvSpPr>
          <p:nvPr/>
        </p:nvSpPr>
        <p:spPr>
          <a:xfrm>
            <a:off x="5743872" y="1619279"/>
            <a:ext cx="16618" cy="16618"/>
          </a:xfrm>
          <a:prstGeom prst="ellipse">
            <a:avLst/>
          </a:prstGeom>
          <a:solidFill>
            <a:srgbClr val="3B739E">
              <a:alpha val="64000"/>
            </a:srgbClr>
          </a:solidFill>
          <a:ln w="0">
            <a:noFill/>
          </a:ln>
        </p:spPr>
        <p:txBody>
          <a:bodyPr/>
          <a:lstStyle/>
          <a:p>
            <a:endParaRPr lang="en-US"/>
          </a:p>
        </p:txBody>
      </p:sp>
      <p:sp>
        <p:nvSpPr>
          <p:cNvPr id="346" name="c/pca-ICBHI-119">
            <a:extLst>
              <a:ext uri="{FF2B5EF4-FFF2-40B4-BE49-F238E27FC236}">
                <a16:creationId xmlns:a16="http://schemas.microsoft.com/office/drawing/2014/main" id="{39545039-46CC-4727-A3B0-DE02FE418FE0}"/>
              </a:ext>
            </a:extLst>
          </p:cNvPr>
          <p:cNvSpPr>
            <a:spLocks noGrp="1"/>
          </p:cNvSpPr>
          <p:nvPr/>
        </p:nvSpPr>
        <p:spPr>
          <a:xfrm>
            <a:off x="5875362" y="1704267"/>
            <a:ext cx="16618" cy="16618"/>
          </a:xfrm>
          <a:prstGeom prst="ellipse">
            <a:avLst/>
          </a:prstGeom>
          <a:solidFill>
            <a:srgbClr val="3B739E">
              <a:alpha val="64000"/>
            </a:srgbClr>
          </a:solidFill>
          <a:ln w="0">
            <a:noFill/>
          </a:ln>
        </p:spPr>
        <p:txBody>
          <a:bodyPr/>
          <a:lstStyle/>
          <a:p>
            <a:endParaRPr lang="en-US"/>
          </a:p>
        </p:txBody>
      </p:sp>
      <p:sp>
        <p:nvSpPr>
          <p:cNvPr id="347" name="c/pca-ICBHI-120">
            <a:extLst>
              <a:ext uri="{FF2B5EF4-FFF2-40B4-BE49-F238E27FC236}">
                <a16:creationId xmlns:a16="http://schemas.microsoft.com/office/drawing/2014/main" id="{09828B63-2FD1-44DE-8319-315E839E7AC8}"/>
              </a:ext>
            </a:extLst>
          </p:cNvPr>
          <p:cNvSpPr>
            <a:spLocks noGrp="1"/>
          </p:cNvSpPr>
          <p:nvPr/>
        </p:nvSpPr>
        <p:spPr>
          <a:xfrm>
            <a:off x="5795926" y="1713131"/>
            <a:ext cx="16618" cy="16618"/>
          </a:xfrm>
          <a:prstGeom prst="ellipse">
            <a:avLst/>
          </a:prstGeom>
          <a:solidFill>
            <a:srgbClr val="3B739E">
              <a:alpha val="64000"/>
            </a:srgbClr>
          </a:solidFill>
          <a:ln w="0">
            <a:noFill/>
          </a:ln>
        </p:spPr>
        <p:txBody>
          <a:bodyPr/>
          <a:lstStyle/>
          <a:p>
            <a:endParaRPr lang="en-US"/>
          </a:p>
        </p:txBody>
      </p:sp>
      <p:sp>
        <p:nvSpPr>
          <p:cNvPr id="348" name="c/pca-ICBHI-121">
            <a:extLst>
              <a:ext uri="{FF2B5EF4-FFF2-40B4-BE49-F238E27FC236}">
                <a16:creationId xmlns:a16="http://schemas.microsoft.com/office/drawing/2014/main" id="{0AE22C03-CF36-4A80-8B9E-B6D85746365F}"/>
              </a:ext>
            </a:extLst>
          </p:cNvPr>
          <p:cNvSpPr>
            <a:spLocks noGrp="1"/>
          </p:cNvSpPr>
          <p:nvPr/>
        </p:nvSpPr>
        <p:spPr>
          <a:xfrm>
            <a:off x="5897981" y="1733391"/>
            <a:ext cx="16618" cy="16618"/>
          </a:xfrm>
          <a:prstGeom prst="ellipse">
            <a:avLst/>
          </a:prstGeom>
          <a:solidFill>
            <a:srgbClr val="3B739E">
              <a:alpha val="64000"/>
            </a:srgbClr>
          </a:solidFill>
          <a:ln w="0">
            <a:noFill/>
          </a:ln>
        </p:spPr>
        <p:txBody>
          <a:bodyPr/>
          <a:lstStyle/>
          <a:p>
            <a:endParaRPr lang="en-US"/>
          </a:p>
        </p:txBody>
      </p:sp>
      <p:sp>
        <p:nvSpPr>
          <p:cNvPr id="349" name="c/pca-ICBHI-122">
            <a:extLst>
              <a:ext uri="{FF2B5EF4-FFF2-40B4-BE49-F238E27FC236}">
                <a16:creationId xmlns:a16="http://schemas.microsoft.com/office/drawing/2014/main" id="{D06223BC-082B-4A3E-83C8-2891AA9CD336}"/>
              </a:ext>
            </a:extLst>
          </p:cNvPr>
          <p:cNvSpPr>
            <a:spLocks noGrp="1"/>
          </p:cNvSpPr>
          <p:nvPr/>
        </p:nvSpPr>
        <p:spPr>
          <a:xfrm>
            <a:off x="5755965" y="1693807"/>
            <a:ext cx="16618" cy="16618"/>
          </a:xfrm>
          <a:prstGeom prst="ellipse">
            <a:avLst/>
          </a:prstGeom>
          <a:solidFill>
            <a:srgbClr val="3B739E">
              <a:alpha val="64000"/>
            </a:srgbClr>
          </a:solidFill>
          <a:ln w="0">
            <a:noFill/>
          </a:ln>
        </p:spPr>
        <p:txBody>
          <a:bodyPr/>
          <a:lstStyle/>
          <a:p>
            <a:endParaRPr lang="en-US"/>
          </a:p>
        </p:txBody>
      </p:sp>
      <p:sp>
        <p:nvSpPr>
          <p:cNvPr id="350" name="c/pca-ICBHI-123">
            <a:extLst>
              <a:ext uri="{FF2B5EF4-FFF2-40B4-BE49-F238E27FC236}">
                <a16:creationId xmlns:a16="http://schemas.microsoft.com/office/drawing/2014/main" id="{7E4A4689-8C35-4CCF-8491-B9ABEEBB6339}"/>
              </a:ext>
            </a:extLst>
          </p:cNvPr>
          <p:cNvSpPr>
            <a:spLocks noGrp="1"/>
          </p:cNvSpPr>
          <p:nvPr/>
        </p:nvSpPr>
        <p:spPr>
          <a:xfrm>
            <a:off x="5742795" y="1600022"/>
            <a:ext cx="16618" cy="16618"/>
          </a:xfrm>
          <a:prstGeom prst="ellipse">
            <a:avLst/>
          </a:prstGeom>
          <a:solidFill>
            <a:srgbClr val="3B739E">
              <a:alpha val="64000"/>
            </a:srgbClr>
          </a:solidFill>
          <a:ln w="0">
            <a:noFill/>
          </a:ln>
        </p:spPr>
        <p:txBody>
          <a:bodyPr/>
          <a:lstStyle/>
          <a:p>
            <a:endParaRPr lang="en-US"/>
          </a:p>
        </p:txBody>
      </p:sp>
      <p:sp>
        <p:nvSpPr>
          <p:cNvPr id="351" name="c/pca-ICBHI-124">
            <a:extLst>
              <a:ext uri="{FF2B5EF4-FFF2-40B4-BE49-F238E27FC236}">
                <a16:creationId xmlns:a16="http://schemas.microsoft.com/office/drawing/2014/main" id="{CD85000E-65C4-4E34-A7F9-72A28480C4B2}"/>
              </a:ext>
            </a:extLst>
          </p:cNvPr>
          <p:cNvSpPr>
            <a:spLocks noGrp="1"/>
          </p:cNvSpPr>
          <p:nvPr/>
        </p:nvSpPr>
        <p:spPr>
          <a:xfrm>
            <a:off x="5764420" y="1672381"/>
            <a:ext cx="16618" cy="16618"/>
          </a:xfrm>
          <a:prstGeom prst="ellipse">
            <a:avLst/>
          </a:prstGeom>
          <a:solidFill>
            <a:srgbClr val="3B739E">
              <a:alpha val="64000"/>
            </a:srgbClr>
          </a:solidFill>
          <a:ln w="0">
            <a:noFill/>
          </a:ln>
        </p:spPr>
        <p:txBody>
          <a:bodyPr/>
          <a:lstStyle/>
          <a:p>
            <a:endParaRPr lang="en-US"/>
          </a:p>
        </p:txBody>
      </p:sp>
      <p:sp>
        <p:nvSpPr>
          <p:cNvPr id="352" name="c/pca-ICBHI-125">
            <a:extLst>
              <a:ext uri="{FF2B5EF4-FFF2-40B4-BE49-F238E27FC236}">
                <a16:creationId xmlns:a16="http://schemas.microsoft.com/office/drawing/2014/main" id="{2A226C53-52C3-46BD-8490-BB9DC4A6BDDE}"/>
              </a:ext>
            </a:extLst>
          </p:cNvPr>
          <p:cNvSpPr>
            <a:spLocks noGrp="1"/>
          </p:cNvSpPr>
          <p:nvPr/>
        </p:nvSpPr>
        <p:spPr>
          <a:xfrm>
            <a:off x="5877693" y="1729336"/>
            <a:ext cx="16618" cy="16618"/>
          </a:xfrm>
          <a:prstGeom prst="ellipse">
            <a:avLst/>
          </a:prstGeom>
          <a:solidFill>
            <a:srgbClr val="3B739E">
              <a:alpha val="64000"/>
            </a:srgbClr>
          </a:solidFill>
          <a:ln w="0">
            <a:noFill/>
          </a:ln>
        </p:spPr>
        <p:txBody>
          <a:bodyPr/>
          <a:lstStyle/>
          <a:p>
            <a:endParaRPr lang="en-US"/>
          </a:p>
        </p:txBody>
      </p:sp>
      <p:sp>
        <p:nvSpPr>
          <p:cNvPr id="353" name="c/pca-ICBHI-126">
            <a:extLst>
              <a:ext uri="{FF2B5EF4-FFF2-40B4-BE49-F238E27FC236}">
                <a16:creationId xmlns:a16="http://schemas.microsoft.com/office/drawing/2014/main" id="{F1A7B35B-D471-461A-8963-DDB29CC280F1}"/>
              </a:ext>
            </a:extLst>
          </p:cNvPr>
          <p:cNvSpPr>
            <a:spLocks noGrp="1"/>
          </p:cNvSpPr>
          <p:nvPr/>
        </p:nvSpPr>
        <p:spPr>
          <a:xfrm>
            <a:off x="5786471" y="1670934"/>
            <a:ext cx="16618" cy="16618"/>
          </a:xfrm>
          <a:prstGeom prst="ellipse">
            <a:avLst/>
          </a:prstGeom>
          <a:solidFill>
            <a:srgbClr val="3B739E">
              <a:alpha val="64000"/>
            </a:srgbClr>
          </a:solidFill>
          <a:ln w="0">
            <a:noFill/>
          </a:ln>
        </p:spPr>
        <p:txBody>
          <a:bodyPr/>
          <a:lstStyle/>
          <a:p>
            <a:endParaRPr lang="en-US"/>
          </a:p>
        </p:txBody>
      </p:sp>
      <p:sp>
        <p:nvSpPr>
          <p:cNvPr id="354" name="c/pca-ICBHI-127">
            <a:extLst>
              <a:ext uri="{FF2B5EF4-FFF2-40B4-BE49-F238E27FC236}">
                <a16:creationId xmlns:a16="http://schemas.microsoft.com/office/drawing/2014/main" id="{35D508DD-D718-4494-8EBE-753D88CF549F}"/>
              </a:ext>
            </a:extLst>
          </p:cNvPr>
          <p:cNvSpPr>
            <a:spLocks noGrp="1"/>
          </p:cNvSpPr>
          <p:nvPr/>
        </p:nvSpPr>
        <p:spPr>
          <a:xfrm>
            <a:off x="5745039" y="1685713"/>
            <a:ext cx="16618" cy="16618"/>
          </a:xfrm>
          <a:prstGeom prst="ellipse">
            <a:avLst/>
          </a:prstGeom>
          <a:solidFill>
            <a:srgbClr val="3B739E">
              <a:alpha val="64000"/>
            </a:srgbClr>
          </a:solidFill>
          <a:ln w="0">
            <a:noFill/>
          </a:ln>
        </p:spPr>
        <p:txBody>
          <a:bodyPr/>
          <a:lstStyle/>
          <a:p>
            <a:endParaRPr lang="en-US"/>
          </a:p>
        </p:txBody>
      </p:sp>
      <p:sp>
        <p:nvSpPr>
          <p:cNvPr id="355" name="c/pca-ICBHI-128">
            <a:extLst>
              <a:ext uri="{FF2B5EF4-FFF2-40B4-BE49-F238E27FC236}">
                <a16:creationId xmlns:a16="http://schemas.microsoft.com/office/drawing/2014/main" id="{30268199-5CFF-41BE-9FD4-1851734F0692}"/>
              </a:ext>
            </a:extLst>
          </p:cNvPr>
          <p:cNvSpPr>
            <a:spLocks noGrp="1"/>
          </p:cNvSpPr>
          <p:nvPr/>
        </p:nvSpPr>
        <p:spPr>
          <a:xfrm>
            <a:off x="5802309" y="1715804"/>
            <a:ext cx="16618" cy="16618"/>
          </a:xfrm>
          <a:prstGeom prst="ellipse">
            <a:avLst/>
          </a:prstGeom>
          <a:solidFill>
            <a:srgbClr val="3B739E">
              <a:alpha val="64000"/>
            </a:srgbClr>
          </a:solidFill>
          <a:ln w="0">
            <a:noFill/>
          </a:ln>
        </p:spPr>
        <p:txBody>
          <a:bodyPr/>
          <a:lstStyle/>
          <a:p>
            <a:endParaRPr lang="en-US"/>
          </a:p>
        </p:txBody>
      </p:sp>
      <p:sp>
        <p:nvSpPr>
          <p:cNvPr id="356" name="c/pca-ICBHI-129">
            <a:extLst>
              <a:ext uri="{FF2B5EF4-FFF2-40B4-BE49-F238E27FC236}">
                <a16:creationId xmlns:a16="http://schemas.microsoft.com/office/drawing/2014/main" id="{9330C5D6-8954-4304-9F6B-5014ACD83D81}"/>
              </a:ext>
            </a:extLst>
          </p:cNvPr>
          <p:cNvSpPr>
            <a:spLocks noGrp="1"/>
          </p:cNvSpPr>
          <p:nvPr/>
        </p:nvSpPr>
        <p:spPr>
          <a:xfrm>
            <a:off x="5762759" y="1667432"/>
            <a:ext cx="16618" cy="16618"/>
          </a:xfrm>
          <a:prstGeom prst="ellipse">
            <a:avLst/>
          </a:prstGeom>
          <a:solidFill>
            <a:srgbClr val="3B739E">
              <a:alpha val="64000"/>
            </a:srgbClr>
          </a:solidFill>
          <a:ln w="0">
            <a:noFill/>
          </a:ln>
        </p:spPr>
        <p:txBody>
          <a:bodyPr/>
          <a:lstStyle/>
          <a:p>
            <a:endParaRPr lang="en-US"/>
          </a:p>
        </p:txBody>
      </p:sp>
      <p:sp>
        <p:nvSpPr>
          <p:cNvPr id="357" name="c/pca-ICBHI-130">
            <a:extLst>
              <a:ext uri="{FF2B5EF4-FFF2-40B4-BE49-F238E27FC236}">
                <a16:creationId xmlns:a16="http://schemas.microsoft.com/office/drawing/2014/main" id="{AF9E8015-D2FC-432B-A74F-EFA33E7C6A56}"/>
              </a:ext>
            </a:extLst>
          </p:cNvPr>
          <p:cNvSpPr>
            <a:spLocks noGrp="1"/>
          </p:cNvSpPr>
          <p:nvPr/>
        </p:nvSpPr>
        <p:spPr>
          <a:xfrm>
            <a:off x="5713019" y="1617154"/>
            <a:ext cx="16618" cy="16618"/>
          </a:xfrm>
          <a:prstGeom prst="ellipse">
            <a:avLst/>
          </a:prstGeom>
          <a:solidFill>
            <a:srgbClr val="3B739E">
              <a:alpha val="64000"/>
            </a:srgbClr>
          </a:solidFill>
          <a:ln w="0">
            <a:noFill/>
          </a:ln>
        </p:spPr>
        <p:txBody>
          <a:bodyPr/>
          <a:lstStyle/>
          <a:p>
            <a:endParaRPr lang="en-US"/>
          </a:p>
        </p:txBody>
      </p:sp>
      <p:sp>
        <p:nvSpPr>
          <p:cNvPr id="358" name="c/pca-ICBHI-131">
            <a:extLst>
              <a:ext uri="{FF2B5EF4-FFF2-40B4-BE49-F238E27FC236}">
                <a16:creationId xmlns:a16="http://schemas.microsoft.com/office/drawing/2014/main" id="{C8CDCC30-123D-4DE4-8164-00F6584D5719}"/>
              </a:ext>
            </a:extLst>
          </p:cNvPr>
          <p:cNvSpPr>
            <a:spLocks noGrp="1"/>
          </p:cNvSpPr>
          <p:nvPr/>
        </p:nvSpPr>
        <p:spPr>
          <a:xfrm>
            <a:off x="5798017" y="1597003"/>
            <a:ext cx="16618" cy="16618"/>
          </a:xfrm>
          <a:prstGeom prst="ellipse">
            <a:avLst/>
          </a:prstGeom>
          <a:solidFill>
            <a:srgbClr val="3B739E">
              <a:alpha val="64000"/>
            </a:srgbClr>
          </a:solidFill>
          <a:ln w="0">
            <a:noFill/>
          </a:ln>
        </p:spPr>
        <p:txBody>
          <a:bodyPr/>
          <a:lstStyle/>
          <a:p>
            <a:endParaRPr lang="en-US"/>
          </a:p>
        </p:txBody>
      </p:sp>
      <p:sp>
        <p:nvSpPr>
          <p:cNvPr id="359" name="c/pca-ICBHI-132">
            <a:extLst>
              <a:ext uri="{FF2B5EF4-FFF2-40B4-BE49-F238E27FC236}">
                <a16:creationId xmlns:a16="http://schemas.microsoft.com/office/drawing/2014/main" id="{E4DEFC0E-E09E-4BD5-BB8E-FB5E7D84FBC4}"/>
              </a:ext>
            </a:extLst>
          </p:cNvPr>
          <p:cNvSpPr>
            <a:spLocks noGrp="1"/>
          </p:cNvSpPr>
          <p:nvPr/>
        </p:nvSpPr>
        <p:spPr>
          <a:xfrm>
            <a:off x="5784400" y="1704834"/>
            <a:ext cx="16618" cy="16618"/>
          </a:xfrm>
          <a:prstGeom prst="ellipse">
            <a:avLst/>
          </a:prstGeom>
          <a:solidFill>
            <a:srgbClr val="3B739E">
              <a:alpha val="64000"/>
            </a:srgbClr>
          </a:solidFill>
          <a:ln w="0">
            <a:noFill/>
          </a:ln>
        </p:spPr>
        <p:txBody>
          <a:bodyPr/>
          <a:lstStyle/>
          <a:p>
            <a:endParaRPr lang="en-US"/>
          </a:p>
        </p:txBody>
      </p:sp>
      <p:sp>
        <p:nvSpPr>
          <p:cNvPr id="360" name="c/pca-ICBHI-133">
            <a:extLst>
              <a:ext uri="{FF2B5EF4-FFF2-40B4-BE49-F238E27FC236}">
                <a16:creationId xmlns:a16="http://schemas.microsoft.com/office/drawing/2014/main" id="{A4D59257-6A19-41BA-9682-B4E59D3F0F62}"/>
              </a:ext>
            </a:extLst>
          </p:cNvPr>
          <p:cNvSpPr>
            <a:spLocks noGrp="1"/>
          </p:cNvSpPr>
          <p:nvPr/>
        </p:nvSpPr>
        <p:spPr>
          <a:xfrm>
            <a:off x="5867746" y="1544623"/>
            <a:ext cx="16618" cy="16618"/>
          </a:xfrm>
          <a:prstGeom prst="ellipse">
            <a:avLst/>
          </a:prstGeom>
          <a:solidFill>
            <a:srgbClr val="3B739E">
              <a:alpha val="64000"/>
            </a:srgbClr>
          </a:solidFill>
          <a:ln w="0">
            <a:noFill/>
          </a:ln>
        </p:spPr>
        <p:txBody>
          <a:bodyPr/>
          <a:lstStyle/>
          <a:p>
            <a:endParaRPr lang="en-US"/>
          </a:p>
        </p:txBody>
      </p:sp>
      <p:sp>
        <p:nvSpPr>
          <p:cNvPr id="361" name="c/pca-ICBHI-134">
            <a:extLst>
              <a:ext uri="{FF2B5EF4-FFF2-40B4-BE49-F238E27FC236}">
                <a16:creationId xmlns:a16="http://schemas.microsoft.com/office/drawing/2014/main" id="{2A3AA8AC-D335-4F7E-8143-E0CB76871403}"/>
              </a:ext>
            </a:extLst>
          </p:cNvPr>
          <p:cNvSpPr>
            <a:spLocks noGrp="1"/>
          </p:cNvSpPr>
          <p:nvPr/>
        </p:nvSpPr>
        <p:spPr>
          <a:xfrm>
            <a:off x="5689604" y="1648873"/>
            <a:ext cx="16618" cy="16618"/>
          </a:xfrm>
          <a:prstGeom prst="ellipse">
            <a:avLst/>
          </a:prstGeom>
          <a:solidFill>
            <a:srgbClr val="3B739E">
              <a:alpha val="64000"/>
            </a:srgbClr>
          </a:solidFill>
          <a:ln w="0">
            <a:noFill/>
          </a:ln>
        </p:spPr>
        <p:txBody>
          <a:bodyPr/>
          <a:lstStyle/>
          <a:p>
            <a:endParaRPr lang="en-US"/>
          </a:p>
        </p:txBody>
      </p:sp>
      <p:sp>
        <p:nvSpPr>
          <p:cNvPr id="362" name="c/pca-ICBHI-135">
            <a:extLst>
              <a:ext uri="{FF2B5EF4-FFF2-40B4-BE49-F238E27FC236}">
                <a16:creationId xmlns:a16="http://schemas.microsoft.com/office/drawing/2014/main" id="{44A9C397-D9F9-4BDD-A847-25A0957CAF84}"/>
              </a:ext>
            </a:extLst>
          </p:cNvPr>
          <p:cNvSpPr>
            <a:spLocks noGrp="1"/>
          </p:cNvSpPr>
          <p:nvPr/>
        </p:nvSpPr>
        <p:spPr>
          <a:xfrm>
            <a:off x="5765530" y="1685040"/>
            <a:ext cx="16618" cy="16618"/>
          </a:xfrm>
          <a:prstGeom prst="ellipse">
            <a:avLst/>
          </a:prstGeom>
          <a:solidFill>
            <a:srgbClr val="3B739E">
              <a:alpha val="64000"/>
            </a:srgbClr>
          </a:solidFill>
          <a:ln w="0">
            <a:noFill/>
          </a:ln>
        </p:spPr>
        <p:txBody>
          <a:bodyPr/>
          <a:lstStyle/>
          <a:p>
            <a:endParaRPr lang="en-US"/>
          </a:p>
        </p:txBody>
      </p:sp>
      <p:sp>
        <p:nvSpPr>
          <p:cNvPr id="363" name="c/pca-ICBHI-136">
            <a:extLst>
              <a:ext uri="{FF2B5EF4-FFF2-40B4-BE49-F238E27FC236}">
                <a16:creationId xmlns:a16="http://schemas.microsoft.com/office/drawing/2014/main" id="{9F74F504-178F-4899-8CB0-0563B756AFDC}"/>
              </a:ext>
            </a:extLst>
          </p:cNvPr>
          <p:cNvSpPr>
            <a:spLocks noGrp="1"/>
          </p:cNvSpPr>
          <p:nvPr/>
        </p:nvSpPr>
        <p:spPr>
          <a:xfrm>
            <a:off x="5716452" y="1645261"/>
            <a:ext cx="16618" cy="16618"/>
          </a:xfrm>
          <a:prstGeom prst="ellipse">
            <a:avLst/>
          </a:prstGeom>
          <a:solidFill>
            <a:srgbClr val="3B739E">
              <a:alpha val="64000"/>
            </a:srgbClr>
          </a:solidFill>
          <a:ln w="0">
            <a:noFill/>
          </a:ln>
        </p:spPr>
        <p:txBody>
          <a:bodyPr/>
          <a:lstStyle/>
          <a:p>
            <a:endParaRPr lang="en-US"/>
          </a:p>
        </p:txBody>
      </p:sp>
      <p:sp>
        <p:nvSpPr>
          <p:cNvPr id="364" name="c/pca-ICBHI-137">
            <a:extLst>
              <a:ext uri="{FF2B5EF4-FFF2-40B4-BE49-F238E27FC236}">
                <a16:creationId xmlns:a16="http://schemas.microsoft.com/office/drawing/2014/main" id="{7B965C9F-4DE9-4F81-9F80-A32E8962D96A}"/>
              </a:ext>
            </a:extLst>
          </p:cNvPr>
          <p:cNvSpPr>
            <a:spLocks noGrp="1"/>
          </p:cNvSpPr>
          <p:nvPr/>
        </p:nvSpPr>
        <p:spPr>
          <a:xfrm>
            <a:off x="5683383" y="1666616"/>
            <a:ext cx="16618" cy="16618"/>
          </a:xfrm>
          <a:prstGeom prst="ellipse">
            <a:avLst/>
          </a:prstGeom>
          <a:solidFill>
            <a:srgbClr val="3B739E">
              <a:alpha val="64000"/>
            </a:srgbClr>
          </a:solidFill>
          <a:ln w="0">
            <a:noFill/>
          </a:ln>
        </p:spPr>
        <p:txBody>
          <a:bodyPr/>
          <a:lstStyle/>
          <a:p>
            <a:endParaRPr lang="en-US"/>
          </a:p>
        </p:txBody>
      </p:sp>
      <p:sp>
        <p:nvSpPr>
          <p:cNvPr id="365" name="c/pca-ICBHI-138">
            <a:extLst>
              <a:ext uri="{FF2B5EF4-FFF2-40B4-BE49-F238E27FC236}">
                <a16:creationId xmlns:a16="http://schemas.microsoft.com/office/drawing/2014/main" id="{BA5CBC91-AEB8-4542-B2DB-49AE36579778}"/>
              </a:ext>
            </a:extLst>
          </p:cNvPr>
          <p:cNvSpPr>
            <a:spLocks noGrp="1"/>
          </p:cNvSpPr>
          <p:nvPr/>
        </p:nvSpPr>
        <p:spPr>
          <a:xfrm>
            <a:off x="5787970" y="1697799"/>
            <a:ext cx="16618" cy="16618"/>
          </a:xfrm>
          <a:prstGeom prst="ellipse">
            <a:avLst/>
          </a:prstGeom>
          <a:solidFill>
            <a:srgbClr val="3B739E">
              <a:alpha val="64000"/>
            </a:srgbClr>
          </a:solidFill>
          <a:ln w="0">
            <a:noFill/>
          </a:ln>
        </p:spPr>
        <p:txBody>
          <a:bodyPr/>
          <a:lstStyle/>
          <a:p>
            <a:endParaRPr lang="en-US"/>
          </a:p>
        </p:txBody>
      </p:sp>
      <p:sp>
        <p:nvSpPr>
          <p:cNvPr id="366" name="c/pca-ICBHI-139">
            <a:extLst>
              <a:ext uri="{FF2B5EF4-FFF2-40B4-BE49-F238E27FC236}">
                <a16:creationId xmlns:a16="http://schemas.microsoft.com/office/drawing/2014/main" id="{A9DCC224-3E1E-4547-A449-B898F83E4D64}"/>
              </a:ext>
            </a:extLst>
          </p:cNvPr>
          <p:cNvSpPr>
            <a:spLocks noGrp="1"/>
          </p:cNvSpPr>
          <p:nvPr/>
        </p:nvSpPr>
        <p:spPr>
          <a:xfrm>
            <a:off x="5776272" y="1682432"/>
            <a:ext cx="16618" cy="16618"/>
          </a:xfrm>
          <a:prstGeom prst="ellipse">
            <a:avLst/>
          </a:prstGeom>
          <a:solidFill>
            <a:srgbClr val="3B739E">
              <a:alpha val="64000"/>
            </a:srgbClr>
          </a:solidFill>
          <a:ln w="0">
            <a:noFill/>
          </a:ln>
        </p:spPr>
        <p:txBody>
          <a:bodyPr/>
          <a:lstStyle/>
          <a:p>
            <a:endParaRPr lang="en-US"/>
          </a:p>
        </p:txBody>
      </p:sp>
      <p:sp>
        <p:nvSpPr>
          <p:cNvPr id="367" name="c/pca-ICBHI-140">
            <a:extLst>
              <a:ext uri="{FF2B5EF4-FFF2-40B4-BE49-F238E27FC236}">
                <a16:creationId xmlns:a16="http://schemas.microsoft.com/office/drawing/2014/main" id="{B47DE8DB-0E4A-4B7D-9C86-C50ADEB25B78}"/>
              </a:ext>
            </a:extLst>
          </p:cNvPr>
          <p:cNvSpPr>
            <a:spLocks noGrp="1"/>
          </p:cNvSpPr>
          <p:nvPr/>
        </p:nvSpPr>
        <p:spPr>
          <a:xfrm>
            <a:off x="5761359" y="1676892"/>
            <a:ext cx="16618" cy="16618"/>
          </a:xfrm>
          <a:prstGeom prst="ellipse">
            <a:avLst/>
          </a:prstGeom>
          <a:solidFill>
            <a:srgbClr val="3B739E">
              <a:alpha val="64000"/>
            </a:srgbClr>
          </a:solidFill>
          <a:ln w="0">
            <a:noFill/>
          </a:ln>
        </p:spPr>
        <p:txBody>
          <a:bodyPr/>
          <a:lstStyle/>
          <a:p>
            <a:endParaRPr lang="en-US"/>
          </a:p>
        </p:txBody>
      </p:sp>
      <p:sp>
        <p:nvSpPr>
          <p:cNvPr id="368" name="c/pca-ICBHI-141">
            <a:extLst>
              <a:ext uri="{FF2B5EF4-FFF2-40B4-BE49-F238E27FC236}">
                <a16:creationId xmlns:a16="http://schemas.microsoft.com/office/drawing/2014/main" id="{E963B211-CA96-482A-96AA-A2A6123043F3}"/>
              </a:ext>
            </a:extLst>
          </p:cNvPr>
          <p:cNvSpPr>
            <a:spLocks noGrp="1"/>
          </p:cNvSpPr>
          <p:nvPr/>
        </p:nvSpPr>
        <p:spPr>
          <a:xfrm>
            <a:off x="5786786" y="1670716"/>
            <a:ext cx="16618" cy="16618"/>
          </a:xfrm>
          <a:prstGeom prst="ellipse">
            <a:avLst/>
          </a:prstGeom>
          <a:solidFill>
            <a:srgbClr val="3B739E">
              <a:alpha val="64000"/>
            </a:srgbClr>
          </a:solidFill>
          <a:ln w="0">
            <a:noFill/>
          </a:ln>
        </p:spPr>
        <p:txBody>
          <a:bodyPr/>
          <a:lstStyle/>
          <a:p>
            <a:endParaRPr lang="en-US"/>
          </a:p>
        </p:txBody>
      </p:sp>
      <p:sp>
        <p:nvSpPr>
          <p:cNvPr id="369" name="c/pca-ICBHI-142">
            <a:extLst>
              <a:ext uri="{FF2B5EF4-FFF2-40B4-BE49-F238E27FC236}">
                <a16:creationId xmlns:a16="http://schemas.microsoft.com/office/drawing/2014/main" id="{F601AE3F-AA39-4B4C-9986-EA1E1D3C9431}"/>
              </a:ext>
            </a:extLst>
          </p:cNvPr>
          <p:cNvSpPr>
            <a:spLocks noGrp="1"/>
          </p:cNvSpPr>
          <p:nvPr/>
        </p:nvSpPr>
        <p:spPr>
          <a:xfrm>
            <a:off x="5977922" y="1654624"/>
            <a:ext cx="16618" cy="16618"/>
          </a:xfrm>
          <a:prstGeom prst="ellipse">
            <a:avLst/>
          </a:prstGeom>
          <a:solidFill>
            <a:srgbClr val="3B739E">
              <a:alpha val="64000"/>
            </a:srgbClr>
          </a:solidFill>
          <a:ln w="0">
            <a:noFill/>
          </a:ln>
        </p:spPr>
        <p:txBody>
          <a:bodyPr/>
          <a:lstStyle/>
          <a:p>
            <a:endParaRPr lang="en-US"/>
          </a:p>
        </p:txBody>
      </p:sp>
      <p:sp>
        <p:nvSpPr>
          <p:cNvPr id="370" name="c/pca-ICBHI-143">
            <a:extLst>
              <a:ext uri="{FF2B5EF4-FFF2-40B4-BE49-F238E27FC236}">
                <a16:creationId xmlns:a16="http://schemas.microsoft.com/office/drawing/2014/main" id="{45A9C3DF-6632-43FC-8EB5-304CEA20A9EC}"/>
              </a:ext>
            </a:extLst>
          </p:cNvPr>
          <p:cNvSpPr>
            <a:spLocks noGrp="1"/>
          </p:cNvSpPr>
          <p:nvPr/>
        </p:nvSpPr>
        <p:spPr>
          <a:xfrm>
            <a:off x="5692714" y="1635452"/>
            <a:ext cx="16618" cy="16618"/>
          </a:xfrm>
          <a:prstGeom prst="ellipse">
            <a:avLst/>
          </a:prstGeom>
          <a:solidFill>
            <a:srgbClr val="3B739E">
              <a:alpha val="64000"/>
            </a:srgbClr>
          </a:solidFill>
          <a:ln w="0">
            <a:noFill/>
          </a:ln>
        </p:spPr>
        <p:txBody>
          <a:bodyPr/>
          <a:lstStyle/>
          <a:p>
            <a:endParaRPr lang="en-US"/>
          </a:p>
        </p:txBody>
      </p:sp>
      <p:sp>
        <p:nvSpPr>
          <p:cNvPr id="371" name="c/pca-ICBHI-144">
            <a:extLst>
              <a:ext uri="{FF2B5EF4-FFF2-40B4-BE49-F238E27FC236}">
                <a16:creationId xmlns:a16="http://schemas.microsoft.com/office/drawing/2014/main" id="{9279088C-5E59-4822-B7C1-F466CDB0A76B}"/>
              </a:ext>
            </a:extLst>
          </p:cNvPr>
          <p:cNvSpPr>
            <a:spLocks noGrp="1"/>
          </p:cNvSpPr>
          <p:nvPr/>
        </p:nvSpPr>
        <p:spPr>
          <a:xfrm>
            <a:off x="5670664" y="1553055"/>
            <a:ext cx="16618" cy="16618"/>
          </a:xfrm>
          <a:prstGeom prst="ellipse">
            <a:avLst/>
          </a:prstGeom>
          <a:solidFill>
            <a:srgbClr val="3B739E">
              <a:alpha val="64000"/>
            </a:srgbClr>
          </a:solidFill>
          <a:ln w="0">
            <a:noFill/>
          </a:ln>
        </p:spPr>
        <p:txBody>
          <a:bodyPr/>
          <a:lstStyle/>
          <a:p>
            <a:endParaRPr lang="en-US"/>
          </a:p>
        </p:txBody>
      </p:sp>
      <p:sp>
        <p:nvSpPr>
          <p:cNvPr id="372" name="c/pca-ICBHI-145">
            <a:extLst>
              <a:ext uri="{FF2B5EF4-FFF2-40B4-BE49-F238E27FC236}">
                <a16:creationId xmlns:a16="http://schemas.microsoft.com/office/drawing/2014/main" id="{B9E2E189-55C5-46D5-B36D-A568A5D76E9B}"/>
              </a:ext>
            </a:extLst>
          </p:cNvPr>
          <p:cNvSpPr>
            <a:spLocks noGrp="1"/>
          </p:cNvSpPr>
          <p:nvPr/>
        </p:nvSpPr>
        <p:spPr>
          <a:xfrm>
            <a:off x="5789362" y="1665748"/>
            <a:ext cx="16618" cy="16618"/>
          </a:xfrm>
          <a:prstGeom prst="ellipse">
            <a:avLst/>
          </a:prstGeom>
          <a:solidFill>
            <a:srgbClr val="3B739E">
              <a:alpha val="64000"/>
            </a:srgbClr>
          </a:solidFill>
          <a:ln w="0">
            <a:noFill/>
          </a:ln>
        </p:spPr>
        <p:txBody>
          <a:bodyPr/>
          <a:lstStyle/>
          <a:p>
            <a:endParaRPr lang="en-US"/>
          </a:p>
        </p:txBody>
      </p:sp>
      <p:sp>
        <p:nvSpPr>
          <p:cNvPr id="373" name="c/pca-ICBHI-146">
            <a:extLst>
              <a:ext uri="{FF2B5EF4-FFF2-40B4-BE49-F238E27FC236}">
                <a16:creationId xmlns:a16="http://schemas.microsoft.com/office/drawing/2014/main" id="{DCDC6B77-E1D0-4371-BB26-89934F912DDA}"/>
              </a:ext>
            </a:extLst>
          </p:cNvPr>
          <p:cNvSpPr>
            <a:spLocks noGrp="1"/>
          </p:cNvSpPr>
          <p:nvPr/>
        </p:nvSpPr>
        <p:spPr>
          <a:xfrm>
            <a:off x="5845223" y="1714097"/>
            <a:ext cx="16618" cy="16618"/>
          </a:xfrm>
          <a:prstGeom prst="ellipse">
            <a:avLst/>
          </a:prstGeom>
          <a:solidFill>
            <a:srgbClr val="3B739E">
              <a:alpha val="64000"/>
            </a:srgbClr>
          </a:solidFill>
          <a:ln w="0">
            <a:noFill/>
          </a:ln>
        </p:spPr>
        <p:txBody>
          <a:bodyPr/>
          <a:lstStyle/>
          <a:p>
            <a:endParaRPr lang="en-US"/>
          </a:p>
        </p:txBody>
      </p:sp>
      <p:sp>
        <p:nvSpPr>
          <p:cNvPr id="374" name="c/pca-ICBHI-147">
            <a:extLst>
              <a:ext uri="{FF2B5EF4-FFF2-40B4-BE49-F238E27FC236}">
                <a16:creationId xmlns:a16="http://schemas.microsoft.com/office/drawing/2014/main" id="{4E3532F8-E4A0-46BB-A8D8-06DAEB90D1F9}"/>
              </a:ext>
            </a:extLst>
          </p:cNvPr>
          <p:cNvSpPr>
            <a:spLocks noGrp="1"/>
          </p:cNvSpPr>
          <p:nvPr/>
        </p:nvSpPr>
        <p:spPr>
          <a:xfrm>
            <a:off x="6032310" y="1780622"/>
            <a:ext cx="16618" cy="16618"/>
          </a:xfrm>
          <a:prstGeom prst="ellipse">
            <a:avLst/>
          </a:prstGeom>
          <a:solidFill>
            <a:srgbClr val="3B739E">
              <a:alpha val="64000"/>
            </a:srgbClr>
          </a:solidFill>
          <a:ln w="0">
            <a:noFill/>
          </a:ln>
        </p:spPr>
        <p:txBody>
          <a:bodyPr/>
          <a:lstStyle/>
          <a:p>
            <a:endParaRPr lang="en-US"/>
          </a:p>
        </p:txBody>
      </p:sp>
      <p:sp>
        <p:nvSpPr>
          <p:cNvPr id="375" name="c/pca-ICBHI-148">
            <a:extLst>
              <a:ext uri="{FF2B5EF4-FFF2-40B4-BE49-F238E27FC236}">
                <a16:creationId xmlns:a16="http://schemas.microsoft.com/office/drawing/2014/main" id="{E3B7B706-21D0-461A-9BD9-ABBCA8B152D3}"/>
              </a:ext>
            </a:extLst>
          </p:cNvPr>
          <p:cNvSpPr>
            <a:spLocks noGrp="1"/>
          </p:cNvSpPr>
          <p:nvPr/>
        </p:nvSpPr>
        <p:spPr>
          <a:xfrm>
            <a:off x="5827306" y="1705825"/>
            <a:ext cx="16618" cy="16618"/>
          </a:xfrm>
          <a:prstGeom prst="ellipse">
            <a:avLst/>
          </a:prstGeom>
          <a:solidFill>
            <a:srgbClr val="3B739E">
              <a:alpha val="64000"/>
            </a:srgbClr>
          </a:solidFill>
          <a:ln w="0">
            <a:noFill/>
          </a:ln>
        </p:spPr>
        <p:txBody>
          <a:bodyPr/>
          <a:lstStyle/>
          <a:p>
            <a:endParaRPr lang="en-US"/>
          </a:p>
        </p:txBody>
      </p:sp>
      <p:sp>
        <p:nvSpPr>
          <p:cNvPr id="376" name="c/pca-ICBHI-149">
            <a:extLst>
              <a:ext uri="{FF2B5EF4-FFF2-40B4-BE49-F238E27FC236}">
                <a16:creationId xmlns:a16="http://schemas.microsoft.com/office/drawing/2014/main" id="{8D626697-3E08-4B6B-A308-D8493E5B7373}"/>
              </a:ext>
            </a:extLst>
          </p:cNvPr>
          <p:cNvSpPr>
            <a:spLocks noGrp="1"/>
          </p:cNvSpPr>
          <p:nvPr/>
        </p:nvSpPr>
        <p:spPr>
          <a:xfrm>
            <a:off x="5794364" y="1680426"/>
            <a:ext cx="16618" cy="16618"/>
          </a:xfrm>
          <a:prstGeom prst="ellipse">
            <a:avLst/>
          </a:prstGeom>
          <a:solidFill>
            <a:srgbClr val="3B739E">
              <a:alpha val="64000"/>
            </a:srgbClr>
          </a:solidFill>
          <a:ln w="0">
            <a:noFill/>
          </a:ln>
        </p:spPr>
        <p:txBody>
          <a:bodyPr/>
          <a:lstStyle/>
          <a:p>
            <a:endParaRPr lang="en-US"/>
          </a:p>
        </p:txBody>
      </p:sp>
      <p:sp>
        <p:nvSpPr>
          <p:cNvPr id="377" name="c/pca-ICBHI-150">
            <a:extLst>
              <a:ext uri="{FF2B5EF4-FFF2-40B4-BE49-F238E27FC236}">
                <a16:creationId xmlns:a16="http://schemas.microsoft.com/office/drawing/2014/main" id="{136582CA-D923-48C6-8B0D-0B1D2E493479}"/>
              </a:ext>
            </a:extLst>
          </p:cNvPr>
          <p:cNvSpPr>
            <a:spLocks noGrp="1"/>
          </p:cNvSpPr>
          <p:nvPr/>
        </p:nvSpPr>
        <p:spPr>
          <a:xfrm>
            <a:off x="5775913" y="1640879"/>
            <a:ext cx="16618" cy="16618"/>
          </a:xfrm>
          <a:prstGeom prst="ellipse">
            <a:avLst/>
          </a:prstGeom>
          <a:solidFill>
            <a:srgbClr val="3B739E">
              <a:alpha val="64000"/>
            </a:srgbClr>
          </a:solidFill>
          <a:ln w="0">
            <a:noFill/>
          </a:ln>
        </p:spPr>
        <p:txBody>
          <a:bodyPr/>
          <a:lstStyle/>
          <a:p>
            <a:endParaRPr lang="en-US"/>
          </a:p>
        </p:txBody>
      </p:sp>
      <p:sp>
        <p:nvSpPr>
          <p:cNvPr id="378" name="c/pca-ICBHI-151">
            <a:extLst>
              <a:ext uri="{FF2B5EF4-FFF2-40B4-BE49-F238E27FC236}">
                <a16:creationId xmlns:a16="http://schemas.microsoft.com/office/drawing/2014/main" id="{0504DAF3-0AC6-4F90-BA06-CD8ECB60570C}"/>
              </a:ext>
            </a:extLst>
          </p:cNvPr>
          <p:cNvSpPr>
            <a:spLocks noGrp="1"/>
          </p:cNvSpPr>
          <p:nvPr/>
        </p:nvSpPr>
        <p:spPr>
          <a:xfrm>
            <a:off x="5732993" y="1669450"/>
            <a:ext cx="16618" cy="16618"/>
          </a:xfrm>
          <a:prstGeom prst="ellipse">
            <a:avLst/>
          </a:prstGeom>
          <a:solidFill>
            <a:srgbClr val="3B739E">
              <a:alpha val="64000"/>
            </a:srgbClr>
          </a:solidFill>
          <a:ln w="0">
            <a:noFill/>
          </a:ln>
        </p:spPr>
        <p:txBody>
          <a:bodyPr/>
          <a:lstStyle/>
          <a:p>
            <a:endParaRPr lang="en-US"/>
          </a:p>
        </p:txBody>
      </p:sp>
      <p:sp>
        <p:nvSpPr>
          <p:cNvPr id="379" name="c/pca-ICBHI-152">
            <a:extLst>
              <a:ext uri="{FF2B5EF4-FFF2-40B4-BE49-F238E27FC236}">
                <a16:creationId xmlns:a16="http://schemas.microsoft.com/office/drawing/2014/main" id="{8A8A4EE4-1486-40CA-B7AD-BA6348DA1613}"/>
              </a:ext>
            </a:extLst>
          </p:cNvPr>
          <p:cNvSpPr>
            <a:spLocks noGrp="1"/>
          </p:cNvSpPr>
          <p:nvPr/>
        </p:nvSpPr>
        <p:spPr>
          <a:xfrm>
            <a:off x="5752383" y="1681553"/>
            <a:ext cx="16618" cy="16618"/>
          </a:xfrm>
          <a:prstGeom prst="ellipse">
            <a:avLst/>
          </a:prstGeom>
          <a:solidFill>
            <a:srgbClr val="3B739E">
              <a:alpha val="64000"/>
            </a:srgbClr>
          </a:solidFill>
          <a:ln w="0">
            <a:noFill/>
          </a:ln>
        </p:spPr>
        <p:txBody>
          <a:bodyPr/>
          <a:lstStyle/>
          <a:p>
            <a:endParaRPr lang="en-US"/>
          </a:p>
        </p:txBody>
      </p:sp>
      <p:sp>
        <p:nvSpPr>
          <p:cNvPr id="380" name="c/pca-ICBHI-153">
            <a:extLst>
              <a:ext uri="{FF2B5EF4-FFF2-40B4-BE49-F238E27FC236}">
                <a16:creationId xmlns:a16="http://schemas.microsoft.com/office/drawing/2014/main" id="{CC7792E3-D799-4337-982A-0D7B9D94C6F9}"/>
              </a:ext>
            </a:extLst>
          </p:cNvPr>
          <p:cNvSpPr>
            <a:spLocks noGrp="1"/>
          </p:cNvSpPr>
          <p:nvPr/>
        </p:nvSpPr>
        <p:spPr>
          <a:xfrm>
            <a:off x="5998954" y="1459471"/>
            <a:ext cx="16618" cy="16618"/>
          </a:xfrm>
          <a:prstGeom prst="ellipse">
            <a:avLst/>
          </a:prstGeom>
          <a:solidFill>
            <a:srgbClr val="3B739E">
              <a:alpha val="64000"/>
            </a:srgbClr>
          </a:solidFill>
          <a:ln w="0">
            <a:noFill/>
          </a:ln>
        </p:spPr>
        <p:txBody>
          <a:bodyPr/>
          <a:lstStyle/>
          <a:p>
            <a:endParaRPr lang="en-US"/>
          </a:p>
        </p:txBody>
      </p:sp>
      <p:sp>
        <p:nvSpPr>
          <p:cNvPr id="381" name="c/pca-ICBHI-154">
            <a:extLst>
              <a:ext uri="{FF2B5EF4-FFF2-40B4-BE49-F238E27FC236}">
                <a16:creationId xmlns:a16="http://schemas.microsoft.com/office/drawing/2014/main" id="{BF14DE68-9300-47CE-9869-E0713D699D87}"/>
              </a:ext>
            </a:extLst>
          </p:cNvPr>
          <p:cNvSpPr>
            <a:spLocks noGrp="1"/>
          </p:cNvSpPr>
          <p:nvPr/>
        </p:nvSpPr>
        <p:spPr>
          <a:xfrm>
            <a:off x="5733984" y="1652473"/>
            <a:ext cx="16618" cy="16618"/>
          </a:xfrm>
          <a:prstGeom prst="ellipse">
            <a:avLst/>
          </a:prstGeom>
          <a:solidFill>
            <a:srgbClr val="3B739E">
              <a:alpha val="64000"/>
            </a:srgbClr>
          </a:solidFill>
          <a:ln w="0">
            <a:noFill/>
          </a:ln>
        </p:spPr>
        <p:txBody>
          <a:bodyPr/>
          <a:lstStyle/>
          <a:p>
            <a:endParaRPr lang="en-US"/>
          </a:p>
        </p:txBody>
      </p:sp>
      <p:sp>
        <p:nvSpPr>
          <p:cNvPr id="382" name="c/pca-ICBHI-155">
            <a:extLst>
              <a:ext uri="{FF2B5EF4-FFF2-40B4-BE49-F238E27FC236}">
                <a16:creationId xmlns:a16="http://schemas.microsoft.com/office/drawing/2014/main" id="{51A4BA4A-5E51-4D5B-9223-94CC2BA80CC4}"/>
              </a:ext>
            </a:extLst>
          </p:cNvPr>
          <p:cNvSpPr>
            <a:spLocks noGrp="1"/>
          </p:cNvSpPr>
          <p:nvPr/>
        </p:nvSpPr>
        <p:spPr>
          <a:xfrm>
            <a:off x="5896144" y="1737883"/>
            <a:ext cx="16618" cy="16618"/>
          </a:xfrm>
          <a:prstGeom prst="ellipse">
            <a:avLst/>
          </a:prstGeom>
          <a:solidFill>
            <a:srgbClr val="3B739E">
              <a:alpha val="64000"/>
            </a:srgbClr>
          </a:solidFill>
          <a:ln w="0">
            <a:noFill/>
          </a:ln>
        </p:spPr>
        <p:txBody>
          <a:bodyPr/>
          <a:lstStyle/>
          <a:p>
            <a:endParaRPr lang="en-US"/>
          </a:p>
        </p:txBody>
      </p:sp>
      <p:sp>
        <p:nvSpPr>
          <p:cNvPr id="383" name="c/pca-ICBHI-156">
            <a:extLst>
              <a:ext uri="{FF2B5EF4-FFF2-40B4-BE49-F238E27FC236}">
                <a16:creationId xmlns:a16="http://schemas.microsoft.com/office/drawing/2014/main" id="{455CC8A6-C328-4521-8466-698EAD7CB5D0}"/>
              </a:ext>
            </a:extLst>
          </p:cNvPr>
          <p:cNvSpPr>
            <a:spLocks noGrp="1"/>
          </p:cNvSpPr>
          <p:nvPr/>
        </p:nvSpPr>
        <p:spPr>
          <a:xfrm>
            <a:off x="5797792" y="1700050"/>
            <a:ext cx="16618" cy="16618"/>
          </a:xfrm>
          <a:prstGeom prst="ellipse">
            <a:avLst/>
          </a:prstGeom>
          <a:solidFill>
            <a:srgbClr val="3B739E">
              <a:alpha val="64000"/>
            </a:srgbClr>
          </a:solidFill>
          <a:ln w="0">
            <a:noFill/>
          </a:ln>
        </p:spPr>
        <p:txBody>
          <a:bodyPr/>
          <a:lstStyle/>
          <a:p>
            <a:endParaRPr lang="en-US"/>
          </a:p>
        </p:txBody>
      </p:sp>
      <p:sp>
        <p:nvSpPr>
          <p:cNvPr id="384" name="c/pca-ICBHI-157">
            <a:extLst>
              <a:ext uri="{FF2B5EF4-FFF2-40B4-BE49-F238E27FC236}">
                <a16:creationId xmlns:a16="http://schemas.microsoft.com/office/drawing/2014/main" id="{D15642D3-78FD-4B93-A4B3-35FCAEFE41CA}"/>
              </a:ext>
            </a:extLst>
          </p:cNvPr>
          <p:cNvSpPr>
            <a:spLocks noGrp="1"/>
          </p:cNvSpPr>
          <p:nvPr/>
        </p:nvSpPr>
        <p:spPr>
          <a:xfrm>
            <a:off x="5713284" y="1642074"/>
            <a:ext cx="16618" cy="16618"/>
          </a:xfrm>
          <a:prstGeom prst="ellipse">
            <a:avLst/>
          </a:prstGeom>
          <a:solidFill>
            <a:srgbClr val="3B739E">
              <a:alpha val="64000"/>
            </a:srgbClr>
          </a:solidFill>
          <a:ln w="0">
            <a:noFill/>
          </a:ln>
        </p:spPr>
        <p:txBody>
          <a:bodyPr/>
          <a:lstStyle/>
          <a:p>
            <a:endParaRPr lang="en-US"/>
          </a:p>
        </p:txBody>
      </p:sp>
      <p:sp>
        <p:nvSpPr>
          <p:cNvPr id="385" name="c/pca-ICBHI-158">
            <a:extLst>
              <a:ext uri="{FF2B5EF4-FFF2-40B4-BE49-F238E27FC236}">
                <a16:creationId xmlns:a16="http://schemas.microsoft.com/office/drawing/2014/main" id="{A7C1B51A-8E21-4DA7-9A39-CEA50E566A01}"/>
              </a:ext>
            </a:extLst>
          </p:cNvPr>
          <p:cNvSpPr>
            <a:spLocks noGrp="1"/>
          </p:cNvSpPr>
          <p:nvPr/>
        </p:nvSpPr>
        <p:spPr>
          <a:xfrm>
            <a:off x="5809789" y="1687068"/>
            <a:ext cx="16618" cy="16618"/>
          </a:xfrm>
          <a:prstGeom prst="ellipse">
            <a:avLst/>
          </a:prstGeom>
          <a:solidFill>
            <a:srgbClr val="3B739E">
              <a:alpha val="64000"/>
            </a:srgbClr>
          </a:solidFill>
          <a:ln w="0">
            <a:noFill/>
          </a:ln>
        </p:spPr>
        <p:txBody>
          <a:bodyPr/>
          <a:lstStyle/>
          <a:p>
            <a:endParaRPr lang="en-US"/>
          </a:p>
        </p:txBody>
      </p:sp>
      <p:sp>
        <p:nvSpPr>
          <p:cNvPr id="386" name="c/pca-ICBHI-159">
            <a:extLst>
              <a:ext uri="{FF2B5EF4-FFF2-40B4-BE49-F238E27FC236}">
                <a16:creationId xmlns:a16="http://schemas.microsoft.com/office/drawing/2014/main" id="{6CB10D16-B435-476E-851A-A514000EBE5D}"/>
              </a:ext>
            </a:extLst>
          </p:cNvPr>
          <p:cNvSpPr>
            <a:spLocks noGrp="1"/>
          </p:cNvSpPr>
          <p:nvPr/>
        </p:nvSpPr>
        <p:spPr>
          <a:xfrm>
            <a:off x="5743128" y="1610852"/>
            <a:ext cx="16618" cy="16618"/>
          </a:xfrm>
          <a:prstGeom prst="ellipse">
            <a:avLst/>
          </a:prstGeom>
          <a:solidFill>
            <a:srgbClr val="3B739E">
              <a:alpha val="64000"/>
            </a:srgbClr>
          </a:solidFill>
          <a:ln w="0">
            <a:noFill/>
          </a:ln>
        </p:spPr>
        <p:txBody>
          <a:bodyPr/>
          <a:lstStyle/>
          <a:p>
            <a:endParaRPr lang="en-US"/>
          </a:p>
        </p:txBody>
      </p:sp>
      <p:sp>
        <p:nvSpPr>
          <p:cNvPr id="387" name="c/pca-ICBHI-160">
            <a:extLst>
              <a:ext uri="{FF2B5EF4-FFF2-40B4-BE49-F238E27FC236}">
                <a16:creationId xmlns:a16="http://schemas.microsoft.com/office/drawing/2014/main" id="{280D2436-D841-4D89-B1DC-841432D3B268}"/>
              </a:ext>
            </a:extLst>
          </p:cNvPr>
          <p:cNvSpPr>
            <a:spLocks noGrp="1"/>
          </p:cNvSpPr>
          <p:nvPr/>
        </p:nvSpPr>
        <p:spPr>
          <a:xfrm>
            <a:off x="5829843" y="1674883"/>
            <a:ext cx="16618" cy="16618"/>
          </a:xfrm>
          <a:prstGeom prst="ellipse">
            <a:avLst/>
          </a:prstGeom>
          <a:solidFill>
            <a:srgbClr val="3B739E">
              <a:alpha val="64000"/>
            </a:srgbClr>
          </a:solidFill>
          <a:ln w="0">
            <a:noFill/>
          </a:ln>
        </p:spPr>
        <p:txBody>
          <a:bodyPr/>
          <a:lstStyle/>
          <a:p>
            <a:endParaRPr lang="en-US"/>
          </a:p>
        </p:txBody>
      </p:sp>
      <p:sp>
        <p:nvSpPr>
          <p:cNvPr id="388" name="c/pca-ICBHI-161">
            <a:extLst>
              <a:ext uri="{FF2B5EF4-FFF2-40B4-BE49-F238E27FC236}">
                <a16:creationId xmlns:a16="http://schemas.microsoft.com/office/drawing/2014/main" id="{90B5588C-D45A-4B93-AACD-9A0335B1D9EA}"/>
              </a:ext>
            </a:extLst>
          </p:cNvPr>
          <p:cNvSpPr>
            <a:spLocks noGrp="1"/>
          </p:cNvSpPr>
          <p:nvPr/>
        </p:nvSpPr>
        <p:spPr>
          <a:xfrm>
            <a:off x="5802826" y="1705981"/>
            <a:ext cx="16618" cy="16618"/>
          </a:xfrm>
          <a:prstGeom prst="ellipse">
            <a:avLst/>
          </a:prstGeom>
          <a:solidFill>
            <a:srgbClr val="3B739E">
              <a:alpha val="64000"/>
            </a:srgbClr>
          </a:solidFill>
          <a:ln w="0">
            <a:noFill/>
          </a:ln>
        </p:spPr>
        <p:txBody>
          <a:bodyPr/>
          <a:lstStyle/>
          <a:p>
            <a:endParaRPr lang="en-US"/>
          </a:p>
        </p:txBody>
      </p:sp>
      <p:sp>
        <p:nvSpPr>
          <p:cNvPr id="389" name="c/pca-ICBHI-162">
            <a:extLst>
              <a:ext uri="{FF2B5EF4-FFF2-40B4-BE49-F238E27FC236}">
                <a16:creationId xmlns:a16="http://schemas.microsoft.com/office/drawing/2014/main" id="{4D039AF7-1B42-443F-83F4-CFD9446B359B}"/>
              </a:ext>
            </a:extLst>
          </p:cNvPr>
          <p:cNvSpPr>
            <a:spLocks noGrp="1"/>
          </p:cNvSpPr>
          <p:nvPr/>
        </p:nvSpPr>
        <p:spPr>
          <a:xfrm>
            <a:off x="5719649" y="1678767"/>
            <a:ext cx="16618" cy="16618"/>
          </a:xfrm>
          <a:prstGeom prst="ellipse">
            <a:avLst/>
          </a:prstGeom>
          <a:solidFill>
            <a:srgbClr val="3B739E">
              <a:alpha val="64000"/>
            </a:srgbClr>
          </a:solidFill>
          <a:ln w="0">
            <a:noFill/>
          </a:ln>
        </p:spPr>
        <p:txBody>
          <a:bodyPr/>
          <a:lstStyle/>
          <a:p>
            <a:endParaRPr lang="en-US"/>
          </a:p>
        </p:txBody>
      </p:sp>
      <p:sp>
        <p:nvSpPr>
          <p:cNvPr id="390" name="c/pca-ICBHI-163">
            <a:extLst>
              <a:ext uri="{FF2B5EF4-FFF2-40B4-BE49-F238E27FC236}">
                <a16:creationId xmlns:a16="http://schemas.microsoft.com/office/drawing/2014/main" id="{10728AAB-2E87-4309-BEB6-5C0CA1FD1CD5}"/>
              </a:ext>
            </a:extLst>
          </p:cNvPr>
          <p:cNvSpPr>
            <a:spLocks noGrp="1"/>
          </p:cNvSpPr>
          <p:nvPr/>
        </p:nvSpPr>
        <p:spPr>
          <a:xfrm>
            <a:off x="5788526" y="1704151"/>
            <a:ext cx="16618" cy="16618"/>
          </a:xfrm>
          <a:prstGeom prst="ellipse">
            <a:avLst/>
          </a:prstGeom>
          <a:solidFill>
            <a:srgbClr val="3B739E">
              <a:alpha val="64000"/>
            </a:srgbClr>
          </a:solidFill>
          <a:ln w="0">
            <a:noFill/>
          </a:ln>
        </p:spPr>
        <p:txBody>
          <a:bodyPr/>
          <a:lstStyle/>
          <a:p>
            <a:endParaRPr lang="en-US"/>
          </a:p>
        </p:txBody>
      </p:sp>
      <p:sp>
        <p:nvSpPr>
          <p:cNvPr id="391" name="c/pca-ICBHI-164">
            <a:extLst>
              <a:ext uri="{FF2B5EF4-FFF2-40B4-BE49-F238E27FC236}">
                <a16:creationId xmlns:a16="http://schemas.microsoft.com/office/drawing/2014/main" id="{C5D59799-6284-47D7-9C63-E88E4481BFD4}"/>
              </a:ext>
            </a:extLst>
          </p:cNvPr>
          <p:cNvSpPr>
            <a:spLocks noGrp="1"/>
          </p:cNvSpPr>
          <p:nvPr/>
        </p:nvSpPr>
        <p:spPr>
          <a:xfrm>
            <a:off x="5824374" y="1665894"/>
            <a:ext cx="16618" cy="16618"/>
          </a:xfrm>
          <a:prstGeom prst="ellipse">
            <a:avLst/>
          </a:prstGeom>
          <a:solidFill>
            <a:srgbClr val="3B739E">
              <a:alpha val="64000"/>
            </a:srgbClr>
          </a:solidFill>
          <a:ln w="0">
            <a:noFill/>
          </a:ln>
        </p:spPr>
        <p:txBody>
          <a:bodyPr/>
          <a:lstStyle/>
          <a:p>
            <a:endParaRPr lang="en-US"/>
          </a:p>
        </p:txBody>
      </p:sp>
      <p:sp>
        <p:nvSpPr>
          <p:cNvPr id="392" name="c/pca-SPRSound-277">
            <a:extLst>
              <a:ext uri="{FF2B5EF4-FFF2-40B4-BE49-F238E27FC236}">
                <a16:creationId xmlns:a16="http://schemas.microsoft.com/office/drawing/2014/main" id="{0E297E26-3917-44A8-A5E2-D1E4A992F031}"/>
              </a:ext>
            </a:extLst>
          </p:cNvPr>
          <p:cNvSpPr>
            <a:spLocks noGrp="1"/>
          </p:cNvSpPr>
          <p:nvPr/>
        </p:nvSpPr>
        <p:spPr>
          <a:xfrm>
            <a:off x="58934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c/pca-SPRSound-278">
            <a:extLst>
              <a:ext uri="{FF2B5EF4-FFF2-40B4-BE49-F238E27FC236}">
                <a16:creationId xmlns:a16="http://schemas.microsoft.com/office/drawing/2014/main" id="{7B11BFA7-B4FA-4D55-BD29-CBB02675CC4A}"/>
              </a:ext>
            </a:extLst>
          </p:cNvPr>
          <p:cNvSpPr>
            <a:spLocks noGrp="1"/>
          </p:cNvSpPr>
          <p:nvPr/>
        </p:nvSpPr>
        <p:spPr>
          <a:xfrm>
            <a:off x="58054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c/pca-SPRSound-279">
            <a:extLst>
              <a:ext uri="{FF2B5EF4-FFF2-40B4-BE49-F238E27FC236}">
                <a16:creationId xmlns:a16="http://schemas.microsoft.com/office/drawing/2014/main" id="{742BC1D1-8588-4786-B369-FFA4D2F5CC03}"/>
              </a:ext>
            </a:extLst>
          </p:cNvPr>
          <p:cNvSpPr>
            <a:spLocks noGrp="1"/>
          </p:cNvSpPr>
          <p:nvPr/>
        </p:nvSpPr>
        <p:spPr>
          <a:xfrm>
            <a:off x="57700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c/pca-SPRSound-280">
            <a:extLst>
              <a:ext uri="{FF2B5EF4-FFF2-40B4-BE49-F238E27FC236}">
                <a16:creationId xmlns:a16="http://schemas.microsoft.com/office/drawing/2014/main" id="{93656F28-67DE-464A-AD13-D64F2FD29414}"/>
              </a:ext>
            </a:extLst>
          </p:cNvPr>
          <p:cNvSpPr>
            <a:spLocks noGrp="1"/>
          </p:cNvSpPr>
          <p:nvPr/>
        </p:nvSpPr>
        <p:spPr>
          <a:xfrm>
            <a:off x="57799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c/pca-SPRSound-281">
            <a:extLst>
              <a:ext uri="{FF2B5EF4-FFF2-40B4-BE49-F238E27FC236}">
                <a16:creationId xmlns:a16="http://schemas.microsoft.com/office/drawing/2014/main" id="{BEECD056-3B06-4135-AA4A-E3E0072BECEA}"/>
              </a:ext>
            </a:extLst>
          </p:cNvPr>
          <p:cNvSpPr>
            <a:spLocks noGrp="1"/>
          </p:cNvSpPr>
          <p:nvPr/>
        </p:nvSpPr>
        <p:spPr>
          <a:xfrm>
            <a:off x="57579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c/pca-SPRSound-282">
            <a:extLst>
              <a:ext uri="{FF2B5EF4-FFF2-40B4-BE49-F238E27FC236}">
                <a16:creationId xmlns:a16="http://schemas.microsoft.com/office/drawing/2014/main" id="{F2E4D346-C081-4C29-BB04-6E7981118AC6}"/>
              </a:ext>
            </a:extLst>
          </p:cNvPr>
          <p:cNvSpPr>
            <a:spLocks noGrp="1"/>
          </p:cNvSpPr>
          <p:nvPr/>
        </p:nvSpPr>
        <p:spPr>
          <a:xfrm>
            <a:off x="58007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c/pca-SPRSound-283">
            <a:extLst>
              <a:ext uri="{FF2B5EF4-FFF2-40B4-BE49-F238E27FC236}">
                <a16:creationId xmlns:a16="http://schemas.microsoft.com/office/drawing/2014/main" id="{A0AEBF7B-782E-49FF-A0D3-95ACA58969A4}"/>
              </a:ext>
            </a:extLst>
          </p:cNvPr>
          <p:cNvSpPr>
            <a:spLocks noGrp="1"/>
          </p:cNvSpPr>
          <p:nvPr/>
        </p:nvSpPr>
        <p:spPr>
          <a:xfrm>
            <a:off x="57820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c/pca-SPRSound-284">
            <a:extLst>
              <a:ext uri="{FF2B5EF4-FFF2-40B4-BE49-F238E27FC236}">
                <a16:creationId xmlns:a16="http://schemas.microsoft.com/office/drawing/2014/main" id="{228C3967-CA21-4DD8-BB51-81B09B959CE4}"/>
              </a:ext>
            </a:extLst>
          </p:cNvPr>
          <p:cNvSpPr>
            <a:spLocks noGrp="1"/>
          </p:cNvSpPr>
          <p:nvPr/>
        </p:nvSpPr>
        <p:spPr>
          <a:xfrm>
            <a:off x="57837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c/pca-SPRSound-285">
            <a:extLst>
              <a:ext uri="{FF2B5EF4-FFF2-40B4-BE49-F238E27FC236}">
                <a16:creationId xmlns:a16="http://schemas.microsoft.com/office/drawing/2014/main" id="{F2CEE7D8-9A71-45CC-A4F0-F1BF51DD19CD}"/>
              </a:ext>
            </a:extLst>
          </p:cNvPr>
          <p:cNvSpPr>
            <a:spLocks noGrp="1"/>
          </p:cNvSpPr>
          <p:nvPr/>
        </p:nvSpPr>
        <p:spPr>
          <a:xfrm>
            <a:off x="58216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c/pca-SPRSound-286">
            <a:extLst>
              <a:ext uri="{FF2B5EF4-FFF2-40B4-BE49-F238E27FC236}">
                <a16:creationId xmlns:a16="http://schemas.microsoft.com/office/drawing/2014/main" id="{E7471B5D-518A-4432-9F6E-D06ECB3F1B09}"/>
              </a:ext>
            </a:extLst>
          </p:cNvPr>
          <p:cNvSpPr>
            <a:spLocks noGrp="1"/>
          </p:cNvSpPr>
          <p:nvPr/>
        </p:nvSpPr>
        <p:spPr>
          <a:xfrm>
            <a:off x="58010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c/pca-SPRSound-287">
            <a:extLst>
              <a:ext uri="{FF2B5EF4-FFF2-40B4-BE49-F238E27FC236}">
                <a16:creationId xmlns:a16="http://schemas.microsoft.com/office/drawing/2014/main" id="{0645FA16-920A-4018-AACE-EFD5248D524F}"/>
              </a:ext>
            </a:extLst>
          </p:cNvPr>
          <p:cNvSpPr>
            <a:spLocks noGrp="1"/>
          </p:cNvSpPr>
          <p:nvPr/>
        </p:nvSpPr>
        <p:spPr>
          <a:xfrm>
            <a:off x="58672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c/pca-SPRSound-288">
            <a:extLst>
              <a:ext uri="{FF2B5EF4-FFF2-40B4-BE49-F238E27FC236}">
                <a16:creationId xmlns:a16="http://schemas.microsoft.com/office/drawing/2014/main" id="{C72E2F8F-200D-4EC0-8605-BF0B386A5D27}"/>
              </a:ext>
            </a:extLst>
          </p:cNvPr>
          <p:cNvSpPr>
            <a:spLocks noGrp="1"/>
          </p:cNvSpPr>
          <p:nvPr/>
        </p:nvSpPr>
        <p:spPr>
          <a:xfrm>
            <a:off x="58076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c/pca-SPRSound-289">
            <a:extLst>
              <a:ext uri="{FF2B5EF4-FFF2-40B4-BE49-F238E27FC236}">
                <a16:creationId xmlns:a16="http://schemas.microsoft.com/office/drawing/2014/main" id="{237B0B6E-4B57-4FCD-BBA8-4E445764DCB6}"/>
              </a:ext>
            </a:extLst>
          </p:cNvPr>
          <p:cNvSpPr>
            <a:spLocks noGrp="1"/>
          </p:cNvSpPr>
          <p:nvPr/>
        </p:nvSpPr>
        <p:spPr>
          <a:xfrm>
            <a:off x="58672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c/pca-SPRSound-290">
            <a:extLst>
              <a:ext uri="{FF2B5EF4-FFF2-40B4-BE49-F238E27FC236}">
                <a16:creationId xmlns:a16="http://schemas.microsoft.com/office/drawing/2014/main" id="{AC16B3A3-3B9A-4BCC-87CE-BD3B9E9909DD}"/>
              </a:ext>
            </a:extLst>
          </p:cNvPr>
          <p:cNvSpPr>
            <a:spLocks noGrp="1"/>
          </p:cNvSpPr>
          <p:nvPr/>
        </p:nvSpPr>
        <p:spPr>
          <a:xfrm>
            <a:off x="58429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c/pca-SPRSound-291">
            <a:extLst>
              <a:ext uri="{FF2B5EF4-FFF2-40B4-BE49-F238E27FC236}">
                <a16:creationId xmlns:a16="http://schemas.microsoft.com/office/drawing/2014/main" id="{B6107A7C-416D-476F-99BA-6DBD38E8818E}"/>
              </a:ext>
            </a:extLst>
          </p:cNvPr>
          <p:cNvSpPr>
            <a:spLocks noGrp="1"/>
          </p:cNvSpPr>
          <p:nvPr/>
        </p:nvSpPr>
        <p:spPr>
          <a:xfrm>
            <a:off x="58088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c/pca-SPRSound-292">
            <a:extLst>
              <a:ext uri="{FF2B5EF4-FFF2-40B4-BE49-F238E27FC236}">
                <a16:creationId xmlns:a16="http://schemas.microsoft.com/office/drawing/2014/main" id="{779ABA39-BE34-4EBC-8CF4-A727903BBD8E}"/>
              </a:ext>
            </a:extLst>
          </p:cNvPr>
          <p:cNvSpPr>
            <a:spLocks noGrp="1"/>
          </p:cNvSpPr>
          <p:nvPr/>
        </p:nvSpPr>
        <p:spPr>
          <a:xfrm>
            <a:off x="58118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c/pca-SPRSound-293">
            <a:extLst>
              <a:ext uri="{FF2B5EF4-FFF2-40B4-BE49-F238E27FC236}">
                <a16:creationId xmlns:a16="http://schemas.microsoft.com/office/drawing/2014/main" id="{038A1028-98EC-461F-AE04-918D07718A6F}"/>
              </a:ext>
            </a:extLst>
          </p:cNvPr>
          <p:cNvSpPr>
            <a:spLocks noGrp="1"/>
          </p:cNvSpPr>
          <p:nvPr/>
        </p:nvSpPr>
        <p:spPr>
          <a:xfrm>
            <a:off x="58215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c/pca-SPRSound-294">
            <a:extLst>
              <a:ext uri="{FF2B5EF4-FFF2-40B4-BE49-F238E27FC236}">
                <a16:creationId xmlns:a16="http://schemas.microsoft.com/office/drawing/2014/main" id="{6DFCFECA-0603-4BBE-94C6-3E9476F5CEF6}"/>
              </a:ext>
            </a:extLst>
          </p:cNvPr>
          <p:cNvSpPr>
            <a:spLocks noGrp="1"/>
          </p:cNvSpPr>
          <p:nvPr/>
        </p:nvSpPr>
        <p:spPr>
          <a:xfrm>
            <a:off x="58235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c/pca-SPRSound-295">
            <a:extLst>
              <a:ext uri="{FF2B5EF4-FFF2-40B4-BE49-F238E27FC236}">
                <a16:creationId xmlns:a16="http://schemas.microsoft.com/office/drawing/2014/main" id="{913C19A1-F4E9-43BA-A063-DBCD8A3ABB1B}"/>
              </a:ext>
            </a:extLst>
          </p:cNvPr>
          <p:cNvSpPr>
            <a:spLocks noGrp="1"/>
          </p:cNvSpPr>
          <p:nvPr/>
        </p:nvSpPr>
        <p:spPr>
          <a:xfrm>
            <a:off x="57757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c/pca-SPRSound-296">
            <a:extLst>
              <a:ext uri="{FF2B5EF4-FFF2-40B4-BE49-F238E27FC236}">
                <a16:creationId xmlns:a16="http://schemas.microsoft.com/office/drawing/2014/main" id="{B1F47E02-5F13-4875-870C-7BEAD19E5D73}"/>
              </a:ext>
            </a:extLst>
          </p:cNvPr>
          <p:cNvSpPr>
            <a:spLocks noGrp="1"/>
          </p:cNvSpPr>
          <p:nvPr/>
        </p:nvSpPr>
        <p:spPr>
          <a:xfrm>
            <a:off x="58143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c/pca-SPRSound-297">
            <a:extLst>
              <a:ext uri="{FF2B5EF4-FFF2-40B4-BE49-F238E27FC236}">
                <a16:creationId xmlns:a16="http://schemas.microsoft.com/office/drawing/2014/main" id="{955F748E-8A02-406E-A89A-40A0A8D97272}"/>
              </a:ext>
            </a:extLst>
          </p:cNvPr>
          <p:cNvSpPr>
            <a:spLocks noGrp="1"/>
          </p:cNvSpPr>
          <p:nvPr/>
        </p:nvSpPr>
        <p:spPr>
          <a:xfrm>
            <a:off x="58152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c/pca-SPRSound-298">
            <a:extLst>
              <a:ext uri="{FF2B5EF4-FFF2-40B4-BE49-F238E27FC236}">
                <a16:creationId xmlns:a16="http://schemas.microsoft.com/office/drawing/2014/main" id="{2C8316B3-E6F0-4840-9C44-BEB201EF6B72}"/>
              </a:ext>
            </a:extLst>
          </p:cNvPr>
          <p:cNvSpPr>
            <a:spLocks noGrp="1"/>
          </p:cNvSpPr>
          <p:nvPr/>
        </p:nvSpPr>
        <p:spPr>
          <a:xfrm>
            <a:off x="57985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c/pca-SPRSound-299">
            <a:extLst>
              <a:ext uri="{FF2B5EF4-FFF2-40B4-BE49-F238E27FC236}">
                <a16:creationId xmlns:a16="http://schemas.microsoft.com/office/drawing/2014/main" id="{F594FD03-F00B-41D5-98FD-E6706751BD46}"/>
              </a:ext>
            </a:extLst>
          </p:cNvPr>
          <p:cNvSpPr>
            <a:spLocks noGrp="1"/>
          </p:cNvSpPr>
          <p:nvPr/>
        </p:nvSpPr>
        <p:spPr>
          <a:xfrm>
            <a:off x="57973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c/pca-SPRSound-300">
            <a:extLst>
              <a:ext uri="{FF2B5EF4-FFF2-40B4-BE49-F238E27FC236}">
                <a16:creationId xmlns:a16="http://schemas.microsoft.com/office/drawing/2014/main" id="{B765399D-5D40-4007-9675-EECBEC2DE4C2}"/>
              </a:ext>
            </a:extLst>
          </p:cNvPr>
          <p:cNvSpPr>
            <a:spLocks noGrp="1"/>
          </p:cNvSpPr>
          <p:nvPr/>
        </p:nvSpPr>
        <p:spPr>
          <a:xfrm>
            <a:off x="58213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c/pca-SPRSound-301">
            <a:extLst>
              <a:ext uri="{FF2B5EF4-FFF2-40B4-BE49-F238E27FC236}">
                <a16:creationId xmlns:a16="http://schemas.microsoft.com/office/drawing/2014/main" id="{D5917ED0-FA99-43BD-9C9A-C7C9D69B41E5}"/>
              </a:ext>
            </a:extLst>
          </p:cNvPr>
          <p:cNvSpPr>
            <a:spLocks noGrp="1"/>
          </p:cNvSpPr>
          <p:nvPr/>
        </p:nvSpPr>
        <p:spPr>
          <a:xfrm>
            <a:off x="58104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c/pca-SPRSound-302">
            <a:extLst>
              <a:ext uri="{FF2B5EF4-FFF2-40B4-BE49-F238E27FC236}">
                <a16:creationId xmlns:a16="http://schemas.microsoft.com/office/drawing/2014/main" id="{E1AB2E3D-EB65-4AE0-810A-1AEB1AC6A1A9}"/>
              </a:ext>
            </a:extLst>
          </p:cNvPr>
          <p:cNvSpPr>
            <a:spLocks noGrp="1"/>
          </p:cNvSpPr>
          <p:nvPr/>
        </p:nvSpPr>
        <p:spPr>
          <a:xfrm>
            <a:off x="58107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c/pca-SPRSound-303">
            <a:extLst>
              <a:ext uri="{FF2B5EF4-FFF2-40B4-BE49-F238E27FC236}">
                <a16:creationId xmlns:a16="http://schemas.microsoft.com/office/drawing/2014/main" id="{A298E067-26C1-4AC7-8C7F-FCA428C95526}"/>
              </a:ext>
            </a:extLst>
          </p:cNvPr>
          <p:cNvSpPr>
            <a:spLocks noGrp="1"/>
          </p:cNvSpPr>
          <p:nvPr/>
        </p:nvSpPr>
        <p:spPr>
          <a:xfrm>
            <a:off x="57657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c/pca-SPRSound-304">
            <a:extLst>
              <a:ext uri="{FF2B5EF4-FFF2-40B4-BE49-F238E27FC236}">
                <a16:creationId xmlns:a16="http://schemas.microsoft.com/office/drawing/2014/main" id="{D312EB82-8A11-4A00-A5D4-31630D6EF9C9}"/>
              </a:ext>
            </a:extLst>
          </p:cNvPr>
          <p:cNvSpPr>
            <a:spLocks noGrp="1"/>
          </p:cNvSpPr>
          <p:nvPr/>
        </p:nvSpPr>
        <p:spPr>
          <a:xfrm>
            <a:off x="58694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c/pca-SPRSound-305">
            <a:extLst>
              <a:ext uri="{FF2B5EF4-FFF2-40B4-BE49-F238E27FC236}">
                <a16:creationId xmlns:a16="http://schemas.microsoft.com/office/drawing/2014/main" id="{F562B592-92CC-42C4-8F18-06A82552FC1F}"/>
              </a:ext>
            </a:extLst>
          </p:cNvPr>
          <p:cNvSpPr>
            <a:spLocks noGrp="1"/>
          </p:cNvSpPr>
          <p:nvPr/>
        </p:nvSpPr>
        <p:spPr>
          <a:xfrm>
            <a:off x="57906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c/pca-SPRSound-306">
            <a:extLst>
              <a:ext uri="{FF2B5EF4-FFF2-40B4-BE49-F238E27FC236}">
                <a16:creationId xmlns:a16="http://schemas.microsoft.com/office/drawing/2014/main" id="{901189AF-86B5-4101-93DF-9603A2C16F85}"/>
              </a:ext>
            </a:extLst>
          </p:cNvPr>
          <p:cNvSpPr>
            <a:spLocks noGrp="1"/>
          </p:cNvSpPr>
          <p:nvPr/>
        </p:nvSpPr>
        <p:spPr>
          <a:xfrm>
            <a:off x="57612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c/pca-SPRSound-307">
            <a:extLst>
              <a:ext uri="{FF2B5EF4-FFF2-40B4-BE49-F238E27FC236}">
                <a16:creationId xmlns:a16="http://schemas.microsoft.com/office/drawing/2014/main" id="{20DD2CA5-EDAD-467D-B535-A9D31851C1E9}"/>
              </a:ext>
            </a:extLst>
          </p:cNvPr>
          <p:cNvSpPr>
            <a:spLocks noGrp="1"/>
          </p:cNvSpPr>
          <p:nvPr/>
        </p:nvSpPr>
        <p:spPr>
          <a:xfrm>
            <a:off x="57971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c/pca-SPRSound-308">
            <a:extLst>
              <a:ext uri="{FF2B5EF4-FFF2-40B4-BE49-F238E27FC236}">
                <a16:creationId xmlns:a16="http://schemas.microsoft.com/office/drawing/2014/main" id="{14EE5B2D-0A9E-4BEF-8B35-3F628B85C3E9}"/>
              </a:ext>
            </a:extLst>
          </p:cNvPr>
          <p:cNvSpPr>
            <a:spLocks noGrp="1"/>
          </p:cNvSpPr>
          <p:nvPr/>
        </p:nvSpPr>
        <p:spPr>
          <a:xfrm>
            <a:off x="58335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c/pca-SPRSound-309">
            <a:extLst>
              <a:ext uri="{FF2B5EF4-FFF2-40B4-BE49-F238E27FC236}">
                <a16:creationId xmlns:a16="http://schemas.microsoft.com/office/drawing/2014/main" id="{A5D687D2-862D-4625-A863-3ECC4E630C15}"/>
              </a:ext>
            </a:extLst>
          </p:cNvPr>
          <p:cNvSpPr>
            <a:spLocks noGrp="1"/>
          </p:cNvSpPr>
          <p:nvPr/>
        </p:nvSpPr>
        <p:spPr>
          <a:xfrm>
            <a:off x="57518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c/pca-SPRSound-310">
            <a:extLst>
              <a:ext uri="{FF2B5EF4-FFF2-40B4-BE49-F238E27FC236}">
                <a16:creationId xmlns:a16="http://schemas.microsoft.com/office/drawing/2014/main" id="{B5BA81A1-8D98-4B87-B7EA-C731F87DF49D}"/>
              </a:ext>
            </a:extLst>
          </p:cNvPr>
          <p:cNvSpPr>
            <a:spLocks noGrp="1"/>
          </p:cNvSpPr>
          <p:nvPr/>
        </p:nvSpPr>
        <p:spPr>
          <a:xfrm>
            <a:off x="58177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c/pca-SPRSound-311">
            <a:extLst>
              <a:ext uri="{FF2B5EF4-FFF2-40B4-BE49-F238E27FC236}">
                <a16:creationId xmlns:a16="http://schemas.microsoft.com/office/drawing/2014/main" id="{8605CA0E-8C24-41A6-80B7-7E6F4779D252}"/>
              </a:ext>
            </a:extLst>
          </p:cNvPr>
          <p:cNvSpPr>
            <a:spLocks noGrp="1"/>
          </p:cNvSpPr>
          <p:nvPr/>
        </p:nvSpPr>
        <p:spPr>
          <a:xfrm>
            <a:off x="58119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c/pca-SPRSound-312">
            <a:extLst>
              <a:ext uri="{FF2B5EF4-FFF2-40B4-BE49-F238E27FC236}">
                <a16:creationId xmlns:a16="http://schemas.microsoft.com/office/drawing/2014/main" id="{0759F21C-EED8-4AE6-8134-8DCE1214D0B2}"/>
              </a:ext>
            </a:extLst>
          </p:cNvPr>
          <p:cNvSpPr>
            <a:spLocks noGrp="1"/>
          </p:cNvSpPr>
          <p:nvPr/>
        </p:nvSpPr>
        <p:spPr>
          <a:xfrm>
            <a:off x="58605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c/pca-SPRSound-313">
            <a:extLst>
              <a:ext uri="{FF2B5EF4-FFF2-40B4-BE49-F238E27FC236}">
                <a16:creationId xmlns:a16="http://schemas.microsoft.com/office/drawing/2014/main" id="{B6F948A4-4B25-468C-9EA7-21810B62BB81}"/>
              </a:ext>
            </a:extLst>
          </p:cNvPr>
          <p:cNvSpPr>
            <a:spLocks noGrp="1"/>
          </p:cNvSpPr>
          <p:nvPr/>
        </p:nvSpPr>
        <p:spPr>
          <a:xfrm>
            <a:off x="57792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c/pca-SPRSound-314">
            <a:extLst>
              <a:ext uri="{FF2B5EF4-FFF2-40B4-BE49-F238E27FC236}">
                <a16:creationId xmlns:a16="http://schemas.microsoft.com/office/drawing/2014/main" id="{52B90423-97C0-4AEF-8FC4-ED59041168F8}"/>
              </a:ext>
            </a:extLst>
          </p:cNvPr>
          <p:cNvSpPr>
            <a:spLocks noGrp="1"/>
          </p:cNvSpPr>
          <p:nvPr/>
        </p:nvSpPr>
        <p:spPr>
          <a:xfrm>
            <a:off x="58078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c/pca-SPRSound-315">
            <a:extLst>
              <a:ext uri="{FF2B5EF4-FFF2-40B4-BE49-F238E27FC236}">
                <a16:creationId xmlns:a16="http://schemas.microsoft.com/office/drawing/2014/main" id="{7977373A-5D54-4F82-9A3E-DD22231DAC52}"/>
              </a:ext>
            </a:extLst>
          </p:cNvPr>
          <p:cNvSpPr>
            <a:spLocks noGrp="1"/>
          </p:cNvSpPr>
          <p:nvPr/>
        </p:nvSpPr>
        <p:spPr>
          <a:xfrm>
            <a:off x="57806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c/pca-SPRSound-316">
            <a:extLst>
              <a:ext uri="{FF2B5EF4-FFF2-40B4-BE49-F238E27FC236}">
                <a16:creationId xmlns:a16="http://schemas.microsoft.com/office/drawing/2014/main" id="{9ACA27D9-61AA-4549-A769-67EF44F51E8A}"/>
              </a:ext>
            </a:extLst>
          </p:cNvPr>
          <p:cNvSpPr>
            <a:spLocks noGrp="1"/>
          </p:cNvSpPr>
          <p:nvPr/>
        </p:nvSpPr>
        <p:spPr>
          <a:xfrm>
            <a:off x="57951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c/pca-SPRSound-317">
            <a:extLst>
              <a:ext uri="{FF2B5EF4-FFF2-40B4-BE49-F238E27FC236}">
                <a16:creationId xmlns:a16="http://schemas.microsoft.com/office/drawing/2014/main" id="{0B89D4EE-427C-4C8A-A13E-0D52AF448397}"/>
              </a:ext>
            </a:extLst>
          </p:cNvPr>
          <p:cNvSpPr>
            <a:spLocks noGrp="1"/>
          </p:cNvSpPr>
          <p:nvPr/>
        </p:nvSpPr>
        <p:spPr>
          <a:xfrm>
            <a:off x="58622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c/pca-SPRSound-318">
            <a:extLst>
              <a:ext uri="{FF2B5EF4-FFF2-40B4-BE49-F238E27FC236}">
                <a16:creationId xmlns:a16="http://schemas.microsoft.com/office/drawing/2014/main" id="{31C21008-CCCD-49A9-A7AE-489EA712C2A5}"/>
              </a:ext>
            </a:extLst>
          </p:cNvPr>
          <p:cNvSpPr>
            <a:spLocks noGrp="1"/>
          </p:cNvSpPr>
          <p:nvPr/>
        </p:nvSpPr>
        <p:spPr>
          <a:xfrm>
            <a:off x="57914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c/pca-SPRSound-319">
            <a:extLst>
              <a:ext uri="{FF2B5EF4-FFF2-40B4-BE49-F238E27FC236}">
                <a16:creationId xmlns:a16="http://schemas.microsoft.com/office/drawing/2014/main" id="{04901193-4140-4D27-AD6F-39EB63E60F71}"/>
              </a:ext>
            </a:extLst>
          </p:cNvPr>
          <p:cNvSpPr>
            <a:spLocks noGrp="1"/>
          </p:cNvSpPr>
          <p:nvPr/>
        </p:nvSpPr>
        <p:spPr>
          <a:xfrm>
            <a:off x="58537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c/pca-SPRSound-320">
            <a:extLst>
              <a:ext uri="{FF2B5EF4-FFF2-40B4-BE49-F238E27FC236}">
                <a16:creationId xmlns:a16="http://schemas.microsoft.com/office/drawing/2014/main" id="{7AD6A12C-1853-4300-9B27-5D22C0F2C1E3}"/>
              </a:ext>
            </a:extLst>
          </p:cNvPr>
          <p:cNvSpPr>
            <a:spLocks noGrp="1"/>
          </p:cNvSpPr>
          <p:nvPr/>
        </p:nvSpPr>
        <p:spPr>
          <a:xfrm>
            <a:off x="58333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c/pca-SPRSound-321">
            <a:extLst>
              <a:ext uri="{FF2B5EF4-FFF2-40B4-BE49-F238E27FC236}">
                <a16:creationId xmlns:a16="http://schemas.microsoft.com/office/drawing/2014/main" id="{797657F1-3FD1-4775-BE82-6C466639F221}"/>
              </a:ext>
            </a:extLst>
          </p:cNvPr>
          <p:cNvSpPr>
            <a:spLocks noGrp="1"/>
          </p:cNvSpPr>
          <p:nvPr/>
        </p:nvSpPr>
        <p:spPr>
          <a:xfrm>
            <a:off x="58089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c/pca-SPRSound-322">
            <a:extLst>
              <a:ext uri="{FF2B5EF4-FFF2-40B4-BE49-F238E27FC236}">
                <a16:creationId xmlns:a16="http://schemas.microsoft.com/office/drawing/2014/main" id="{52586253-538B-413A-8ABA-36E1F60B7FE8}"/>
              </a:ext>
            </a:extLst>
          </p:cNvPr>
          <p:cNvSpPr>
            <a:spLocks noGrp="1"/>
          </p:cNvSpPr>
          <p:nvPr/>
        </p:nvSpPr>
        <p:spPr>
          <a:xfrm>
            <a:off x="58176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c/pca-SPRSound-323">
            <a:extLst>
              <a:ext uri="{FF2B5EF4-FFF2-40B4-BE49-F238E27FC236}">
                <a16:creationId xmlns:a16="http://schemas.microsoft.com/office/drawing/2014/main" id="{D3AA6433-C7BA-46CD-BEEA-C68A7753F8CB}"/>
              </a:ext>
            </a:extLst>
          </p:cNvPr>
          <p:cNvSpPr>
            <a:spLocks noGrp="1"/>
          </p:cNvSpPr>
          <p:nvPr/>
        </p:nvSpPr>
        <p:spPr>
          <a:xfrm>
            <a:off x="58452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c/pca-SPRSound-324">
            <a:extLst>
              <a:ext uri="{FF2B5EF4-FFF2-40B4-BE49-F238E27FC236}">
                <a16:creationId xmlns:a16="http://schemas.microsoft.com/office/drawing/2014/main" id="{F52A6B4B-3F99-4C86-B56F-43F15A681810}"/>
              </a:ext>
            </a:extLst>
          </p:cNvPr>
          <p:cNvSpPr>
            <a:spLocks noGrp="1"/>
          </p:cNvSpPr>
          <p:nvPr/>
        </p:nvSpPr>
        <p:spPr>
          <a:xfrm>
            <a:off x="58177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c/pca-SPRSound-325">
            <a:extLst>
              <a:ext uri="{FF2B5EF4-FFF2-40B4-BE49-F238E27FC236}">
                <a16:creationId xmlns:a16="http://schemas.microsoft.com/office/drawing/2014/main" id="{C5839EA7-E061-4A25-A05E-3D3E3C48B397}"/>
              </a:ext>
            </a:extLst>
          </p:cNvPr>
          <p:cNvSpPr>
            <a:spLocks noGrp="1"/>
          </p:cNvSpPr>
          <p:nvPr/>
        </p:nvSpPr>
        <p:spPr>
          <a:xfrm>
            <a:off x="58752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c/pca-SPRSound-326">
            <a:extLst>
              <a:ext uri="{FF2B5EF4-FFF2-40B4-BE49-F238E27FC236}">
                <a16:creationId xmlns:a16="http://schemas.microsoft.com/office/drawing/2014/main" id="{B56C4707-AB29-4D44-AAC1-77DB8700AC64}"/>
              </a:ext>
            </a:extLst>
          </p:cNvPr>
          <p:cNvSpPr>
            <a:spLocks noGrp="1"/>
          </p:cNvSpPr>
          <p:nvPr/>
        </p:nvSpPr>
        <p:spPr>
          <a:xfrm>
            <a:off x="58461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c/pca-SPRSound-327">
            <a:extLst>
              <a:ext uri="{FF2B5EF4-FFF2-40B4-BE49-F238E27FC236}">
                <a16:creationId xmlns:a16="http://schemas.microsoft.com/office/drawing/2014/main" id="{B21D11C1-6EDC-4E22-987F-B5951D12F578}"/>
              </a:ext>
            </a:extLst>
          </p:cNvPr>
          <p:cNvSpPr>
            <a:spLocks noGrp="1"/>
          </p:cNvSpPr>
          <p:nvPr/>
        </p:nvSpPr>
        <p:spPr>
          <a:xfrm>
            <a:off x="57842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c/pca-SPRSound-328">
            <a:extLst>
              <a:ext uri="{FF2B5EF4-FFF2-40B4-BE49-F238E27FC236}">
                <a16:creationId xmlns:a16="http://schemas.microsoft.com/office/drawing/2014/main" id="{D64EC0D5-7101-49D1-9F79-7203A5161053}"/>
              </a:ext>
            </a:extLst>
          </p:cNvPr>
          <p:cNvSpPr>
            <a:spLocks noGrp="1"/>
          </p:cNvSpPr>
          <p:nvPr/>
        </p:nvSpPr>
        <p:spPr>
          <a:xfrm>
            <a:off x="58506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c/pca-SPRSound-329">
            <a:extLst>
              <a:ext uri="{FF2B5EF4-FFF2-40B4-BE49-F238E27FC236}">
                <a16:creationId xmlns:a16="http://schemas.microsoft.com/office/drawing/2014/main" id="{3E1F4808-E100-497F-B274-1BBA346E5F92}"/>
              </a:ext>
            </a:extLst>
          </p:cNvPr>
          <p:cNvSpPr>
            <a:spLocks noGrp="1"/>
          </p:cNvSpPr>
          <p:nvPr/>
        </p:nvSpPr>
        <p:spPr>
          <a:xfrm>
            <a:off x="58312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c/pca-SPRSound-330">
            <a:extLst>
              <a:ext uri="{FF2B5EF4-FFF2-40B4-BE49-F238E27FC236}">
                <a16:creationId xmlns:a16="http://schemas.microsoft.com/office/drawing/2014/main" id="{A5F1E0B2-09FC-4461-A938-560FB142C432}"/>
              </a:ext>
            </a:extLst>
          </p:cNvPr>
          <p:cNvSpPr>
            <a:spLocks noGrp="1"/>
          </p:cNvSpPr>
          <p:nvPr/>
        </p:nvSpPr>
        <p:spPr>
          <a:xfrm>
            <a:off x="58125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c/pca-SPRSound-331">
            <a:extLst>
              <a:ext uri="{FF2B5EF4-FFF2-40B4-BE49-F238E27FC236}">
                <a16:creationId xmlns:a16="http://schemas.microsoft.com/office/drawing/2014/main" id="{7D003ED6-C80E-4E73-82A0-09D40074E53A}"/>
              </a:ext>
            </a:extLst>
          </p:cNvPr>
          <p:cNvSpPr>
            <a:spLocks noGrp="1"/>
          </p:cNvSpPr>
          <p:nvPr/>
        </p:nvSpPr>
        <p:spPr>
          <a:xfrm>
            <a:off x="58260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c/pca-SPRSound-332">
            <a:extLst>
              <a:ext uri="{FF2B5EF4-FFF2-40B4-BE49-F238E27FC236}">
                <a16:creationId xmlns:a16="http://schemas.microsoft.com/office/drawing/2014/main" id="{733E0E27-36E3-4EA4-8897-61D16719991A}"/>
              </a:ext>
            </a:extLst>
          </p:cNvPr>
          <p:cNvSpPr>
            <a:spLocks noGrp="1"/>
          </p:cNvSpPr>
          <p:nvPr/>
        </p:nvSpPr>
        <p:spPr>
          <a:xfrm>
            <a:off x="57738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c/pca-SPRSound-333">
            <a:extLst>
              <a:ext uri="{FF2B5EF4-FFF2-40B4-BE49-F238E27FC236}">
                <a16:creationId xmlns:a16="http://schemas.microsoft.com/office/drawing/2014/main" id="{75487C4C-2B0F-41EB-993D-C52667020D5C}"/>
              </a:ext>
            </a:extLst>
          </p:cNvPr>
          <p:cNvSpPr>
            <a:spLocks noGrp="1"/>
          </p:cNvSpPr>
          <p:nvPr/>
        </p:nvSpPr>
        <p:spPr>
          <a:xfrm>
            <a:off x="58099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c/pca-SPRSound-334">
            <a:extLst>
              <a:ext uri="{FF2B5EF4-FFF2-40B4-BE49-F238E27FC236}">
                <a16:creationId xmlns:a16="http://schemas.microsoft.com/office/drawing/2014/main" id="{FEEBF8FD-170F-4AA8-9A56-17334CEA1382}"/>
              </a:ext>
            </a:extLst>
          </p:cNvPr>
          <p:cNvSpPr>
            <a:spLocks noGrp="1"/>
          </p:cNvSpPr>
          <p:nvPr/>
        </p:nvSpPr>
        <p:spPr>
          <a:xfrm>
            <a:off x="58022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c/pca-SPRSound-335">
            <a:extLst>
              <a:ext uri="{FF2B5EF4-FFF2-40B4-BE49-F238E27FC236}">
                <a16:creationId xmlns:a16="http://schemas.microsoft.com/office/drawing/2014/main" id="{582737F5-C814-495B-99A7-63B8AE911A10}"/>
              </a:ext>
            </a:extLst>
          </p:cNvPr>
          <p:cNvSpPr>
            <a:spLocks noGrp="1"/>
          </p:cNvSpPr>
          <p:nvPr/>
        </p:nvSpPr>
        <p:spPr>
          <a:xfrm>
            <a:off x="58116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c/pca-SPRSound-336">
            <a:extLst>
              <a:ext uri="{FF2B5EF4-FFF2-40B4-BE49-F238E27FC236}">
                <a16:creationId xmlns:a16="http://schemas.microsoft.com/office/drawing/2014/main" id="{A7EA100F-DF49-421D-92F6-C4C0AC7F519A}"/>
              </a:ext>
            </a:extLst>
          </p:cNvPr>
          <p:cNvSpPr>
            <a:spLocks noGrp="1"/>
          </p:cNvSpPr>
          <p:nvPr/>
        </p:nvSpPr>
        <p:spPr>
          <a:xfrm>
            <a:off x="58130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c/pca-SPRSound-337">
            <a:extLst>
              <a:ext uri="{FF2B5EF4-FFF2-40B4-BE49-F238E27FC236}">
                <a16:creationId xmlns:a16="http://schemas.microsoft.com/office/drawing/2014/main" id="{ADCFA7AA-B268-4B0D-A70D-2DADB43B6891}"/>
              </a:ext>
            </a:extLst>
          </p:cNvPr>
          <p:cNvSpPr>
            <a:spLocks noGrp="1"/>
          </p:cNvSpPr>
          <p:nvPr/>
        </p:nvSpPr>
        <p:spPr>
          <a:xfrm>
            <a:off x="57719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c/pca-SPRSound-338">
            <a:extLst>
              <a:ext uri="{FF2B5EF4-FFF2-40B4-BE49-F238E27FC236}">
                <a16:creationId xmlns:a16="http://schemas.microsoft.com/office/drawing/2014/main" id="{E1A8AEC2-E2C5-4566-88FE-5093754B8D30}"/>
              </a:ext>
            </a:extLst>
          </p:cNvPr>
          <p:cNvSpPr>
            <a:spLocks noGrp="1"/>
          </p:cNvSpPr>
          <p:nvPr/>
        </p:nvSpPr>
        <p:spPr>
          <a:xfrm>
            <a:off x="57628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c/pca-SPRSound-339">
            <a:extLst>
              <a:ext uri="{FF2B5EF4-FFF2-40B4-BE49-F238E27FC236}">
                <a16:creationId xmlns:a16="http://schemas.microsoft.com/office/drawing/2014/main" id="{EF5CC2BD-FD93-45B7-8C59-0059104AA3F4}"/>
              </a:ext>
            </a:extLst>
          </p:cNvPr>
          <p:cNvSpPr>
            <a:spLocks noGrp="1"/>
          </p:cNvSpPr>
          <p:nvPr/>
        </p:nvSpPr>
        <p:spPr>
          <a:xfrm>
            <a:off x="58373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c/pca-SPRSound-340">
            <a:extLst>
              <a:ext uri="{FF2B5EF4-FFF2-40B4-BE49-F238E27FC236}">
                <a16:creationId xmlns:a16="http://schemas.microsoft.com/office/drawing/2014/main" id="{205FFDA1-4ADD-4F57-B801-010F1DE3492A}"/>
              </a:ext>
            </a:extLst>
          </p:cNvPr>
          <p:cNvSpPr>
            <a:spLocks noGrp="1"/>
          </p:cNvSpPr>
          <p:nvPr/>
        </p:nvSpPr>
        <p:spPr>
          <a:xfrm>
            <a:off x="58122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c/pca-SPRSound-341">
            <a:extLst>
              <a:ext uri="{FF2B5EF4-FFF2-40B4-BE49-F238E27FC236}">
                <a16:creationId xmlns:a16="http://schemas.microsoft.com/office/drawing/2014/main" id="{3F93CD94-6DD7-4DBC-9733-22BEDF6FA2C6}"/>
              </a:ext>
            </a:extLst>
          </p:cNvPr>
          <p:cNvSpPr>
            <a:spLocks noGrp="1"/>
          </p:cNvSpPr>
          <p:nvPr/>
        </p:nvSpPr>
        <p:spPr>
          <a:xfrm>
            <a:off x="57533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c/pca-SPRSound-342">
            <a:extLst>
              <a:ext uri="{FF2B5EF4-FFF2-40B4-BE49-F238E27FC236}">
                <a16:creationId xmlns:a16="http://schemas.microsoft.com/office/drawing/2014/main" id="{55219F87-B5F0-44C9-B967-37A9246B753C}"/>
              </a:ext>
            </a:extLst>
          </p:cNvPr>
          <p:cNvSpPr>
            <a:spLocks noGrp="1"/>
          </p:cNvSpPr>
          <p:nvPr/>
        </p:nvSpPr>
        <p:spPr>
          <a:xfrm>
            <a:off x="57882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c/pca-SPRSound-343">
            <a:extLst>
              <a:ext uri="{FF2B5EF4-FFF2-40B4-BE49-F238E27FC236}">
                <a16:creationId xmlns:a16="http://schemas.microsoft.com/office/drawing/2014/main" id="{ECAE00B8-3D29-4A5E-B840-EB2FECD193B9}"/>
              </a:ext>
            </a:extLst>
          </p:cNvPr>
          <p:cNvSpPr>
            <a:spLocks noGrp="1"/>
          </p:cNvSpPr>
          <p:nvPr/>
        </p:nvSpPr>
        <p:spPr>
          <a:xfrm>
            <a:off x="57761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c/pca-SPRSound-344">
            <a:extLst>
              <a:ext uri="{FF2B5EF4-FFF2-40B4-BE49-F238E27FC236}">
                <a16:creationId xmlns:a16="http://schemas.microsoft.com/office/drawing/2014/main" id="{80C8AE15-FCDF-483D-8CB0-FEA16B88A8A5}"/>
              </a:ext>
            </a:extLst>
          </p:cNvPr>
          <p:cNvSpPr>
            <a:spLocks noGrp="1"/>
          </p:cNvSpPr>
          <p:nvPr/>
        </p:nvSpPr>
        <p:spPr>
          <a:xfrm>
            <a:off x="58273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c/pca-SPRSound-345">
            <a:extLst>
              <a:ext uri="{FF2B5EF4-FFF2-40B4-BE49-F238E27FC236}">
                <a16:creationId xmlns:a16="http://schemas.microsoft.com/office/drawing/2014/main" id="{9E813B5A-CAC3-4B26-8876-AAA0FF8CE86D}"/>
              </a:ext>
            </a:extLst>
          </p:cNvPr>
          <p:cNvSpPr>
            <a:spLocks noGrp="1"/>
          </p:cNvSpPr>
          <p:nvPr/>
        </p:nvSpPr>
        <p:spPr>
          <a:xfrm>
            <a:off x="58612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c/pca-SPRSound-346">
            <a:extLst>
              <a:ext uri="{FF2B5EF4-FFF2-40B4-BE49-F238E27FC236}">
                <a16:creationId xmlns:a16="http://schemas.microsoft.com/office/drawing/2014/main" id="{C84D8D95-38DF-4809-99B5-5CF2D78479B6}"/>
              </a:ext>
            </a:extLst>
          </p:cNvPr>
          <p:cNvSpPr>
            <a:spLocks noGrp="1"/>
          </p:cNvSpPr>
          <p:nvPr/>
        </p:nvSpPr>
        <p:spPr>
          <a:xfrm>
            <a:off x="58289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c/pca-SPRSound-347">
            <a:extLst>
              <a:ext uri="{FF2B5EF4-FFF2-40B4-BE49-F238E27FC236}">
                <a16:creationId xmlns:a16="http://schemas.microsoft.com/office/drawing/2014/main" id="{E48B3D13-46C0-4C31-B468-6D5B267D0177}"/>
              </a:ext>
            </a:extLst>
          </p:cNvPr>
          <p:cNvSpPr>
            <a:spLocks noGrp="1"/>
          </p:cNvSpPr>
          <p:nvPr/>
        </p:nvSpPr>
        <p:spPr>
          <a:xfrm>
            <a:off x="57807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c/pca-SPRSound-348">
            <a:extLst>
              <a:ext uri="{FF2B5EF4-FFF2-40B4-BE49-F238E27FC236}">
                <a16:creationId xmlns:a16="http://schemas.microsoft.com/office/drawing/2014/main" id="{D3D5B067-7C83-405A-86CA-7336AE67835C}"/>
              </a:ext>
            </a:extLst>
          </p:cNvPr>
          <p:cNvSpPr>
            <a:spLocks noGrp="1"/>
          </p:cNvSpPr>
          <p:nvPr/>
        </p:nvSpPr>
        <p:spPr>
          <a:xfrm>
            <a:off x="58419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c/pca-SPRSound-349">
            <a:extLst>
              <a:ext uri="{FF2B5EF4-FFF2-40B4-BE49-F238E27FC236}">
                <a16:creationId xmlns:a16="http://schemas.microsoft.com/office/drawing/2014/main" id="{044B4342-F9B6-438F-B01A-1303F824E2AD}"/>
              </a:ext>
            </a:extLst>
          </p:cNvPr>
          <p:cNvSpPr>
            <a:spLocks noGrp="1"/>
          </p:cNvSpPr>
          <p:nvPr/>
        </p:nvSpPr>
        <p:spPr>
          <a:xfrm>
            <a:off x="58331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c/pca-SPRSound-350">
            <a:extLst>
              <a:ext uri="{FF2B5EF4-FFF2-40B4-BE49-F238E27FC236}">
                <a16:creationId xmlns:a16="http://schemas.microsoft.com/office/drawing/2014/main" id="{9265E303-5C41-4EEE-B37F-E245F2DDBCE6}"/>
              </a:ext>
            </a:extLst>
          </p:cNvPr>
          <p:cNvSpPr>
            <a:spLocks noGrp="1"/>
          </p:cNvSpPr>
          <p:nvPr/>
        </p:nvSpPr>
        <p:spPr>
          <a:xfrm>
            <a:off x="58140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c/pca-SPRSound-351">
            <a:extLst>
              <a:ext uri="{FF2B5EF4-FFF2-40B4-BE49-F238E27FC236}">
                <a16:creationId xmlns:a16="http://schemas.microsoft.com/office/drawing/2014/main" id="{E5B3BF15-FF13-403C-AC69-95202021D578}"/>
              </a:ext>
            </a:extLst>
          </p:cNvPr>
          <p:cNvSpPr>
            <a:spLocks noGrp="1"/>
          </p:cNvSpPr>
          <p:nvPr/>
        </p:nvSpPr>
        <p:spPr>
          <a:xfrm>
            <a:off x="57841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c/pca-SPRSound-352">
            <a:extLst>
              <a:ext uri="{FF2B5EF4-FFF2-40B4-BE49-F238E27FC236}">
                <a16:creationId xmlns:a16="http://schemas.microsoft.com/office/drawing/2014/main" id="{5B9D6C4F-A9A8-4521-8700-DEDCBDBF924C}"/>
              </a:ext>
            </a:extLst>
          </p:cNvPr>
          <p:cNvSpPr>
            <a:spLocks noGrp="1"/>
          </p:cNvSpPr>
          <p:nvPr/>
        </p:nvSpPr>
        <p:spPr>
          <a:xfrm>
            <a:off x="57652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c/pca-SPRSound-353">
            <a:extLst>
              <a:ext uri="{FF2B5EF4-FFF2-40B4-BE49-F238E27FC236}">
                <a16:creationId xmlns:a16="http://schemas.microsoft.com/office/drawing/2014/main" id="{483849A9-741C-48E4-B7A5-13D891E65171}"/>
              </a:ext>
            </a:extLst>
          </p:cNvPr>
          <p:cNvSpPr>
            <a:spLocks noGrp="1"/>
          </p:cNvSpPr>
          <p:nvPr/>
        </p:nvSpPr>
        <p:spPr>
          <a:xfrm>
            <a:off x="59217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c/pca-SPRSound-354">
            <a:extLst>
              <a:ext uri="{FF2B5EF4-FFF2-40B4-BE49-F238E27FC236}">
                <a16:creationId xmlns:a16="http://schemas.microsoft.com/office/drawing/2014/main" id="{412F9E54-749A-451E-99D9-07B270072EF9}"/>
              </a:ext>
            </a:extLst>
          </p:cNvPr>
          <p:cNvSpPr>
            <a:spLocks noGrp="1"/>
          </p:cNvSpPr>
          <p:nvPr/>
        </p:nvSpPr>
        <p:spPr>
          <a:xfrm>
            <a:off x="58210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c/pca-SPRSound-355">
            <a:extLst>
              <a:ext uri="{FF2B5EF4-FFF2-40B4-BE49-F238E27FC236}">
                <a16:creationId xmlns:a16="http://schemas.microsoft.com/office/drawing/2014/main" id="{821FA545-7557-4C6F-95CB-D31DA3457052}"/>
              </a:ext>
            </a:extLst>
          </p:cNvPr>
          <p:cNvSpPr>
            <a:spLocks noGrp="1"/>
          </p:cNvSpPr>
          <p:nvPr/>
        </p:nvSpPr>
        <p:spPr>
          <a:xfrm>
            <a:off x="59207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c/pca-SPRSound-356">
            <a:extLst>
              <a:ext uri="{FF2B5EF4-FFF2-40B4-BE49-F238E27FC236}">
                <a16:creationId xmlns:a16="http://schemas.microsoft.com/office/drawing/2014/main" id="{83C35C80-38BB-452A-8859-1E654DEB8A14}"/>
              </a:ext>
            </a:extLst>
          </p:cNvPr>
          <p:cNvSpPr>
            <a:spLocks noGrp="1"/>
          </p:cNvSpPr>
          <p:nvPr/>
        </p:nvSpPr>
        <p:spPr>
          <a:xfrm>
            <a:off x="58345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c/pca-SPRSound-357">
            <a:extLst>
              <a:ext uri="{FF2B5EF4-FFF2-40B4-BE49-F238E27FC236}">
                <a16:creationId xmlns:a16="http://schemas.microsoft.com/office/drawing/2014/main" id="{D600F9CC-A1CE-4B06-BD38-B778512D066F}"/>
              </a:ext>
            </a:extLst>
          </p:cNvPr>
          <p:cNvSpPr>
            <a:spLocks noGrp="1"/>
          </p:cNvSpPr>
          <p:nvPr/>
        </p:nvSpPr>
        <p:spPr>
          <a:xfrm>
            <a:off x="58196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c/pca-SPRSound-358">
            <a:extLst>
              <a:ext uri="{FF2B5EF4-FFF2-40B4-BE49-F238E27FC236}">
                <a16:creationId xmlns:a16="http://schemas.microsoft.com/office/drawing/2014/main" id="{3C4E4EAD-7C30-45E7-8DFD-463DFAFF58A0}"/>
              </a:ext>
            </a:extLst>
          </p:cNvPr>
          <p:cNvSpPr>
            <a:spLocks noGrp="1"/>
          </p:cNvSpPr>
          <p:nvPr/>
        </p:nvSpPr>
        <p:spPr>
          <a:xfrm>
            <a:off x="58027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c/pca-SPRSound-359">
            <a:extLst>
              <a:ext uri="{FF2B5EF4-FFF2-40B4-BE49-F238E27FC236}">
                <a16:creationId xmlns:a16="http://schemas.microsoft.com/office/drawing/2014/main" id="{8CB54DE4-ADE4-4F83-987B-2A56D261E8EE}"/>
              </a:ext>
            </a:extLst>
          </p:cNvPr>
          <p:cNvSpPr>
            <a:spLocks noGrp="1"/>
          </p:cNvSpPr>
          <p:nvPr/>
        </p:nvSpPr>
        <p:spPr>
          <a:xfrm>
            <a:off x="57832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c/pca-SPRSound-360">
            <a:extLst>
              <a:ext uri="{FF2B5EF4-FFF2-40B4-BE49-F238E27FC236}">
                <a16:creationId xmlns:a16="http://schemas.microsoft.com/office/drawing/2014/main" id="{41385BF0-7854-4065-8F79-E0168D6C8D64}"/>
              </a:ext>
            </a:extLst>
          </p:cNvPr>
          <p:cNvSpPr>
            <a:spLocks noGrp="1"/>
          </p:cNvSpPr>
          <p:nvPr/>
        </p:nvSpPr>
        <p:spPr>
          <a:xfrm>
            <a:off x="58010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c/pca-SPRSound-361">
            <a:extLst>
              <a:ext uri="{FF2B5EF4-FFF2-40B4-BE49-F238E27FC236}">
                <a16:creationId xmlns:a16="http://schemas.microsoft.com/office/drawing/2014/main" id="{42C74F31-8249-46CD-A4A6-977B8EB8AEA3}"/>
              </a:ext>
            </a:extLst>
          </p:cNvPr>
          <p:cNvSpPr>
            <a:spLocks noGrp="1"/>
          </p:cNvSpPr>
          <p:nvPr/>
        </p:nvSpPr>
        <p:spPr>
          <a:xfrm>
            <a:off x="57797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c/pca-SPRSound-362">
            <a:extLst>
              <a:ext uri="{FF2B5EF4-FFF2-40B4-BE49-F238E27FC236}">
                <a16:creationId xmlns:a16="http://schemas.microsoft.com/office/drawing/2014/main" id="{3A1EABDA-0B09-4C8D-B1B6-DEA4BC120344}"/>
              </a:ext>
            </a:extLst>
          </p:cNvPr>
          <p:cNvSpPr>
            <a:spLocks noGrp="1"/>
          </p:cNvSpPr>
          <p:nvPr/>
        </p:nvSpPr>
        <p:spPr>
          <a:xfrm>
            <a:off x="57682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c/pca-SPRSound-363">
            <a:extLst>
              <a:ext uri="{FF2B5EF4-FFF2-40B4-BE49-F238E27FC236}">
                <a16:creationId xmlns:a16="http://schemas.microsoft.com/office/drawing/2014/main" id="{F7600FED-315E-49F0-B3A0-D0F8D3429C28}"/>
              </a:ext>
            </a:extLst>
          </p:cNvPr>
          <p:cNvSpPr>
            <a:spLocks noGrp="1"/>
          </p:cNvSpPr>
          <p:nvPr/>
        </p:nvSpPr>
        <p:spPr>
          <a:xfrm>
            <a:off x="58495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c/pca-SPRSound-364">
            <a:extLst>
              <a:ext uri="{FF2B5EF4-FFF2-40B4-BE49-F238E27FC236}">
                <a16:creationId xmlns:a16="http://schemas.microsoft.com/office/drawing/2014/main" id="{77DC8A2A-0E3F-4D08-8CD8-43981551E1FB}"/>
              </a:ext>
            </a:extLst>
          </p:cNvPr>
          <p:cNvSpPr>
            <a:spLocks noGrp="1"/>
          </p:cNvSpPr>
          <p:nvPr/>
        </p:nvSpPr>
        <p:spPr>
          <a:xfrm>
            <a:off x="57704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c/pca-SPRSound-365">
            <a:extLst>
              <a:ext uri="{FF2B5EF4-FFF2-40B4-BE49-F238E27FC236}">
                <a16:creationId xmlns:a16="http://schemas.microsoft.com/office/drawing/2014/main" id="{E5380C13-178D-402C-BF66-7C50DB3E7504}"/>
              </a:ext>
            </a:extLst>
          </p:cNvPr>
          <p:cNvSpPr>
            <a:spLocks noGrp="1"/>
          </p:cNvSpPr>
          <p:nvPr/>
        </p:nvSpPr>
        <p:spPr>
          <a:xfrm>
            <a:off x="57987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c/pca-SPRSound-366">
            <a:extLst>
              <a:ext uri="{FF2B5EF4-FFF2-40B4-BE49-F238E27FC236}">
                <a16:creationId xmlns:a16="http://schemas.microsoft.com/office/drawing/2014/main" id="{B7795086-ABD6-4ECC-89F3-03556B3E8A1F}"/>
              </a:ext>
            </a:extLst>
          </p:cNvPr>
          <p:cNvSpPr>
            <a:spLocks noGrp="1"/>
          </p:cNvSpPr>
          <p:nvPr/>
        </p:nvSpPr>
        <p:spPr>
          <a:xfrm>
            <a:off x="57685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c/pca-SPRSound-367">
            <a:extLst>
              <a:ext uri="{FF2B5EF4-FFF2-40B4-BE49-F238E27FC236}">
                <a16:creationId xmlns:a16="http://schemas.microsoft.com/office/drawing/2014/main" id="{DBF888C3-3874-4EE6-A8C3-EFAE6D1C2D7E}"/>
              </a:ext>
            </a:extLst>
          </p:cNvPr>
          <p:cNvSpPr>
            <a:spLocks noGrp="1"/>
          </p:cNvSpPr>
          <p:nvPr/>
        </p:nvSpPr>
        <p:spPr>
          <a:xfrm>
            <a:off x="57640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c/pca-SPRSound-368">
            <a:extLst>
              <a:ext uri="{FF2B5EF4-FFF2-40B4-BE49-F238E27FC236}">
                <a16:creationId xmlns:a16="http://schemas.microsoft.com/office/drawing/2014/main" id="{C889BA5F-FAD1-4ED2-B0FF-6ED80669F284}"/>
              </a:ext>
            </a:extLst>
          </p:cNvPr>
          <p:cNvSpPr>
            <a:spLocks noGrp="1"/>
          </p:cNvSpPr>
          <p:nvPr/>
        </p:nvSpPr>
        <p:spPr>
          <a:xfrm>
            <a:off x="57772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c/pca-SPRSound-369">
            <a:extLst>
              <a:ext uri="{FF2B5EF4-FFF2-40B4-BE49-F238E27FC236}">
                <a16:creationId xmlns:a16="http://schemas.microsoft.com/office/drawing/2014/main" id="{A97555F5-B928-435D-B388-11715A59B179}"/>
              </a:ext>
            </a:extLst>
          </p:cNvPr>
          <p:cNvSpPr>
            <a:spLocks noGrp="1"/>
          </p:cNvSpPr>
          <p:nvPr/>
        </p:nvSpPr>
        <p:spPr>
          <a:xfrm>
            <a:off x="57840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c/pca-SPRSound-370">
            <a:extLst>
              <a:ext uri="{FF2B5EF4-FFF2-40B4-BE49-F238E27FC236}">
                <a16:creationId xmlns:a16="http://schemas.microsoft.com/office/drawing/2014/main" id="{DF10F4D7-1096-45C9-94C4-6ECD1D793AE1}"/>
              </a:ext>
            </a:extLst>
          </p:cNvPr>
          <p:cNvSpPr>
            <a:spLocks noGrp="1"/>
          </p:cNvSpPr>
          <p:nvPr/>
        </p:nvSpPr>
        <p:spPr>
          <a:xfrm>
            <a:off x="57892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c/pca-SPRSound-371">
            <a:extLst>
              <a:ext uri="{FF2B5EF4-FFF2-40B4-BE49-F238E27FC236}">
                <a16:creationId xmlns:a16="http://schemas.microsoft.com/office/drawing/2014/main" id="{C7FE7499-289F-4E6D-B3D5-660D70254AEA}"/>
              </a:ext>
            </a:extLst>
          </p:cNvPr>
          <p:cNvSpPr>
            <a:spLocks noGrp="1"/>
          </p:cNvSpPr>
          <p:nvPr/>
        </p:nvSpPr>
        <p:spPr>
          <a:xfrm>
            <a:off x="58034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c/pca-SPRSound-372">
            <a:extLst>
              <a:ext uri="{FF2B5EF4-FFF2-40B4-BE49-F238E27FC236}">
                <a16:creationId xmlns:a16="http://schemas.microsoft.com/office/drawing/2014/main" id="{7B604601-477D-4FB1-B630-AE058274AF3D}"/>
              </a:ext>
            </a:extLst>
          </p:cNvPr>
          <p:cNvSpPr>
            <a:spLocks noGrp="1"/>
          </p:cNvSpPr>
          <p:nvPr/>
        </p:nvSpPr>
        <p:spPr>
          <a:xfrm>
            <a:off x="57780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c/pca-SPRSound-373">
            <a:extLst>
              <a:ext uri="{FF2B5EF4-FFF2-40B4-BE49-F238E27FC236}">
                <a16:creationId xmlns:a16="http://schemas.microsoft.com/office/drawing/2014/main" id="{822FADD9-BA6C-44B1-985F-E5A797936D08}"/>
              </a:ext>
            </a:extLst>
          </p:cNvPr>
          <p:cNvSpPr>
            <a:spLocks noGrp="1"/>
          </p:cNvSpPr>
          <p:nvPr/>
        </p:nvSpPr>
        <p:spPr>
          <a:xfrm>
            <a:off x="58167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c/pca-SPRSound-374">
            <a:extLst>
              <a:ext uri="{FF2B5EF4-FFF2-40B4-BE49-F238E27FC236}">
                <a16:creationId xmlns:a16="http://schemas.microsoft.com/office/drawing/2014/main" id="{FF595AC0-6464-4174-956D-7C4B0FC92257}"/>
              </a:ext>
            </a:extLst>
          </p:cNvPr>
          <p:cNvSpPr>
            <a:spLocks noGrp="1"/>
          </p:cNvSpPr>
          <p:nvPr/>
        </p:nvSpPr>
        <p:spPr>
          <a:xfrm>
            <a:off x="58035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c/pca-SPRSound-375">
            <a:extLst>
              <a:ext uri="{FF2B5EF4-FFF2-40B4-BE49-F238E27FC236}">
                <a16:creationId xmlns:a16="http://schemas.microsoft.com/office/drawing/2014/main" id="{33230A61-2242-4E4D-9611-55AEB94EF96E}"/>
              </a:ext>
            </a:extLst>
          </p:cNvPr>
          <p:cNvSpPr>
            <a:spLocks noGrp="1"/>
          </p:cNvSpPr>
          <p:nvPr/>
        </p:nvSpPr>
        <p:spPr>
          <a:xfrm>
            <a:off x="58366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c/pca-SPRSound-376">
            <a:extLst>
              <a:ext uri="{FF2B5EF4-FFF2-40B4-BE49-F238E27FC236}">
                <a16:creationId xmlns:a16="http://schemas.microsoft.com/office/drawing/2014/main" id="{BC2A6B02-20A0-40EA-A7A5-CC70EDED1954}"/>
              </a:ext>
            </a:extLst>
          </p:cNvPr>
          <p:cNvSpPr>
            <a:spLocks noGrp="1"/>
          </p:cNvSpPr>
          <p:nvPr/>
        </p:nvSpPr>
        <p:spPr>
          <a:xfrm>
            <a:off x="58517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c/pca-SPRSound-377">
            <a:extLst>
              <a:ext uri="{FF2B5EF4-FFF2-40B4-BE49-F238E27FC236}">
                <a16:creationId xmlns:a16="http://schemas.microsoft.com/office/drawing/2014/main" id="{D70BC1D6-CCF3-40F0-9861-810ACAC790F3}"/>
              </a:ext>
            </a:extLst>
          </p:cNvPr>
          <p:cNvSpPr>
            <a:spLocks noGrp="1"/>
          </p:cNvSpPr>
          <p:nvPr/>
        </p:nvSpPr>
        <p:spPr>
          <a:xfrm>
            <a:off x="58147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c/pca-SPRSound-378">
            <a:extLst>
              <a:ext uri="{FF2B5EF4-FFF2-40B4-BE49-F238E27FC236}">
                <a16:creationId xmlns:a16="http://schemas.microsoft.com/office/drawing/2014/main" id="{A020ABD7-94FF-403A-9953-EBA798378FD3}"/>
              </a:ext>
            </a:extLst>
          </p:cNvPr>
          <p:cNvSpPr>
            <a:spLocks noGrp="1"/>
          </p:cNvSpPr>
          <p:nvPr/>
        </p:nvSpPr>
        <p:spPr>
          <a:xfrm>
            <a:off x="58275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c/pca-SPRSound-379">
            <a:extLst>
              <a:ext uri="{FF2B5EF4-FFF2-40B4-BE49-F238E27FC236}">
                <a16:creationId xmlns:a16="http://schemas.microsoft.com/office/drawing/2014/main" id="{937993ED-EEC9-47E3-ABC1-188B75B2D6BB}"/>
              </a:ext>
            </a:extLst>
          </p:cNvPr>
          <p:cNvSpPr>
            <a:spLocks noGrp="1"/>
          </p:cNvSpPr>
          <p:nvPr/>
        </p:nvSpPr>
        <p:spPr>
          <a:xfrm>
            <a:off x="58048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c/pca-SPRSound-380">
            <a:extLst>
              <a:ext uri="{FF2B5EF4-FFF2-40B4-BE49-F238E27FC236}">
                <a16:creationId xmlns:a16="http://schemas.microsoft.com/office/drawing/2014/main" id="{66CF4C82-7CD5-4075-87BF-B50D7263E557}"/>
              </a:ext>
            </a:extLst>
          </p:cNvPr>
          <p:cNvSpPr>
            <a:spLocks noGrp="1"/>
          </p:cNvSpPr>
          <p:nvPr/>
        </p:nvSpPr>
        <p:spPr>
          <a:xfrm>
            <a:off x="58037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c/pca-SPRSound-381">
            <a:extLst>
              <a:ext uri="{FF2B5EF4-FFF2-40B4-BE49-F238E27FC236}">
                <a16:creationId xmlns:a16="http://schemas.microsoft.com/office/drawing/2014/main" id="{4898B077-AEF4-40A9-8F29-CBE78236F4A4}"/>
              </a:ext>
            </a:extLst>
          </p:cNvPr>
          <p:cNvSpPr>
            <a:spLocks noGrp="1"/>
          </p:cNvSpPr>
          <p:nvPr/>
        </p:nvSpPr>
        <p:spPr>
          <a:xfrm>
            <a:off x="57954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c/pca-SPRSound-382">
            <a:extLst>
              <a:ext uri="{FF2B5EF4-FFF2-40B4-BE49-F238E27FC236}">
                <a16:creationId xmlns:a16="http://schemas.microsoft.com/office/drawing/2014/main" id="{B48CD374-AC1D-4911-8BB2-E912BD2C5394}"/>
              </a:ext>
            </a:extLst>
          </p:cNvPr>
          <p:cNvSpPr>
            <a:spLocks noGrp="1"/>
          </p:cNvSpPr>
          <p:nvPr/>
        </p:nvSpPr>
        <p:spPr>
          <a:xfrm>
            <a:off x="58146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c/pca-SPRSound-383">
            <a:extLst>
              <a:ext uri="{FF2B5EF4-FFF2-40B4-BE49-F238E27FC236}">
                <a16:creationId xmlns:a16="http://schemas.microsoft.com/office/drawing/2014/main" id="{5CF8CD86-B660-4789-ABBB-A9B1F2B222E2}"/>
              </a:ext>
            </a:extLst>
          </p:cNvPr>
          <p:cNvSpPr>
            <a:spLocks noGrp="1"/>
          </p:cNvSpPr>
          <p:nvPr/>
        </p:nvSpPr>
        <p:spPr>
          <a:xfrm>
            <a:off x="58142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c/pca-SPRSound-384">
            <a:extLst>
              <a:ext uri="{FF2B5EF4-FFF2-40B4-BE49-F238E27FC236}">
                <a16:creationId xmlns:a16="http://schemas.microsoft.com/office/drawing/2014/main" id="{432EEA98-455B-4933-8CA6-23456EABF56B}"/>
              </a:ext>
            </a:extLst>
          </p:cNvPr>
          <p:cNvSpPr>
            <a:spLocks noGrp="1"/>
          </p:cNvSpPr>
          <p:nvPr/>
        </p:nvSpPr>
        <p:spPr>
          <a:xfrm>
            <a:off x="58204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c/pca-SPRSound-385">
            <a:extLst>
              <a:ext uri="{FF2B5EF4-FFF2-40B4-BE49-F238E27FC236}">
                <a16:creationId xmlns:a16="http://schemas.microsoft.com/office/drawing/2014/main" id="{BA83F3EC-9541-4A2A-A6C8-59EF04F07F72}"/>
              </a:ext>
            </a:extLst>
          </p:cNvPr>
          <p:cNvSpPr>
            <a:spLocks noGrp="1"/>
          </p:cNvSpPr>
          <p:nvPr/>
        </p:nvSpPr>
        <p:spPr>
          <a:xfrm>
            <a:off x="58012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c/pca-SPRSound-386">
            <a:extLst>
              <a:ext uri="{FF2B5EF4-FFF2-40B4-BE49-F238E27FC236}">
                <a16:creationId xmlns:a16="http://schemas.microsoft.com/office/drawing/2014/main" id="{56C21155-83FE-4E4E-919C-CC8957FEF557}"/>
              </a:ext>
            </a:extLst>
          </p:cNvPr>
          <p:cNvSpPr>
            <a:spLocks noGrp="1"/>
          </p:cNvSpPr>
          <p:nvPr/>
        </p:nvSpPr>
        <p:spPr>
          <a:xfrm>
            <a:off x="58124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c/pca-SPRSound-387">
            <a:extLst>
              <a:ext uri="{FF2B5EF4-FFF2-40B4-BE49-F238E27FC236}">
                <a16:creationId xmlns:a16="http://schemas.microsoft.com/office/drawing/2014/main" id="{BFA128B3-61A3-4444-99AC-CC497A4B4764}"/>
              </a:ext>
            </a:extLst>
          </p:cNvPr>
          <p:cNvSpPr>
            <a:spLocks noGrp="1"/>
          </p:cNvSpPr>
          <p:nvPr/>
        </p:nvSpPr>
        <p:spPr>
          <a:xfrm>
            <a:off x="57896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c/pca-SPRSound-388">
            <a:extLst>
              <a:ext uri="{FF2B5EF4-FFF2-40B4-BE49-F238E27FC236}">
                <a16:creationId xmlns:a16="http://schemas.microsoft.com/office/drawing/2014/main" id="{3B7CFDC1-C8F4-4C95-83CC-48C92F233AC7}"/>
              </a:ext>
            </a:extLst>
          </p:cNvPr>
          <p:cNvSpPr>
            <a:spLocks noGrp="1"/>
          </p:cNvSpPr>
          <p:nvPr/>
        </p:nvSpPr>
        <p:spPr>
          <a:xfrm>
            <a:off x="58347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c/pca-SPRSound-389">
            <a:extLst>
              <a:ext uri="{FF2B5EF4-FFF2-40B4-BE49-F238E27FC236}">
                <a16:creationId xmlns:a16="http://schemas.microsoft.com/office/drawing/2014/main" id="{C3F91C30-9EDF-4825-B135-10DB9590DF8B}"/>
              </a:ext>
            </a:extLst>
          </p:cNvPr>
          <p:cNvSpPr>
            <a:spLocks noGrp="1"/>
          </p:cNvSpPr>
          <p:nvPr/>
        </p:nvSpPr>
        <p:spPr>
          <a:xfrm>
            <a:off x="58080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c/pca-SPRSound-390">
            <a:extLst>
              <a:ext uri="{FF2B5EF4-FFF2-40B4-BE49-F238E27FC236}">
                <a16:creationId xmlns:a16="http://schemas.microsoft.com/office/drawing/2014/main" id="{DE614A62-194F-42CA-A6D6-33EF3CD0B2DF}"/>
              </a:ext>
            </a:extLst>
          </p:cNvPr>
          <p:cNvSpPr>
            <a:spLocks noGrp="1"/>
          </p:cNvSpPr>
          <p:nvPr/>
        </p:nvSpPr>
        <p:spPr>
          <a:xfrm>
            <a:off x="57987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c/pca-SPRSound-391">
            <a:extLst>
              <a:ext uri="{FF2B5EF4-FFF2-40B4-BE49-F238E27FC236}">
                <a16:creationId xmlns:a16="http://schemas.microsoft.com/office/drawing/2014/main" id="{1086154D-BF9A-4648-8613-F3BBF6F5B63C}"/>
              </a:ext>
            </a:extLst>
          </p:cNvPr>
          <p:cNvSpPr>
            <a:spLocks noGrp="1"/>
          </p:cNvSpPr>
          <p:nvPr/>
        </p:nvSpPr>
        <p:spPr>
          <a:xfrm>
            <a:off x="57943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c/pca-SPRSound-392">
            <a:extLst>
              <a:ext uri="{FF2B5EF4-FFF2-40B4-BE49-F238E27FC236}">
                <a16:creationId xmlns:a16="http://schemas.microsoft.com/office/drawing/2014/main" id="{306CC797-A92E-415F-887E-AE1A761ED1CA}"/>
              </a:ext>
            </a:extLst>
          </p:cNvPr>
          <p:cNvSpPr>
            <a:spLocks noGrp="1"/>
          </p:cNvSpPr>
          <p:nvPr/>
        </p:nvSpPr>
        <p:spPr>
          <a:xfrm>
            <a:off x="58349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c/pca-SPRSound-393">
            <a:extLst>
              <a:ext uri="{FF2B5EF4-FFF2-40B4-BE49-F238E27FC236}">
                <a16:creationId xmlns:a16="http://schemas.microsoft.com/office/drawing/2014/main" id="{6AC927CB-1319-4874-A024-6D03D58E566F}"/>
              </a:ext>
            </a:extLst>
          </p:cNvPr>
          <p:cNvSpPr>
            <a:spLocks noGrp="1"/>
          </p:cNvSpPr>
          <p:nvPr/>
        </p:nvSpPr>
        <p:spPr>
          <a:xfrm>
            <a:off x="58544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c/pca-SPRSound-394">
            <a:extLst>
              <a:ext uri="{FF2B5EF4-FFF2-40B4-BE49-F238E27FC236}">
                <a16:creationId xmlns:a16="http://schemas.microsoft.com/office/drawing/2014/main" id="{87471768-BD01-4B2C-9FD7-AC0BE42C1955}"/>
              </a:ext>
            </a:extLst>
          </p:cNvPr>
          <p:cNvSpPr>
            <a:spLocks noGrp="1"/>
          </p:cNvSpPr>
          <p:nvPr/>
        </p:nvSpPr>
        <p:spPr>
          <a:xfrm>
            <a:off x="58330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c/pca-SPRSound-395">
            <a:extLst>
              <a:ext uri="{FF2B5EF4-FFF2-40B4-BE49-F238E27FC236}">
                <a16:creationId xmlns:a16="http://schemas.microsoft.com/office/drawing/2014/main" id="{11C865DF-2CEB-44AB-A0EB-BBA2A19D443F}"/>
              </a:ext>
            </a:extLst>
          </p:cNvPr>
          <p:cNvSpPr>
            <a:spLocks noGrp="1"/>
          </p:cNvSpPr>
          <p:nvPr/>
        </p:nvSpPr>
        <p:spPr>
          <a:xfrm>
            <a:off x="57148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c/pca-SPRSound-396">
            <a:extLst>
              <a:ext uri="{FF2B5EF4-FFF2-40B4-BE49-F238E27FC236}">
                <a16:creationId xmlns:a16="http://schemas.microsoft.com/office/drawing/2014/main" id="{5A43D802-1013-4312-8CD9-ABAED499B9EB}"/>
              </a:ext>
            </a:extLst>
          </p:cNvPr>
          <p:cNvSpPr>
            <a:spLocks noGrp="1"/>
          </p:cNvSpPr>
          <p:nvPr/>
        </p:nvSpPr>
        <p:spPr>
          <a:xfrm>
            <a:off x="58047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c/pca-SPRSound-397">
            <a:extLst>
              <a:ext uri="{FF2B5EF4-FFF2-40B4-BE49-F238E27FC236}">
                <a16:creationId xmlns:a16="http://schemas.microsoft.com/office/drawing/2014/main" id="{7319915A-5E35-44AF-9AE9-689BE1CC7EBB}"/>
              </a:ext>
            </a:extLst>
          </p:cNvPr>
          <p:cNvSpPr>
            <a:spLocks noGrp="1"/>
          </p:cNvSpPr>
          <p:nvPr/>
        </p:nvSpPr>
        <p:spPr>
          <a:xfrm>
            <a:off x="58375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c/pca-SPRSound-398">
            <a:extLst>
              <a:ext uri="{FF2B5EF4-FFF2-40B4-BE49-F238E27FC236}">
                <a16:creationId xmlns:a16="http://schemas.microsoft.com/office/drawing/2014/main" id="{087ABA93-2FF9-4A2A-81F3-DA642EDB1B16}"/>
              </a:ext>
            </a:extLst>
          </p:cNvPr>
          <p:cNvSpPr>
            <a:spLocks noGrp="1"/>
          </p:cNvSpPr>
          <p:nvPr/>
        </p:nvSpPr>
        <p:spPr>
          <a:xfrm>
            <a:off x="57773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c/pca-SPRSound-399">
            <a:extLst>
              <a:ext uri="{FF2B5EF4-FFF2-40B4-BE49-F238E27FC236}">
                <a16:creationId xmlns:a16="http://schemas.microsoft.com/office/drawing/2014/main" id="{58A79757-D02E-49EC-AFC2-C2BBE19173BA}"/>
              </a:ext>
            </a:extLst>
          </p:cNvPr>
          <p:cNvSpPr>
            <a:spLocks noGrp="1"/>
          </p:cNvSpPr>
          <p:nvPr/>
        </p:nvSpPr>
        <p:spPr>
          <a:xfrm>
            <a:off x="58525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c/pca-SPRSound-400">
            <a:extLst>
              <a:ext uri="{FF2B5EF4-FFF2-40B4-BE49-F238E27FC236}">
                <a16:creationId xmlns:a16="http://schemas.microsoft.com/office/drawing/2014/main" id="{01A59161-6880-4EE0-B5AC-3A82D0D9A586}"/>
              </a:ext>
            </a:extLst>
          </p:cNvPr>
          <p:cNvSpPr>
            <a:spLocks noGrp="1"/>
          </p:cNvSpPr>
          <p:nvPr/>
        </p:nvSpPr>
        <p:spPr>
          <a:xfrm>
            <a:off x="57506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c/pca-SPRSound-401">
            <a:extLst>
              <a:ext uri="{FF2B5EF4-FFF2-40B4-BE49-F238E27FC236}">
                <a16:creationId xmlns:a16="http://schemas.microsoft.com/office/drawing/2014/main" id="{A5ABFCC7-FB1F-414C-8AEF-D9735DFAB769}"/>
              </a:ext>
            </a:extLst>
          </p:cNvPr>
          <p:cNvSpPr>
            <a:spLocks noGrp="1"/>
          </p:cNvSpPr>
          <p:nvPr/>
        </p:nvSpPr>
        <p:spPr>
          <a:xfrm>
            <a:off x="58050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c/pca-SPRSound-402">
            <a:extLst>
              <a:ext uri="{FF2B5EF4-FFF2-40B4-BE49-F238E27FC236}">
                <a16:creationId xmlns:a16="http://schemas.microsoft.com/office/drawing/2014/main" id="{E306649B-EA58-4845-914E-246C85058FCD}"/>
              </a:ext>
            </a:extLst>
          </p:cNvPr>
          <p:cNvSpPr>
            <a:spLocks noGrp="1"/>
          </p:cNvSpPr>
          <p:nvPr/>
        </p:nvSpPr>
        <p:spPr>
          <a:xfrm>
            <a:off x="58271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c/pca-SPRSound-403">
            <a:extLst>
              <a:ext uri="{FF2B5EF4-FFF2-40B4-BE49-F238E27FC236}">
                <a16:creationId xmlns:a16="http://schemas.microsoft.com/office/drawing/2014/main" id="{09E51460-736E-4D67-9F8D-3D9E50A52829}"/>
              </a:ext>
            </a:extLst>
          </p:cNvPr>
          <p:cNvSpPr>
            <a:spLocks noGrp="1"/>
          </p:cNvSpPr>
          <p:nvPr/>
        </p:nvSpPr>
        <p:spPr>
          <a:xfrm>
            <a:off x="57679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c/pca-SPRSound-404">
            <a:extLst>
              <a:ext uri="{FF2B5EF4-FFF2-40B4-BE49-F238E27FC236}">
                <a16:creationId xmlns:a16="http://schemas.microsoft.com/office/drawing/2014/main" id="{5DB01B88-FC0E-4ACC-A004-72E13F924198}"/>
              </a:ext>
            </a:extLst>
          </p:cNvPr>
          <p:cNvSpPr>
            <a:spLocks noGrp="1"/>
          </p:cNvSpPr>
          <p:nvPr/>
        </p:nvSpPr>
        <p:spPr>
          <a:xfrm>
            <a:off x="58057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c/pca-SPRSound-405">
            <a:extLst>
              <a:ext uri="{FF2B5EF4-FFF2-40B4-BE49-F238E27FC236}">
                <a16:creationId xmlns:a16="http://schemas.microsoft.com/office/drawing/2014/main" id="{988AAAF1-8E41-4750-9781-F281B7824F84}"/>
              </a:ext>
            </a:extLst>
          </p:cNvPr>
          <p:cNvSpPr>
            <a:spLocks noGrp="1"/>
          </p:cNvSpPr>
          <p:nvPr/>
        </p:nvSpPr>
        <p:spPr>
          <a:xfrm>
            <a:off x="57957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c/pca-SPRSound-406">
            <a:extLst>
              <a:ext uri="{FF2B5EF4-FFF2-40B4-BE49-F238E27FC236}">
                <a16:creationId xmlns:a16="http://schemas.microsoft.com/office/drawing/2014/main" id="{E204B582-ECB3-47B1-A0FA-7D57801297CB}"/>
              </a:ext>
            </a:extLst>
          </p:cNvPr>
          <p:cNvSpPr>
            <a:spLocks noGrp="1"/>
          </p:cNvSpPr>
          <p:nvPr/>
        </p:nvSpPr>
        <p:spPr>
          <a:xfrm>
            <a:off x="58532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c/pca-SPRSound-407">
            <a:extLst>
              <a:ext uri="{FF2B5EF4-FFF2-40B4-BE49-F238E27FC236}">
                <a16:creationId xmlns:a16="http://schemas.microsoft.com/office/drawing/2014/main" id="{40BA19B0-3FE4-4CE6-9ED7-F8CD88D64888}"/>
              </a:ext>
            </a:extLst>
          </p:cNvPr>
          <p:cNvSpPr>
            <a:spLocks noGrp="1"/>
          </p:cNvSpPr>
          <p:nvPr/>
        </p:nvSpPr>
        <p:spPr>
          <a:xfrm>
            <a:off x="57967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c/pca-SPRSound-408">
            <a:extLst>
              <a:ext uri="{FF2B5EF4-FFF2-40B4-BE49-F238E27FC236}">
                <a16:creationId xmlns:a16="http://schemas.microsoft.com/office/drawing/2014/main" id="{23DAC568-DBBE-4D66-A284-AD3336FE3134}"/>
              </a:ext>
            </a:extLst>
          </p:cNvPr>
          <p:cNvSpPr>
            <a:spLocks noGrp="1"/>
          </p:cNvSpPr>
          <p:nvPr/>
        </p:nvSpPr>
        <p:spPr>
          <a:xfrm>
            <a:off x="58078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c/pca-SPRSound-409">
            <a:extLst>
              <a:ext uri="{FF2B5EF4-FFF2-40B4-BE49-F238E27FC236}">
                <a16:creationId xmlns:a16="http://schemas.microsoft.com/office/drawing/2014/main" id="{A9CF1B30-F5FF-44BB-8101-2113BE078048}"/>
              </a:ext>
            </a:extLst>
          </p:cNvPr>
          <p:cNvSpPr>
            <a:spLocks noGrp="1"/>
          </p:cNvSpPr>
          <p:nvPr/>
        </p:nvSpPr>
        <p:spPr>
          <a:xfrm>
            <a:off x="57632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c/pca-SPRSound-410">
            <a:extLst>
              <a:ext uri="{FF2B5EF4-FFF2-40B4-BE49-F238E27FC236}">
                <a16:creationId xmlns:a16="http://schemas.microsoft.com/office/drawing/2014/main" id="{6F258AE2-A312-4E1D-A16E-F35CDDED8E2D}"/>
              </a:ext>
            </a:extLst>
          </p:cNvPr>
          <p:cNvSpPr>
            <a:spLocks noGrp="1"/>
          </p:cNvSpPr>
          <p:nvPr/>
        </p:nvSpPr>
        <p:spPr>
          <a:xfrm>
            <a:off x="58260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c/pca-SPRSound-411">
            <a:extLst>
              <a:ext uri="{FF2B5EF4-FFF2-40B4-BE49-F238E27FC236}">
                <a16:creationId xmlns:a16="http://schemas.microsoft.com/office/drawing/2014/main" id="{91E67358-F270-450E-8C8E-9F7898E9254D}"/>
              </a:ext>
            </a:extLst>
          </p:cNvPr>
          <p:cNvSpPr>
            <a:spLocks noGrp="1"/>
          </p:cNvSpPr>
          <p:nvPr/>
        </p:nvSpPr>
        <p:spPr>
          <a:xfrm>
            <a:off x="58346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c/pca-SPRSound-412">
            <a:extLst>
              <a:ext uri="{FF2B5EF4-FFF2-40B4-BE49-F238E27FC236}">
                <a16:creationId xmlns:a16="http://schemas.microsoft.com/office/drawing/2014/main" id="{98AEE16F-D26A-4827-B204-FCE825AB44D7}"/>
              </a:ext>
            </a:extLst>
          </p:cNvPr>
          <p:cNvSpPr>
            <a:spLocks noGrp="1"/>
          </p:cNvSpPr>
          <p:nvPr/>
        </p:nvSpPr>
        <p:spPr>
          <a:xfrm>
            <a:off x="58181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c/pca-SPRSound-413">
            <a:extLst>
              <a:ext uri="{FF2B5EF4-FFF2-40B4-BE49-F238E27FC236}">
                <a16:creationId xmlns:a16="http://schemas.microsoft.com/office/drawing/2014/main" id="{3720FB29-4C46-47CB-A4E6-F0257427A07B}"/>
              </a:ext>
            </a:extLst>
          </p:cNvPr>
          <p:cNvSpPr>
            <a:spLocks noGrp="1"/>
          </p:cNvSpPr>
          <p:nvPr/>
        </p:nvSpPr>
        <p:spPr>
          <a:xfrm>
            <a:off x="58175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c/pca-SPRSound-414">
            <a:extLst>
              <a:ext uri="{FF2B5EF4-FFF2-40B4-BE49-F238E27FC236}">
                <a16:creationId xmlns:a16="http://schemas.microsoft.com/office/drawing/2014/main" id="{1EE673F9-68D5-4F15-A140-D8E16CC81634}"/>
              </a:ext>
            </a:extLst>
          </p:cNvPr>
          <p:cNvSpPr>
            <a:spLocks noGrp="1"/>
          </p:cNvSpPr>
          <p:nvPr/>
        </p:nvSpPr>
        <p:spPr>
          <a:xfrm>
            <a:off x="58766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c/pca-SPRSound-415">
            <a:extLst>
              <a:ext uri="{FF2B5EF4-FFF2-40B4-BE49-F238E27FC236}">
                <a16:creationId xmlns:a16="http://schemas.microsoft.com/office/drawing/2014/main" id="{471CE022-BDBF-432D-8326-95FDB7E521AA}"/>
              </a:ext>
            </a:extLst>
          </p:cNvPr>
          <p:cNvSpPr>
            <a:spLocks noGrp="1"/>
          </p:cNvSpPr>
          <p:nvPr/>
        </p:nvSpPr>
        <p:spPr>
          <a:xfrm>
            <a:off x="58058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c/pca-SPRSound-416">
            <a:extLst>
              <a:ext uri="{FF2B5EF4-FFF2-40B4-BE49-F238E27FC236}">
                <a16:creationId xmlns:a16="http://schemas.microsoft.com/office/drawing/2014/main" id="{BEB09A74-2140-45E0-9D64-A9030D8C54BB}"/>
              </a:ext>
            </a:extLst>
          </p:cNvPr>
          <p:cNvSpPr>
            <a:spLocks noGrp="1"/>
          </p:cNvSpPr>
          <p:nvPr/>
        </p:nvSpPr>
        <p:spPr>
          <a:xfrm>
            <a:off x="58105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c/pca-SPRSound-417">
            <a:extLst>
              <a:ext uri="{FF2B5EF4-FFF2-40B4-BE49-F238E27FC236}">
                <a16:creationId xmlns:a16="http://schemas.microsoft.com/office/drawing/2014/main" id="{61A6A223-9D7F-440D-93A3-C24C18F9A00C}"/>
              </a:ext>
            </a:extLst>
          </p:cNvPr>
          <p:cNvSpPr>
            <a:spLocks noGrp="1"/>
          </p:cNvSpPr>
          <p:nvPr/>
        </p:nvSpPr>
        <p:spPr>
          <a:xfrm>
            <a:off x="58120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c/pca-SPRSound-418">
            <a:extLst>
              <a:ext uri="{FF2B5EF4-FFF2-40B4-BE49-F238E27FC236}">
                <a16:creationId xmlns:a16="http://schemas.microsoft.com/office/drawing/2014/main" id="{A67DBC39-CEB0-412D-9E82-7E1F19EE26F6}"/>
              </a:ext>
            </a:extLst>
          </p:cNvPr>
          <p:cNvSpPr>
            <a:spLocks noGrp="1"/>
          </p:cNvSpPr>
          <p:nvPr/>
        </p:nvSpPr>
        <p:spPr>
          <a:xfrm>
            <a:off x="57981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c/pca-SPRSound-419">
            <a:extLst>
              <a:ext uri="{FF2B5EF4-FFF2-40B4-BE49-F238E27FC236}">
                <a16:creationId xmlns:a16="http://schemas.microsoft.com/office/drawing/2014/main" id="{03ED2502-4BE9-4083-9CF7-D5746797DA69}"/>
              </a:ext>
            </a:extLst>
          </p:cNvPr>
          <p:cNvSpPr>
            <a:spLocks noGrp="1"/>
          </p:cNvSpPr>
          <p:nvPr/>
        </p:nvSpPr>
        <p:spPr>
          <a:xfrm>
            <a:off x="58224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c/pca-SPRSound-420">
            <a:extLst>
              <a:ext uri="{FF2B5EF4-FFF2-40B4-BE49-F238E27FC236}">
                <a16:creationId xmlns:a16="http://schemas.microsoft.com/office/drawing/2014/main" id="{F899F701-20A3-4C3B-83F5-876D9798249C}"/>
              </a:ext>
            </a:extLst>
          </p:cNvPr>
          <p:cNvSpPr>
            <a:spLocks noGrp="1"/>
          </p:cNvSpPr>
          <p:nvPr/>
        </p:nvSpPr>
        <p:spPr>
          <a:xfrm>
            <a:off x="58919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c/pca-SPRSound-421">
            <a:extLst>
              <a:ext uri="{FF2B5EF4-FFF2-40B4-BE49-F238E27FC236}">
                <a16:creationId xmlns:a16="http://schemas.microsoft.com/office/drawing/2014/main" id="{C0D1665C-7546-48B2-A11A-948D3E16475B}"/>
              </a:ext>
            </a:extLst>
          </p:cNvPr>
          <p:cNvSpPr>
            <a:spLocks noGrp="1"/>
          </p:cNvSpPr>
          <p:nvPr/>
        </p:nvSpPr>
        <p:spPr>
          <a:xfrm>
            <a:off x="58101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c/pca-SPRSound-422">
            <a:extLst>
              <a:ext uri="{FF2B5EF4-FFF2-40B4-BE49-F238E27FC236}">
                <a16:creationId xmlns:a16="http://schemas.microsoft.com/office/drawing/2014/main" id="{0A880D91-E557-48C9-A269-16D1DBF4E901}"/>
              </a:ext>
            </a:extLst>
          </p:cNvPr>
          <p:cNvSpPr>
            <a:spLocks noGrp="1"/>
          </p:cNvSpPr>
          <p:nvPr/>
        </p:nvSpPr>
        <p:spPr>
          <a:xfrm>
            <a:off x="57865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c/pca-SPRSound-423">
            <a:extLst>
              <a:ext uri="{FF2B5EF4-FFF2-40B4-BE49-F238E27FC236}">
                <a16:creationId xmlns:a16="http://schemas.microsoft.com/office/drawing/2014/main" id="{E4816730-30DC-4A5A-9434-9049DF97DFFC}"/>
              </a:ext>
            </a:extLst>
          </p:cNvPr>
          <p:cNvSpPr>
            <a:spLocks noGrp="1"/>
          </p:cNvSpPr>
          <p:nvPr/>
        </p:nvSpPr>
        <p:spPr>
          <a:xfrm>
            <a:off x="58445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c/pca-SPRSound-424">
            <a:extLst>
              <a:ext uri="{FF2B5EF4-FFF2-40B4-BE49-F238E27FC236}">
                <a16:creationId xmlns:a16="http://schemas.microsoft.com/office/drawing/2014/main" id="{F1BEF717-8D0D-4630-AF1D-E23E9F4F00BB}"/>
              </a:ext>
            </a:extLst>
          </p:cNvPr>
          <p:cNvSpPr>
            <a:spLocks noGrp="1"/>
          </p:cNvSpPr>
          <p:nvPr/>
        </p:nvSpPr>
        <p:spPr>
          <a:xfrm>
            <a:off x="58969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c/pca-SPRSound-425">
            <a:extLst>
              <a:ext uri="{FF2B5EF4-FFF2-40B4-BE49-F238E27FC236}">
                <a16:creationId xmlns:a16="http://schemas.microsoft.com/office/drawing/2014/main" id="{307298FA-0904-478C-BDF2-BF8AAD19B44B}"/>
              </a:ext>
            </a:extLst>
          </p:cNvPr>
          <p:cNvSpPr>
            <a:spLocks noGrp="1"/>
          </p:cNvSpPr>
          <p:nvPr/>
        </p:nvSpPr>
        <p:spPr>
          <a:xfrm>
            <a:off x="58329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c/pca-SPRSound-426">
            <a:extLst>
              <a:ext uri="{FF2B5EF4-FFF2-40B4-BE49-F238E27FC236}">
                <a16:creationId xmlns:a16="http://schemas.microsoft.com/office/drawing/2014/main" id="{975937BE-6535-47DD-9EE1-A8FF3578240C}"/>
              </a:ext>
            </a:extLst>
          </p:cNvPr>
          <p:cNvSpPr>
            <a:spLocks noGrp="1"/>
          </p:cNvSpPr>
          <p:nvPr/>
        </p:nvSpPr>
        <p:spPr>
          <a:xfrm>
            <a:off x="58345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c/pca-SPRSound-427">
            <a:extLst>
              <a:ext uri="{FF2B5EF4-FFF2-40B4-BE49-F238E27FC236}">
                <a16:creationId xmlns:a16="http://schemas.microsoft.com/office/drawing/2014/main" id="{A5EBEFEE-D30D-4815-A2B5-FDC4A89F1124}"/>
              </a:ext>
            </a:extLst>
          </p:cNvPr>
          <p:cNvSpPr>
            <a:spLocks noGrp="1"/>
          </p:cNvSpPr>
          <p:nvPr/>
        </p:nvSpPr>
        <p:spPr>
          <a:xfrm>
            <a:off x="57976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c/pca-SPRSound-428">
            <a:extLst>
              <a:ext uri="{FF2B5EF4-FFF2-40B4-BE49-F238E27FC236}">
                <a16:creationId xmlns:a16="http://schemas.microsoft.com/office/drawing/2014/main" id="{2BD61314-E3C9-4D16-8884-B99129BD845F}"/>
              </a:ext>
            </a:extLst>
          </p:cNvPr>
          <p:cNvSpPr>
            <a:spLocks noGrp="1"/>
          </p:cNvSpPr>
          <p:nvPr/>
        </p:nvSpPr>
        <p:spPr>
          <a:xfrm>
            <a:off x="58183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c/pca-SPRSound-429">
            <a:extLst>
              <a:ext uri="{FF2B5EF4-FFF2-40B4-BE49-F238E27FC236}">
                <a16:creationId xmlns:a16="http://schemas.microsoft.com/office/drawing/2014/main" id="{21CB2589-594A-4685-9DAD-83381B983E34}"/>
              </a:ext>
            </a:extLst>
          </p:cNvPr>
          <p:cNvSpPr>
            <a:spLocks noGrp="1"/>
          </p:cNvSpPr>
          <p:nvPr/>
        </p:nvSpPr>
        <p:spPr>
          <a:xfrm>
            <a:off x="57809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c/pca-SPRSound-430">
            <a:extLst>
              <a:ext uri="{FF2B5EF4-FFF2-40B4-BE49-F238E27FC236}">
                <a16:creationId xmlns:a16="http://schemas.microsoft.com/office/drawing/2014/main" id="{CFFCDF63-FE48-4658-9505-104FF74AA6AB}"/>
              </a:ext>
            </a:extLst>
          </p:cNvPr>
          <p:cNvSpPr>
            <a:spLocks noGrp="1"/>
          </p:cNvSpPr>
          <p:nvPr/>
        </p:nvSpPr>
        <p:spPr>
          <a:xfrm>
            <a:off x="58277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c/pca-SPRSound-431">
            <a:extLst>
              <a:ext uri="{FF2B5EF4-FFF2-40B4-BE49-F238E27FC236}">
                <a16:creationId xmlns:a16="http://schemas.microsoft.com/office/drawing/2014/main" id="{04C51821-CC6B-4A8B-8562-6ED6FECD55F7}"/>
              </a:ext>
            </a:extLst>
          </p:cNvPr>
          <p:cNvSpPr>
            <a:spLocks noGrp="1"/>
          </p:cNvSpPr>
          <p:nvPr/>
        </p:nvSpPr>
        <p:spPr>
          <a:xfrm>
            <a:off x="57473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c/pca-SPRSound-432">
            <a:extLst>
              <a:ext uri="{FF2B5EF4-FFF2-40B4-BE49-F238E27FC236}">
                <a16:creationId xmlns:a16="http://schemas.microsoft.com/office/drawing/2014/main" id="{3DDDEE58-C9F9-4995-8DB4-3F9AF8055617}"/>
              </a:ext>
            </a:extLst>
          </p:cNvPr>
          <p:cNvSpPr>
            <a:spLocks noGrp="1"/>
          </p:cNvSpPr>
          <p:nvPr/>
        </p:nvSpPr>
        <p:spPr>
          <a:xfrm>
            <a:off x="58228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c/pca-SPRSound-433">
            <a:extLst>
              <a:ext uri="{FF2B5EF4-FFF2-40B4-BE49-F238E27FC236}">
                <a16:creationId xmlns:a16="http://schemas.microsoft.com/office/drawing/2014/main" id="{D080377A-B72A-4079-802D-1CFFDB11F8B7}"/>
              </a:ext>
            </a:extLst>
          </p:cNvPr>
          <p:cNvSpPr>
            <a:spLocks noGrp="1"/>
          </p:cNvSpPr>
          <p:nvPr/>
        </p:nvSpPr>
        <p:spPr>
          <a:xfrm>
            <a:off x="58397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c/pca-SPRSound-434">
            <a:extLst>
              <a:ext uri="{FF2B5EF4-FFF2-40B4-BE49-F238E27FC236}">
                <a16:creationId xmlns:a16="http://schemas.microsoft.com/office/drawing/2014/main" id="{45B374F8-AFBC-47FF-A619-55879D4B0568}"/>
              </a:ext>
            </a:extLst>
          </p:cNvPr>
          <p:cNvSpPr>
            <a:spLocks noGrp="1"/>
          </p:cNvSpPr>
          <p:nvPr/>
        </p:nvSpPr>
        <p:spPr>
          <a:xfrm>
            <a:off x="58080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c/pca-SPRSound-435">
            <a:extLst>
              <a:ext uri="{FF2B5EF4-FFF2-40B4-BE49-F238E27FC236}">
                <a16:creationId xmlns:a16="http://schemas.microsoft.com/office/drawing/2014/main" id="{333DA28D-D786-4BFC-BC53-EDE28BACAAE1}"/>
              </a:ext>
            </a:extLst>
          </p:cNvPr>
          <p:cNvSpPr>
            <a:spLocks noGrp="1"/>
          </p:cNvSpPr>
          <p:nvPr/>
        </p:nvSpPr>
        <p:spPr>
          <a:xfrm>
            <a:off x="59263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c/pca-SPRSound-436">
            <a:extLst>
              <a:ext uri="{FF2B5EF4-FFF2-40B4-BE49-F238E27FC236}">
                <a16:creationId xmlns:a16="http://schemas.microsoft.com/office/drawing/2014/main" id="{6FE50D5B-99DD-422B-9CE1-963ABD4BE008}"/>
              </a:ext>
            </a:extLst>
          </p:cNvPr>
          <p:cNvSpPr>
            <a:spLocks noGrp="1"/>
          </p:cNvSpPr>
          <p:nvPr/>
        </p:nvSpPr>
        <p:spPr>
          <a:xfrm>
            <a:off x="57689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c/pca-SPRSound-437">
            <a:extLst>
              <a:ext uri="{FF2B5EF4-FFF2-40B4-BE49-F238E27FC236}">
                <a16:creationId xmlns:a16="http://schemas.microsoft.com/office/drawing/2014/main" id="{B2ABCCB7-5A4F-4567-8F18-577D5DC99485}"/>
              </a:ext>
            </a:extLst>
          </p:cNvPr>
          <p:cNvSpPr>
            <a:spLocks noGrp="1"/>
          </p:cNvSpPr>
          <p:nvPr/>
        </p:nvSpPr>
        <p:spPr>
          <a:xfrm>
            <a:off x="58044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c/pca-SPRSound-438">
            <a:extLst>
              <a:ext uri="{FF2B5EF4-FFF2-40B4-BE49-F238E27FC236}">
                <a16:creationId xmlns:a16="http://schemas.microsoft.com/office/drawing/2014/main" id="{566C2ACF-64E6-45B6-8BA0-3676699348F4}"/>
              </a:ext>
            </a:extLst>
          </p:cNvPr>
          <p:cNvSpPr>
            <a:spLocks noGrp="1"/>
          </p:cNvSpPr>
          <p:nvPr/>
        </p:nvSpPr>
        <p:spPr>
          <a:xfrm>
            <a:off x="58090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c/pca-SPRSound-439">
            <a:extLst>
              <a:ext uri="{FF2B5EF4-FFF2-40B4-BE49-F238E27FC236}">
                <a16:creationId xmlns:a16="http://schemas.microsoft.com/office/drawing/2014/main" id="{E3D022F2-454C-408B-877B-D90A0537EA30}"/>
              </a:ext>
            </a:extLst>
          </p:cNvPr>
          <p:cNvSpPr>
            <a:spLocks noGrp="1"/>
          </p:cNvSpPr>
          <p:nvPr/>
        </p:nvSpPr>
        <p:spPr>
          <a:xfrm>
            <a:off x="57917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c/pca-SPRSound-440">
            <a:extLst>
              <a:ext uri="{FF2B5EF4-FFF2-40B4-BE49-F238E27FC236}">
                <a16:creationId xmlns:a16="http://schemas.microsoft.com/office/drawing/2014/main" id="{B6410315-B288-4494-B9E5-A1CC1B99696E}"/>
              </a:ext>
            </a:extLst>
          </p:cNvPr>
          <p:cNvSpPr>
            <a:spLocks noGrp="1"/>
          </p:cNvSpPr>
          <p:nvPr/>
        </p:nvSpPr>
        <p:spPr>
          <a:xfrm>
            <a:off x="57954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c/pca-SPRSound-441">
            <a:extLst>
              <a:ext uri="{FF2B5EF4-FFF2-40B4-BE49-F238E27FC236}">
                <a16:creationId xmlns:a16="http://schemas.microsoft.com/office/drawing/2014/main" id="{32171D5C-18DC-460B-979B-758896637E2A}"/>
              </a:ext>
            </a:extLst>
          </p:cNvPr>
          <p:cNvSpPr>
            <a:spLocks noGrp="1"/>
          </p:cNvSpPr>
          <p:nvPr/>
        </p:nvSpPr>
        <p:spPr>
          <a:xfrm>
            <a:off x="58514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c/pca-SPRSound-442">
            <a:extLst>
              <a:ext uri="{FF2B5EF4-FFF2-40B4-BE49-F238E27FC236}">
                <a16:creationId xmlns:a16="http://schemas.microsoft.com/office/drawing/2014/main" id="{09635FD9-94FC-4370-A2BE-E094BA50D74B}"/>
              </a:ext>
            </a:extLst>
          </p:cNvPr>
          <p:cNvSpPr>
            <a:spLocks noGrp="1"/>
          </p:cNvSpPr>
          <p:nvPr/>
        </p:nvSpPr>
        <p:spPr>
          <a:xfrm>
            <a:off x="58211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c/pca-SPRSound-443">
            <a:extLst>
              <a:ext uri="{FF2B5EF4-FFF2-40B4-BE49-F238E27FC236}">
                <a16:creationId xmlns:a16="http://schemas.microsoft.com/office/drawing/2014/main" id="{1FFA040D-CE7C-48C4-8CBE-5ADA07AAB163}"/>
              </a:ext>
            </a:extLst>
          </p:cNvPr>
          <p:cNvSpPr>
            <a:spLocks noGrp="1"/>
          </p:cNvSpPr>
          <p:nvPr/>
        </p:nvSpPr>
        <p:spPr>
          <a:xfrm>
            <a:off x="58344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c/pca-SPRSound-444">
            <a:extLst>
              <a:ext uri="{FF2B5EF4-FFF2-40B4-BE49-F238E27FC236}">
                <a16:creationId xmlns:a16="http://schemas.microsoft.com/office/drawing/2014/main" id="{9A9CA997-DBBD-4C25-9E27-9F71466ABBFA}"/>
              </a:ext>
            </a:extLst>
          </p:cNvPr>
          <p:cNvSpPr>
            <a:spLocks noGrp="1"/>
          </p:cNvSpPr>
          <p:nvPr/>
        </p:nvSpPr>
        <p:spPr>
          <a:xfrm>
            <a:off x="58823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c/pca-SPRSound-445">
            <a:extLst>
              <a:ext uri="{FF2B5EF4-FFF2-40B4-BE49-F238E27FC236}">
                <a16:creationId xmlns:a16="http://schemas.microsoft.com/office/drawing/2014/main" id="{055B8618-A311-4ECD-A2A4-67FCB10E4485}"/>
              </a:ext>
            </a:extLst>
          </p:cNvPr>
          <p:cNvSpPr>
            <a:spLocks noGrp="1"/>
          </p:cNvSpPr>
          <p:nvPr/>
        </p:nvSpPr>
        <p:spPr>
          <a:xfrm>
            <a:off x="57936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c/pca-SPRSound-446">
            <a:extLst>
              <a:ext uri="{FF2B5EF4-FFF2-40B4-BE49-F238E27FC236}">
                <a16:creationId xmlns:a16="http://schemas.microsoft.com/office/drawing/2014/main" id="{DAF418DB-17B5-4D72-B964-2259839B9225}"/>
              </a:ext>
            </a:extLst>
          </p:cNvPr>
          <p:cNvSpPr>
            <a:spLocks noGrp="1"/>
          </p:cNvSpPr>
          <p:nvPr/>
        </p:nvSpPr>
        <p:spPr>
          <a:xfrm>
            <a:off x="58167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c/pca-SPRSound-447">
            <a:extLst>
              <a:ext uri="{FF2B5EF4-FFF2-40B4-BE49-F238E27FC236}">
                <a16:creationId xmlns:a16="http://schemas.microsoft.com/office/drawing/2014/main" id="{32DC1614-CBB5-4DCF-AFF3-77E1F2A1C345}"/>
              </a:ext>
            </a:extLst>
          </p:cNvPr>
          <p:cNvSpPr>
            <a:spLocks noGrp="1"/>
          </p:cNvSpPr>
          <p:nvPr/>
        </p:nvSpPr>
        <p:spPr>
          <a:xfrm>
            <a:off x="57664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c/pca-SPRSound-448">
            <a:extLst>
              <a:ext uri="{FF2B5EF4-FFF2-40B4-BE49-F238E27FC236}">
                <a16:creationId xmlns:a16="http://schemas.microsoft.com/office/drawing/2014/main" id="{384663EF-BB4B-4224-830C-912C5FF12FEC}"/>
              </a:ext>
            </a:extLst>
          </p:cNvPr>
          <p:cNvSpPr>
            <a:spLocks noGrp="1"/>
          </p:cNvSpPr>
          <p:nvPr/>
        </p:nvSpPr>
        <p:spPr>
          <a:xfrm>
            <a:off x="58060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c/pca-SPRSound-449">
            <a:extLst>
              <a:ext uri="{FF2B5EF4-FFF2-40B4-BE49-F238E27FC236}">
                <a16:creationId xmlns:a16="http://schemas.microsoft.com/office/drawing/2014/main" id="{F4EE019F-1D46-417E-A9FE-551095B0B9D4}"/>
              </a:ext>
            </a:extLst>
          </p:cNvPr>
          <p:cNvSpPr>
            <a:spLocks noGrp="1"/>
          </p:cNvSpPr>
          <p:nvPr/>
        </p:nvSpPr>
        <p:spPr>
          <a:xfrm>
            <a:off x="58444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c/pca-SPRSound-450">
            <a:extLst>
              <a:ext uri="{FF2B5EF4-FFF2-40B4-BE49-F238E27FC236}">
                <a16:creationId xmlns:a16="http://schemas.microsoft.com/office/drawing/2014/main" id="{C67FB150-E558-497B-A280-0CCBD9E87E40}"/>
              </a:ext>
            </a:extLst>
          </p:cNvPr>
          <p:cNvSpPr>
            <a:spLocks noGrp="1"/>
          </p:cNvSpPr>
          <p:nvPr/>
        </p:nvSpPr>
        <p:spPr>
          <a:xfrm>
            <a:off x="57760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c/pca-SPRSound-451">
            <a:extLst>
              <a:ext uri="{FF2B5EF4-FFF2-40B4-BE49-F238E27FC236}">
                <a16:creationId xmlns:a16="http://schemas.microsoft.com/office/drawing/2014/main" id="{906F16B0-B9AF-4B10-94BD-CA65EDD05727}"/>
              </a:ext>
            </a:extLst>
          </p:cNvPr>
          <p:cNvSpPr>
            <a:spLocks noGrp="1"/>
          </p:cNvSpPr>
          <p:nvPr/>
        </p:nvSpPr>
        <p:spPr>
          <a:xfrm>
            <a:off x="58009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c/pca-SPRSound-452">
            <a:extLst>
              <a:ext uri="{FF2B5EF4-FFF2-40B4-BE49-F238E27FC236}">
                <a16:creationId xmlns:a16="http://schemas.microsoft.com/office/drawing/2014/main" id="{37F60A0D-2F51-4484-B92D-BD0C262D930A}"/>
              </a:ext>
            </a:extLst>
          </p:cNvPr>
          <p:cNvSpPr>
            <a:spLocks noGrp="1"/>
          </p:cNvSpPr>
          <p:nvPr/>
        </p:nvSpPr>
        <p:spPr>
          <a:xfrm>
            <a:off x="57152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c/pca-SPRSound-453">
            <a:extLst>
              <a:ext uri="{FF2B5EF4-FFF2-40B4-BE49-F238E27FC236}">
                <a16:creationId xmlns:a16="http://schemas.microsoft.com/office/drawing/2014/main" id="{BEF76929-B15E-4C53-955F-9FDAC3D390DA}"/>
              </a:ext>
            </a:extLst>
          </p:cNvPr>
          <p:cNvSpPr>
            <a:spLocks noGrp="1"/>
          </p:cNvSpPr>
          <p:nvPr/>
        </p:nvSpPr>
        <p:spPr>
          <a:xfrm>
            <a:off x="58240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c/pca-SPRSound-454">
            <a:extLst>
              <a:ext uri="{FF2B5EF4-FFF2-40B4-BE49-F238E27FC236}">
                <a16:creationId xmlns:a16="http://schemas.microsoft.com/office/drawing/2014/main" id="{9C8792E2-8D2B-445E-BD14-80658BA47EC2}"/>
              </a:ext>
            </a:extLst>
          </p:cNvPr>
          <p:cNvSpPr>
            <a:spLocks noGrp="1"/>
          </p:cNvSpPr>
          <p:nvPr/>
        </p:nvSpPr>
        <p:spPr>
          <a:xfrm>
            <a:off x="58383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c/pca-SPRSound-455">
            <a:extLst>
              <a:ext uri="{FF2B5EF4-FFF2-40B4-BE49-F238E27FC236}">
                <a16:creationId xmlns:a16="http://schemas.microsoft.com/office/drawing/2014/main" id="{2D986CDD-8A40-48FE-91CD-D99ADA1293A2}"/>
              </a:ext>
            </a:extLst>
          </p:cNvPr>
          <p:cNvSpPr>
            <a:spLocks noGrp="1"/>
          </p:cNvSpPr>
          <p:nvPr/>
        </p:nvSpPr>
        <p:spPr>
          <a:xfrm>
            <a:off x="58255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c/pca-SPRSound-456">
            <a:extLst>
              <a:ext uri="{FF2B5EF4-FFF2-40B4-BE49-F238E27FC236}">
                <a16:creationId xmlns:a16="http://schemas.microsoft.com/office/drawing/2014/main" id="{0F8112E2-C2BE-4057-B201-8AC8CF9C766A}"/>
              </a:ext>
            </a:extLst>
          </p:cNvPr>
          <p:cNvSpPr>
            <a:spLocks noGrp="1"/>
          </p:cNvSpPr>
          <p:nvPr/>
        </p:nvSpPr>
        <p:spPr>
          <a:xfrm>
            <a:off x="57361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c/pca-SPRSound-457">
            <a:extLst>
              <a:ext uri="{FF2B5EF4-FFF2-40B4-BE49-F238E27FC236}">
                <a16:creationId xmlns:a16="http://schemas.microsoft.com/office/drawing/2014/main" id="{D36814E9-E755-4E5E-84E3-A9B3C01BD5AE}"/>
              </a:ext>
            </a:extLst>
          </p:cNvPr>
          <p:cNvSpPr>
            <a:spLocks noGrp="1"/>
          </p:cNvSpPr>
          <p:nvPr/>
        </p:nvSpPr>
        <p:spPr>
          <a:xfrm>
            <a:off x="57453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c/pca-SPRSound-458">
            <a:extLst>
              <a:ext uri="{FF2B5EF4-FFF2-40B4-BE49-F238E27FC236}">
                <a16:creationId xmlns:a16="http://schemas.microsoft.com/office/drawing/2014/main" id="{0D75F11E-5124-4D2D-9D56-89048C214695}"/>
              </a:ext>
            </a:extLst>
          </p:cNvPr>
          <p:cNvSpPr>
            <a:spLocks noGrp="1"/>
          </p:cNvSpPr>
          <p:nvPr/>
        </p:nvSpPr>
        <p:spPr>
          <a:xfrm>
            <a:off x="58069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c/pca-SPRSound-459">
            <a:extLst>
              <a:ext uri="{FF2B5EF4-FFF2-40B4-BE49-F238E27FC236}">
                <a16:creationId xmlns:a16="http://schemas.microsoft.com/office/drawing/2014/main" id="{CB5E36C7-575F-46ED-A1F6-A9A2C4A4B89B}"/>
              </a:ext>
            </a:extLst>
          </p:cNvPr>
          <p:cNvSpPr>
            <a:spLocks noGrp="1"/>
          </p:cNvSpPr>
          <p:nvPr/>
        </p:nvSpPr>
        <p:spPr>
          <a:xfrm>
            <a:off x="58084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c/pca-SPRSound-460">
            <a:extLst>
              <a:ext uri="{FF2B5EF4-FFF2-40B4-BE49-F238E27FC236}">
                <a16:creationId xmlns:a16="http://schemas.microsoft.com/office/drawing/2014/main" id="{DC5FE101-23CD-4DF2-ACA3-B4622684E7F8}"/>
              </a:ext>
            </a:extLst>
          </p:cNvPr>
          <p:cNvSpPr>
            <a:spLocks noGrp="1"/>
          </p:cNvSpPr>
          <p:nvPr/>
        </p:nvSpPr>
        <p:spPr>
          <a:xfrm>
            <a:off x="58144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c/pca-SPRSound-461">
            <a:extLst>
              <a:ext uri="{FF2B5EF4-FFF2-40B4-BE49-F238E27FC236}">
                <a16:creationId xmlns:a16="http://schemas.microsoft.com/office/drawing/2014/main" id="{BEAD1973-75A9-486D-B694-0DB2E34C5075}"/>
              </a:ext>
            </a:extLst>
          </p:cNvPr>
          <p:cNvSpPr>
            <a:spLocks noGrp="1"/>
          </p:cNvSpPr>
          <p:nvPr/>
        </p:nvSpPr>
        <p:spPr>
          <a:xfrm>
            <a:off x="57767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c/pca-SPRSound-462">
            <a:extLst>
              <a:ext uri="{FF2B5EF4-FFF2-40B4-BE49-F238E27FC236}">
                <a16:creationId xmlns:a16="http://schemas.microsoft.com/office/drawing/2014/main" id="{014A5FEB-E2B5-41E9-A75A-B25D454FA846}"/>
              </a:ext>
            </a:extLst>
          </p:cNvPr>
          <p:cNvSpPr>
            <a:spLocks noGrp="1"/>
          </p:cNvSpPr>
          <p:nvPr/>
        </p:nvSpPr>
        <p:spPr>
          <a:xfrm>
            <a:off x="57966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c/pca-SPRSound-463">
            <a:extLst>
              <a:ext uri="{FF2B5EF4-FFF2-40B4-BE49-F238E27FC236}">
                <a16:creationId xmlns:a16="http://schemas.microsoft.com/office/drawing/2014/main" id="{C77D2910-19E5-4C04-AE61-AAD1DD0D91DC}"/>
              </a:ext>
            </a:extLst>
          </p:cNvPr>
          <p:cNvSpPr>
            <a:spLocks noGrp="1"/>
          </p:cNvSpPr>
          <p:nvPr/>
        </p:nvSpPr>
        <p:spPr>
          <a:xfrm>
            <a:off x="57973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c/pca-SPRSound-464">
            <a:extLst>
              <a:ext uri="{FF2B5EF4-FFF2-40B4-BE49-F238E27FC236}">
                <a16:creationId xmlns:a16="http://schemas.microsoft.com/office/drawing/2014/main" id="{BE493012-A9A9-41AA-AC72-3C0151B0E827}"/>
              </a:ext>
            </a:extLst>
          </p:cNvPr>
          <p:cNvSpPr>
            <a:spLocks noGrp="1"/>
          </p:cNvSpPr>
          <p:nvPr/>
        </p:nvSpPr>
        <p:spPr>
          <a:xfrm>
            <a:off x="58757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c/pca-SPRSound-465">
            <a:extLst>
              <a:ext uri="{FF2B5EF4-FFF2-40B4-BE49-F238E27FC236}">
                <a16:creationId xmlns:a16="http://schemas.microsoft.com/office/drawing/2014/main" id="{42A19349-687E-4DB0-BC6D-8B91E6DE916F}"/>
              </a:ext>
            </a:extLst>
          </p:cNvPr>
          <p:cNvSpPr>
            <a:spLocks noGrp="1"/>
          </p:cNvSpPr>
          <p:nvPr/>
        </p:nvSpPr>
        <p:spPr>
          <a:xfrm>
            <a:off x="58086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c/pca-SPRSound-466">
            <a:extLst>
              <a:ext uri="{FF2B5EF4-FFF2-40B4-BE49-F238E27FC236}">
                <a16:creationId xmlns:a16="http://schemas.microsoft.com/office/drawing/2014/main" id="{CEED1297-7C12-4FB1-9A59-3B129E4F2325}"/>
              </a:ext>
            </a:extLst>
          </p:cNvPr>
          <p:cNvSpPr>
            <a:spLocks noGrp="1"/>
          </p:cNvSpPr>
          <p:nvPr/>
        </p:nvSpPr>
        <p:spPr>
          <a:xfrm>
            <a:off x="57718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c/pca-SPRSound-467">
            <a:extLst>
              <a:ext uri="{FF2B5EF4-FFF2-40B4-BE49-F238E27FC236}">
                <a16:creationId xmlns:a16="http://schemas.microsoft.com/office/drawing/2014/main" id="{6D962E5C-6F1A-41F5-A5F3-56EDBCA6E923}"/>
              </a:ext>
            </a:extLst>
          </p:cNvPr>
          <p:cNvSpPr>
            <a:spLocks noGrp="1"/>
          </p:cNvSpPr>
          <p:nvPr/>
        </p:nvSpPr>
        <p:spPr>
          <a:xfrm>
            <a:off x="57986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c/pca-SPRSound-468">
            <a:extLst>
              <a:ext uri="{FF2B5EF4-FFF2-40B4-BE49-F238E27FC236}">
                <a16:creationId xmlns:a16="http://schemas.microsoft.com/office/drawing/2014/main" id="{672437CC-6052-4005-AFC4-68446115F19C}"/>
              </a:ext>
            </a:extLst>
          </p:cNvPr>
          <p:cNvSpPr>
            <a:spLocks noGrp="1"/>
          </p:cNvSpPr>
          <p:nvPr/>
        </p:nvSpPr>
        <p:spPr>
          <a:xfrm>
            <a:off x="58748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c/pca-SPRSound-469">
            <a:extLst>
              <a:ext uri="{FF2B5EF4-FFF2-40B4-BE49-F238E27FC236}">
                <a16:creationId xmlns:a16="http://schemas.microsoft.com/office/drawing/2014/main" id="{11DFD3F2-8FF6-4000-AF9A-C5E0D5FD70CF}"/>
              </a:ext>
            </a:extLst>
          </p:cNvPr>
          <p:cNvSpPr>
            <a:spLocks noGrp="1"/>
          </p:cNvSpPr>
          <p:nvPr/>
        </p:nvSpPr>
        <p:spPr>
          <a:xfrm>
            <a:off x="57911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c/pca-SPRSound-470">
            <a:extLst>
              <a:ext uri="{FF2B5EF4-FFF2-40B4-BE49-F238E27FC236}">
                <a16:creationId xmlns:a16="http://schemas.microsoft.com/office/drawing/2014/main" id="{CAA54AE8-6707-4ABE-9953-014761A907F6}"/>
              </a:ext>
            </a:extLst>
          </p:cNvPr>
          <p:cNvSpPr>
            <a:spLocks noGrp="1"/>
          </p:cNvSpPr>
          <p:nvPr/>
        </p:nvSpPr>
        <p:spPr>
          <a:xfrm>
            <a:off x="58089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c/pca-SPRSound-471">
            <a:extLst>
              <a:ext uri="{FF2B5EF4-FFF2-40B4-BE49-F238E27FC236}">
                <a16:creationId xmlns:a16="http://schemas.microsoft.com/office/drawing/2014/main" id="{D89BCDF3-A92F-4391-89A2-D022FA6EA60B}"/>
              </a:ext>
            </a:extLst>
          </p:cNvPr>
          <p:cNvSpPr>
            <a:spLocks noGrp="1"/>
          </p:cNvSpPr>
          <p:nvPr/>
        </p:nvSpPr>
        <p:spPr>
          <a:xfrm>
            <a:off x="58442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c/pca-SPRSound-472">
            <a:extLst>
              <a:ext uri="{FF2B5EF4-FFF2-40B4-BE49-F238E27FC236}">
                <a16:creationId xmlns:a16="http://schemas.microsoft.com/office/drawing/2014/main" id="{131B7043-0C9F-49A8-94E5-E799BB41062E}"/>
              </a:ext>
            </a:extLst>
          </p:cNvPr>
          <p:cNvSpPr>
            <a:spLocks noGrp="1"/>
          </p:cNvSpPr>
          <p:nvPr/>
        </p:nvSpPr>
        <p:spPr>
          <a:xfrm>
            <a:off x="57330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c/pca-SPRSound-473">
            <a:extLst>
              <a:ext uri="{FF2B5EF4-FFF2-40B4-BE49-F238E27FC236}">
                <a16:creationId xmlns:a16="http://schemas.microsoft.com/office/drawing/2014/main" id="{48CED01A-8AEB-429C-B3E7-E08D60148300}"/>
              </a:ext>
            </a:extLst>
          </p:cNvPr>
          <p:cNvSpPr>
            <a:spLocks noGrp="1"/>
          </p:cNvSpPr>
          <p:nvPr/>
        </p:nvSpPr>
        <p:spPr>
          <a:xfrm>
            <a:off x="58054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c/pca-SPRSound-474">
            <a:extLst>
              <a:ext uri="{FF2B5EF4-FFF2-40B4-BE49-F238E27FC236}">
                <a16:creationId xmlns:a16="http://schemas.microsoft.com/office/drawing/2014/main" id="{25B4B2D1-8B96-4BF4-892B-A8B9295567C5}"/>
              </a:ext>
            </a:extLst>
          </p:cNvPr>
          <p:cNvSpPr>
            <a:spLocks noGrp="1"/>
          </p:cNvSpPr>
          <p:nvPr/>
        </p:nvSpPr>
        <p:spPr>
          <a:xfrm>
            <a:off x="57900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c/pca-SPRSound-475">
            <a:extLst>
              <a:ext uri="{FF2B5EF4-FFF2-40B4-BE49-F238E27FC236}">
                <a16:creationId xmlns:a16="http://schemas.microsoft.com/office/drawing/2014/main" id="{B96714DD-0CD7-44A7-B0F3-65B3A49D9C41}"/>
              </a:ext>
            </a:extLst>
          </p:cNvPr>
          <p:cNvSpPr>
            <a:spLocks noGrp="1"/>
          </p:cNvSpPr>
          <p:nvPr/>
        </p:nvSpPr>
        <p:spPr>
          <a:xfrm>
            <a:off x="58520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c/pca-SPRSound-476">
            <a:extLst>
              <a:ext uri="{FF2B5EF4-FFF2-40B4-BE49-F238E27FC236}">
                <a16:creationId xmlns:a16="http://schemas.microsoft.com/office/drawing/2014/main" id="{0E46308D-E367-4FAE-B7B2-0FA12C4903AF}"/>
              </a:ext>
            </a:extLst>
          </p:cNvPr>
          <p:cNvSpPr>
            <a:spLocks noGrp="1"/>
          </p:cNvSpPr>
          <p:nvPr/>
        </p:nvSpPr>
        <p:spPr>
          <a:xfrm>
            <a:off x="57836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c/pca-SPRSound-477">
            <a:extLst>
              <a:ext uri="{FF2B5EF4-FFF2-40B4-BE49-F238E27FC236}">
                <a16:creationId xmlns:a16="http://schemas.microsoft.com/office/drawing/2014/main" id="{488FB16F-C08A-44E3-9804-93771DEECC9C}"/>
              </a:ext>
            </a:extLst>
          </p:cNvPr>
          <p:cNvSpPr>
            <a:spLocks noGrp="1"/>
          </p:cNvSpPr>
          <p:nvPr/>
        </p:nvSpPr>
        <p:spPr>
          <a:xfrm>
            <a:off x="58466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c/pca-SPRSound-478">
            <a:extLst>
              <a:ext uri="{FF2B5EF4-FFF2-40B4-BE49-F238E27FC236}">
                <a16:creationId xmlns:a16="http://schemas.microsoft.com/office/drawing/2014/main" id="{396293BC-117D-475B-9D05-315288D40ED2}"/>
              </a:ext>
            </a:extLst>
          </p:cNvPr>
          <p:cNvSpPr>
            <a:spLocks noGrp="1"/>
          </p:cNvSpPr>
          <p:nvPr/>
        </p:nvSpPr>
        <p:spPr>
          <a:xfrm>
            <a:off x="58266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c/pca-SPRSound-479">
            <a:extLst>
              <a:ext uri="{FF2B5EF4-FFF2-40B4-BE49-F238E27FC236}">
                <a16:creationId xmlns:a16="http://schemas.microsoft.com/office/drawing/2014/main" id="{D2031FB3-9605-408D-86EC-19053C2C1033}"/>
              </a:ext>
            </a:extLst>
          </p:cNvPr>
          <p:cNvSpPr>
            <a:spLocks noGrp="1"/>
          </p:cNvSpPr>
          <p:nvPr/>
        </p:nvSpPr>
        <p:spPr>
          <a:xfrm>
            <a:off x="57973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c/pca-SPRSound-480">
            <a:extLst>
              <a:ext uri="{FF2B5EF4-FFF2-40B4-BE49-F238E27FC236}">
                <a16:creationId xmlns:a16="http://schemas.microsoft.com/office/drawing/2014/main" id="{CBC87B33-EB34-47CD-A969-0C6713F53BCC}"/>
              </a:ext>
            </a:extLst>
          </p:cNvPr>
          <p:cNvSpPr>
            <a:spLocks noGrp="1"/>
          </p:cNvSpPr>
          <p:nvPr/>
        </p:nvSpPr>
        <p:spPr>
          <a:xfrm>
            <a:off x="58285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c/pca-SPRSound-481">
            <a:extLst>
              <a:ext uri="{FF2B5EF4-FFF2-40B4-BE49-F238E27FC236}">
                <a16:creationId xmlns:a16="http://schemas.microsoft.com/office/drawing/2014/main" id="{ED48C7DE-85AE-4CA8-9435-E1C7F7C34DBE}"/>
              </a:ext>
            </a:extLst>
          </p:cNvPr>
          <p:cNvSpPr>
            <a:spLocks noGrp="1"/>
          </p:cNvSpPr>
          <p:nvPr/>
        </p:nvSpPr>
        <p:spPr>
          <a:xfrm>
            <a:off x="58001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c/pca-SPRSound-482">
            <a:extLst>
              <a:ext uri="{FF2B5EF4-FFF2-40B4-BE49-F238E27FC236}">
                <a16:creationId xmlns:a16="http://schemas.microsoft.com/office/drawing/2014/main" id="{D719BE07-6715-488E-9C01-D95BF8F27D04}"/>
              </a:ext>
            </a:extLst>
          </p:cNvPr>
          <p:cNvSpPr>
            <a:spLocks noGrp="1"/>
          </p:cNvSpPr>
          <p:nvPr/>
        </p:nvSpPr>
        <p:spPr>
          <a:xfrm>
            <a:off x="58571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c/pca-SPRSound-483">
            <a:extLst>
              <a:ext uri="{FF2B5EF4-FFF2-40B4-BE49-F238E27FC236}">
                <a16:creationId xmlns:a16="http://schemas.microsoft.com/office/drawing/2014/main" id="{A5541979-5388-4E05-B50A-8BFE42898198}"/>
              </a:ext>
            </a:extLst>
          </p:cNvPr>
          <p:cNvSpPr>
            <a:spLocks noGrp="1"/>
          </p:cNvSpPr>
          <p:nvPr/>
        </p:nvSpPr>
        <p:spPr>
          <a:xfrm>
            <a:off x="58254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c/pca-SPRSound-484">
            <a:extLst>
              <a:ext uri="{FF2B5EF4-FFF2-40B4-BE49-F238E27FC236}">
                <a16:creationId xmlns:a16="http://schemas.microsoft.com/office/drawing/2014/main" id="{F9B088EC-8B3D-4035-AEE5-EC56DA100A78}"/>
              </a:ext>
            </a:extLst>
          </p:cNvPr>
          <p:cNvSpPr>
            <a:spLocks noGrp="1"/>
          </p:cNvSpPr>
          <p:nvPr/>
        </p:nvSpPr>
        <p:spPr>
          <a:xfrm>
            <a:off x="57974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c/pca-SPRSound-485">
            <a:extLst>
              <a:ext uri="{FF2B5EF4-FFF2-40B4-BE49-F238E27FC236}">
                <a16:creationId xmlns:a16="http://schemas.microsoft.com/office/drawing/2014/main" id="{F9FCF203-43AF-4A55-BEFB-D6599D0DBABA}"/>
              </a:ext>
            </a:extLst>
          </p:cNvPr>
          <p:cNvSpPr>
            <a:spLocks noGrp="1"/>
          </p:cNvSpPr>
          <p:nvPr/>
        </p:nvSpPr>
        <p:spPr>
          <a:xfrm>
            <a:off x="58012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c/pca-SPRSound-486">
            <a:extLst>
              <a:ext uri="{FF2B5EF4-FFF2-40B4-BE49-F238E27FC236}">
                <a16:creationId xmlns:a16="http://schemas.microsoft.com/office/drawing/2014/main" id="{8FBFB6C0-5F89-4E47-8E46-C041A625CC36}"/>
              </a:ext>
            </a:extLst>
          </p:cNvPr>
          <p:cNvSpPr>
            <a:spLocks noGrp="1"/>
          </p:cNvSpPr>
          <p:nvPr/>
        </p:nvSpPr>
        <p:spPr>
          <a:xfrm>
            <a:off x="58482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c/pca-SPRSound-487">
            <a:extLst>
              <a:ext uri="{FF2B5EF4-FFF2-40B4-BE49-F238E27FC236}">
                <a16:creationId xmlns:a16="http://schemas.microsoft.com/office/drawing/2014/main" id="{607B6B32-E7C5-45E8-90DC-4897F5CC3F5C}"/>
              </a:ext>
            </a:extLst>
          </p:cNvPr>
          <p:cNvSpPr>
            <a:spLocks noGrp="1"/>
          </p:cNvSpPr>
          <p:nvPr/>
        </p:nvSpPr>
        <p:spPr>
          <a:xfrm>
            <a:off x="58016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c/pca-SPRSound-488">
            <a:extLst>
              <a:ext uri="{FF2B5EF4-FFF2-40B4-BE49-F238E27FC236}">
                <a16:creationId xmlns:a16="http://schemas.microsoft.com/office/drawing/2014/main" id="{63751E5A-4980-47CD-A644-52EB0DBAD6C0}"/>
              </a:ext>
            </a:extLst>
          </p:cNvPr>
          <p:cNvSpPr>
            <a:spLocks noGrp="1"/>
          </p:cNvSpPr>
          <p:nvPr/>
        </p:nvSpPr>
        <p:spPr>
          <a:xfrm>
            <a:off x="58124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c/pca-SPRSound-489">
            <a:extLst>
              <a:ext uri="{FF2B5EF4-FFF2-40B4-BE49-F238E27FC236}">
                <a16:creationId xmlns:a16="http://schemas.microsoft.com/office/drawing/2014/main" id="{26855AF7-AFA6-41D3-A038-02023D9B3C17}"/>
              </a:ext>
            </a:extLst>
          </p:cNvPr>
          <p:cNvSpPr>
            <a:spLocks noGrp="1"/>
          </p:cNvSpPr>
          <p:nvPr/>
        </p:nvSpPr>
        <p:spPr>
          <a:xfrm>
            <a:off x="58035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c/pca-SPRSound-490">
            <a:extLst>
              <a:ext uri="{FF2B5EF4-FFF2-40B4-BE49-F238E27FC236}">
                <a16:creationId xmlns:a16="http://schemas.microsoft.com/office/drawing/2014/main" id="{FDB9226C-28F1-4888-9A20-F8FC0E3D0785}"/>
              </a:ext>
            </a:extLst>
          </p:cNvPr>
          <p:cNvSpPr>
            <a:spLocks noGrp="1"/>
          </p:cNvSpPr>
          <p:nvPr/>
        </p:nvSpPr>
        <p:spPr>
          <a:xfrm>
            <a:off x="58601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c/pca-SPRSound-491">
            <a:extLst>
              <a:ext uri="{FF2B5EF4-FFF2-40B4-BE49-F238E27FC236}">
                <a16:creationId xmlns:a16="http://schemas.microsoft.com/office/drawing/2014/main" id="{925B97BF-941B-430A-B82C-B5DC8C8265CC}"/>
              </a:ext>
            </a:extLst>
          </p:cNvPr>
          <p:cNvSpPr>
            <a:spLocks noGrp="1"/>
          </p:cNvSpPr>
          <p:nvPr/>
        </p:nvSpPr>
        <p:spPr>
          <a:xfrm>
            <a:off x="57819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c/pca-SPRSound-492">
            <a:extLst>
              <a:ext uri="{FF2B5EF4-FFF2-40B4-BE49-F238E27FC236}">
                <a16:creationId xmlns:a16="http://schemas.microsoft.com/office/drawing/2014/main" id="{B97EA53B-7810-4B48-8CD6-853A05B7C2F1}"/>
              </a:ext>
            </a:extLst>
          </p:cNvPr>
          <p:cNvSpPr>
            <a:spLocks noGrp="1"/>
          </p:cNvSpPr>
          <p:nvPr/>
        </p:nvSpPr>
        <p:spPr>
          <a:xfrm>
            <a:off x="58387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c/pca-SPRSound-493">
            <a:extLst>
              <a:ext uri="{FF2B5EF4-FFF2-40B4-BE49-F238E27FC236}">
                <a16:creationId xmlns:a16="http://schemas.microsoft.com/office/drawing/2014/main" id="{63021F55-0345-4CA3-AA5E-EE0573B81701}"/>
              </a:ext>
            </a:extLst>
          </p:cNvPr>
          <p:cNvSpPr>
            <a:spLocks noGrp="1"/>
          </p:cNvSpPr>
          <p:nvPr/>
        </p:nvSpPr>
        <p:spPr>
          <a:xfrm>
            <a:off x="57864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c/pca-SPRSound-494">
            <a:extLst>
              <a:ext uri="{FF2B5EF4-FFF2-40B4-BE49-F238E27FC236}">
                <a16:creationId xmlns:a16="http://schemas.microsoft.com/office/drawing/2014/main" id="{FF5CCED8-7D20-46AB-93A4-E8F6E2DB8AF9}"/>
              </a:ext>
            </a:extLst>
          </p:cNvPr>
          <p:cNvSpPr>
            <a:spLocks noGrp="1"/>
          </p:cNvSpPr>
          <p:nvPr/>
        </p:nvSpPr>
        <p:spPr>
          <a:xfrm>
            <a:off x="58106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c/pca-SPRSound-495">
            <a:extLst>
              <a:ext uri="{FF2B5EF4-FFF2-40B4-BE49-F238E27FC236}">
                <a16:creationId xmlns:a16="http://schemas.microsoft.com/office/drawing/2014/main" id="{F352A25E-BC31-4064-A47E-1A6CA6FBA625}"/>
              </a:ext>
            </a:extLst>
          </p:cNvPr>
          <p:cNvSpPr>
            <a:spLocks noGrp="1"/>
          </p:cNvSpPr>
          <p:nvPr/>
        </p:nvSpPr>
        <p:spPr>
          <a:xfrm>
            <a:off x="58747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c/pca-SPRSound-496">
            <a:extLst>
              <a:ext uri="{FF2B5EF4-FFF2-40B4-BE49-F238E27FC236}">
                <a16:creationId xmlns:a16="http://schemas.microsoft.com/office/drawing/2014/main" id="{0D0FAF75-CCB6-40A2-9ADC-636117486503}"/>
              </a:ext>
            </a:extLst>
          </p:cNvPr>
          <p:cNvSpPr>
            <a:spLocks noGrp="1"/>
          </p:cNvSpPr>
          <p:nvPr/>
        </p:nvSpPr>
        <p:spPr>
          <a:xfrm>
            <a:off x="58341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c/pca-SPRSound-497">
            <a:extLst>
              <a:ext uri="{FF2B5EF4-FFF2-40B4-BE49-F238E27FC236}">
                <a16:creationId xmlns:a16="http://schemas.microsoft.com/office/drawing/2014/main" id="{12B18DAD-28D3-4C44-ACE0-64FB53362D6C}"/>
              </a:ext>
            </a:extLst>
          </p:cNvPr>
          <p:cNvSpPr>
            <a:spLocks noGrp="1"/>
          </p:cNvSpPr>
          <p:nvPr/>
        </p:nvSpPr>
        <p:spPr>
          <a:xfrm>
            <a:off x="57958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c/pca-SPRSound-498">
            <a:extLst>
              <a:ext uri="{FF2B5EF4-FFF2-40B4-BE49-F238E27FC236}">
                <a16:creationId xmlns:a16="http://schemas.microsoft.com/office/drawing/2014/main" id="{1836A3B2-AE9D-4FE4-BE77-630AD2330FFF}"/>
              </a:ext>
            </a:extLst>
          </p:cNvPr>
          <p:cNvSpPr>
            <a:spLocks noGrp="1"/>
          </p:cNvSpPr>
          <p:nvPr/>
        </p:nvSpPr>
        <p:spPr>
          <a:xfrm>
            <a:off x="58451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c/pca-SPRSound-499">
            <a:extLst>
              <a:ext uri="{FF2B5EF4-FFF2-40B4-BE49-F238E27FC236}">
                <a16:creationId xmlns:a16="http://schemas.microsoft.com/office/drawing/2014/main" id="{AA760F38-F0B1-46FE-89F4-DAE3E73FE5DF}"/>
              </a:ext>
            </a:extLst>
          </p:cNvPr>
          <p:cNvSpPr>
            <a:spLocks noGrp="1"/>
          </p:cNvSpPr>
          <p:nvPr/>
        </p:nvSpPr>
        <p:spPr>
          <a:xfrm>
            <a:off x="58299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c/pca-SPRSound-500">
            <a:extLst>
              <a:ext uri="{FF2B5EF4-FFF2-40B4-BE49-F238E27FC236}">
                <a16:creationId xmlns:a16="http://schemas.microsoft.com/office/drawing/2014/main" id="{A131D451-DE96-45D7-8659-DDF1A566C5ED}"/>
              </a:ext>
            </a:extLst>
          </p:cNvPr>
          <p:cNvSpPr>
            <a:spLocks noGrp="1"/>
          </p:cNvSpPr>
          <p:nvPr/>
        </p:nvSpPr>
        <p:spPr>
          <a:xfrm>
            <a:off x="57929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c/pca-SPRSound-501">
            <a:extLst>
              <a:ext uri="{FF2B5EF4-FFF2-40B4-BE49-F238E27FC236}">
                <a16:creationId xmlns:a16="http://schemas.microsoft.com/office/drawing/2014/main" id="{793B9F45-D148-4B20-A307-A4F51F7C4597}"/>
              </a:ext>
            </a:extLst>
          </p:cNvPr>
          <p:cNvSpPr>
            <a:spLocks noGrp="1"/>
          </p:cNvSpPr>
          <p:nvPr/>
        </p:nvSpPr>
        <p:spPr>
          <a:xfrm>
            <a:off x="57918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c/pca-SPRSound-502">
            <a:extLst>
              <a:ext uri="{FF2B5EF4-FFF2-40B4-BE49-F238E27FC236}">
                <a16:creationId xmlns:a16="http://schemas.microsoft.com/office/drawing/2014/main" id="{375CE4FE-FC12-48D3-A40E-263E6C2979EB}"/>
              </a:ext>
            </a:extLst>
          </p:cNvPr>
          <p:cNvSpPr>
            <a:spLocks noGrp="1"/>
          </p:cNvSpPr>
          <p:nvPr/>
        </p:nvSpPr>
        <p:spPr>
          <a:xfrm>
            <a:off x="58121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c/pca-SPRSound-503">
            <a:extLst>
              <a:ext uri="{FF2B5EF4-FFF2-40B4-BE49-F238E27FC236}">
                <a16:creationId xmlns:a16="http://schemas.microsoft.com/office/drawing/2014/main" id="{E044805D-5D03-4939-84FE-A6974A397F99}"/>
              </a:ext>
            </a:extLst>
          </p:cNvPr>
          <p:cNvSpPr>
            <a:spLocks noGrp="1"/>
          </p:cNvSpPr>
          <p:nvPr/>
        </p:nvSpPr>
        <p:spPr>
          <a:xfrm>
            <a:off x="57971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c/pca-SPRSound-504">
            <a:extLst>
              <a:ext uri="{FF2B5EF4-FFF2-40B4-BE49-F238E27FC236}">
                <a16:creationId xmlns:a16="http://schemas.microsoft.com/office/drawing/2014/main" id="{AF13429E-A4E5-485E-A7B8-481C699B3B30}"/>
              </a:ext>
            </a:extLst>
          </p:cNvPr>
          <p:cNvSpPr>
            <a:spLocks noGrp="1"/>
          </p:cNvSpPr>
          <p:nvPr/>
        </p:nvSpPr>
        <p:spPr>
          <a:xfrm>
            <a:off x="58705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c/pca-SPRSound-505">
            <a:extLst>
              <a:ext uri="{FF2B5EF4-FFF2-40B4-BE49-F238E27FC236}">
                <a16:creationId xmlns:a16="http://schemas.microsoft.com/office/drawing/2014/main" id="{45A0B4E4-BF6F-43D2-B809-11CCB5595A1D}"/>
              </a:ext>
            </a:extLst>
          </p:cNvPr>
          <p:cNvSpPr>
            <a:spLocks noGrp="1"/>
          </p:cNvSpPr>
          <p:nvPr/>
        </p:nvSpPr>
        <p:spPr>
          <a:xfrm>
            <a:off x="58098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c/pca-SPRSound-506">
            <a:extLst>
              <a:ext uri="{FF2B5EF4-FFF2-40B4-BE49-F238E27FC236}">
                <a16:creationId xmlns:a16="http://schemas.microsoft.com/office/drawing/2014/main" id="{DA1141BD-8B4D-4E43-BCBD-058A56B1532C}"/>
              </a:ext>
            </a:extLst>
          </p:cNvPr>
          <p:cNvSpPr>
            <a:spLocks noGrp="1"/>
          </p:cNvSpPr>
          <p:nvPr/>
        </p:nvSpPr>
        <p:spPr>
          <a:xfrm>
            <a:off x="58238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c/pca-SPRSound-507">
            <a:extLst>
              <a:ext uri="{FF2B5EF4-FFF2-40B4-BE49-F238E27FC236}">
                <a16:creationId xmlns:a16="http://schemas.microsoft.com/office/drawing/2014/main" id="{0EC3FD2D-1669-41FC-8557-7688ACE6A215}"/>
              </a:ext>
            </a:extLst>
          </p:cNvPr>
          <p:cNvSpPr>
            <a:spLocks noGrp="1"/>
          </p:cNvSpPr>
          <p:nvPr/>
        </p:nvSpPr>
        <p:spPr>
          <a:xfrm>
            <a:off x="58485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c/pca-SPRSound-508">
            <a:extLst>
              <a:ext uri="{FF2B5EF4-FFF2-40B4-BE49-F238E27FC236}">
                <a16:creationId xmlns:a16="http://schemas.microsoft.com/office/drawing/2014/main" id="{9799AF16-1179-42EB-8BEF-817E86FBB106}"/>
              </a:ext>
            </a:extLst>
          </p:cNvPr>
          <p:cNvSpPr>
            <a:spLocks noGrp="1"/>
          </p:cNvSpPr>
          <p:nvPr/>
        </p:nvSpPr>
        <p:spPr>
          <a:xfrm>
            <a:off x="58282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c/pca-SPRSound-509">
            <a:extLst>
              <a:ext uri="{FF2B5EF4-FFF2-40B4-BE49-F238E27FC236}">
                <a16:creationId xmlns:a16="http://schemas.microsoft.com/office/drawing/2014/main" id="{99446A0A-F611-4394-A794-9E273729F36C}"/>
              </a:ext>
            </a:extLst>
          </p:cNvPr>
          <p:cNvSpPr>
            <a:spLocks noGrp="1"/>
          </p:cNvSpPr>
          <p:nvPr/>
        </p:nvSpPr>
        <p:spPr>
          <a:xfrm>
            <a:off x="59193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c/pca-SPRSound-510">
            <a:extLst>
              <a:ext uri="{FF2B5EF4-FFF2-40B4-BE49-F238E27FC236}">
                <a16:creationId xmlns:a16="http://schemas.microsoft.com/office/drawing/2014/main" id="{096CD81A-308A-49B4-B605-46142BC4A68F}"/>
              </a:ext>
            </a:extLst>
          </p:cNvPr>
          <p:cNvSpPr>
            <a:spLocks noGrp="1"/>
          </p:cNvSpPr>
          <p:nvPr/>
        </p:nvSpPr>
        <p:spPr>
          <a:xfrm>
            <a:off x="57828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c/pca-SPRSound-511">
            <a:extLst>
              <a:ext uri="{FF2B5EF4-FFF2-40B4-BE49-F238E27FC236}">
                <a16:creationId xmlns:a16="http://schemas.microsoft.com/office/drawing/2014/main" id="{D5164EBA-1FE8-4140-897A-035643F72073}"/>
              </a:ext>
            </a:extLst>
          </p:cNvPr>
          <p:cNvSpPr>
            <a:spLocks noGrp="1"/>
          </p:cNvSpPr>
          <p:nvPr/>
        </p:nvSpPr>
        <p:spPr>
          <a:xfrm>
            <a:off x="58165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c/pca-SPRSound-512">
            <a:extLst>
              <a:ext uri="{FF2B5EF4-FFF2-40B4-BE49-F238E27FC236}">
                <a16:creationId xmlns:a16="http://schemas.microsoft.com/office/drawing/2014/main" id="{1D09A774-6AE0-4ADA-9D57-1DBF51DF880A}"/>
              </a:ext>
            </a:extLst>
          </p:cNvPr>
          <p:cNvSpPr>
            <a:spLocks noGrp="1"/>
          </p:cNvSpPr>
          <p:nvPr/>
        </p:nvSpPr>
        <p:spPr>
          <a:xfrm>
            <a:off x="58131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c/pca-SPRSound-513">
            <a:extLst>
              <a:ext uri="{FF2B5EF4-FFF2-40B4-BE49-F238E27FC236}">
                <a16:creationId xmlns:a16="http://schemas.microsoft.com/office/drawing/2014/main" id="{CD76AA29-F70E-4AF5-988E-5A4B68E8A20F}"/>
              </a:ext>
            </a:extLst>
          </p:cNvPr>
          <p:cNvSpPr>
            <a:spLocks noGrp="1"/>
          </p:cNvSpPr>
          <p:nvPr/>
        </p:nvSpPr>
        <p:spPr>
          <a:xfrm>
            <a:off x="58575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c/pca-SPRSound-514">
            <a:extLst>
              <a:ext uri="{FF2B5EF4-FFF2-40B4-BE49-F238E27FC236}">
                <a16:creationId xmlns:a16="http://schemas.microsoft.com/office/drawing/2014/main" id="{2D13F56A-B0B9-47BD-A3F7-B3725B29A261}"/>
              </a:ext>
            </a:extLst>
          </p:cNvPr>
          <p:cNvSpPr>
            <a:spLocks noGrp="1"/>
          </p:cNvSpPr>
          <p:nvPr/>
        </p:nvSpPr>
        <p:spPr>
          <a:xfrm>
            <a:off x="58854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c/pca-SPRSound-515">
            <a:extLst>
              <a:ext uri="{FF2B5EF4-FFF2-40B4-BE49-F238E27FC236}">
                <a16:creationId xmlns:a16="http://schemas.microsoft.com/office/drawing/2014/main" id="{33D20290-D72A-4395-9C13-0CE47EC62EC0}"/>
              </a:ext>
            </a:extLst>
          </p:cNvPr>
          <p:cNvSpPr>
            <a:spLocks noGrp="1"/>
          </p:cNvSpPr>
          <p:nvPr/>
        </p:nvSpPr>
        <p:spPr>
          <a:xfrm>
            <a:off x="58290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c/pca-SPRSound-516">
            <a:extLst>
              <a:ext uri="{FF2B5EF4-FFF2-40B4-BE49-F238E27FC236}">
                <a16:creationId xmlns:a16="http://schemas.microsoft.com/office/drawing/2014/main" id="{F7212486-EE45-4CEC-9C03-727241B36831}"/>
              </a:ext>
            </a:extLst>
          </p:cNvPr>
          <p:cNvSpPr>
            <a:spLocks noGrp="1"/>
          </p:cNvSpPr>
          <p:nvPr/>
        </p:nvSpPr>
        <p:spPr>
          <a:xfrm>
            <a:off x="57273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c/pca-SPRSound-517">
            <a:extLst>
              <a:ext uri="{FF2B5EF4-FFF2-40B4-BE49-F238E27FC236}">
                <a16:creationId xmlns:a16="http://schemas.microsoft.com/office/drawing/2014/main" id="{76AF21D2-1E21-4ED9-8D59-2FABE32095B5}"/>
              </a:ext>
            </a:extLst>
          </p:cNvPr>
          <p:cNvSpPr>
            <a:spLocks noGrp="1"/>
          </p:cNvSpPr>
          <p:nvPr/>
        </p:nvSpPr>
        <p:spPr>
          <a:xfrm>
            <a:off x="57883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c/pca-SPRSound-518">
            <a:extLst>
              <a:ext uri="{FF2B5EF4-FFF2-40B4-BE49-F238E27FC236}">
                <a16:creationId xmlns:a16="http://schemas.microsoft.com/office/drawing/2014/main" id="{887BB4E7-4957-4376-A7E4-46D9BA26854F}"/>
              </a:ext>
            </a:extLst>
          </p:cNvPr>
          <p:cNvSpPr>
            <a:spLocks noGrp="1"/>
          </p:cNvSpPr>
          <p:nvPr/>
        </p:nvSpPr>
        <p:spPr>
          <a:xfrm>
            <a:off x="57351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c/pca-SPRSound-519">
            <a:extLst>
              <a:ext uri="{FF2B5EF4-FFF2-40B4-BE49-F238E27FC236}">
                <a16:creationId xmlns:a16="http://schemas.microsoft.com/office/drawing/2014/main" id="{3B0CBBEC-CD8B-40E1-98FF-F845174CFB86}"/>
              </a:ext>
            </a:extLst>
          </p:cNvPr>
          <p:cNvSpPr>
            <a:spLocks noGrp="1"/>
          </p:cNvSpPr>
          <p:nvPr/>
        </p:nvSpPr>
        <p:spPr>
          <a:xfrm>
            <a:off x="58272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c/pca-SPRSound-520">
            <a:extLst>
              <a:ext uri="{FF2B5EF4-FFF2-40B4-BE49-F238E27FC236}">
                <a16:creationId xmlns:a16="http://schemas.microsoft.com/office/drawing/2014/main" id="{8245F623-8956-45FA-A11D-B380750B19BC}"/>
              </a:ext>
            </a:extLst>
          </p:cNvPr>
          <p:cNvSpPr>
            <a:spLocks noGrp="1"/>
          </p:cNvSpPr>
          <p:nvPr/>
        </p:nvSpPr>
        <p:spPr>
          <a:xfrm>
            <a:off x="58035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c/pca-SPRSound-521">
            <a:extLst>
              <a:ext uri="{FF2B5EF4-FFF2-40B4-BE49-F238E27FC236}">
                <a16:creationId xmlns:a16="http://schemas.microsoft.com/office/drawing/2014/main" id="{FF8F191D-0CB5-4950-874E-4DE9E8B8B84E}"/>
              </a:ext>
            </a:extLst>
          </p:cNvPr>
          <p:cNvSpPr>
            <a:spLocks noGrp="1"/>
          </p:cNvSpPr>
          <p:nvPr/>
        </p:nvSpPr>
        <p:spPr>
          <a:xfrm>
            <a:off x="57919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c/pca-SPRSound-522">
            <a:extLst>
              <a:ext uri="{FF2B5EF4-FFF2-40B4-BE49-F238E27FC236}">
                <a16:creationId xmlns:a16="http://schemas.microsoft.com/office/drawing/2014/main" id="{2412A96E-EA34-4DBB-BAB8-72219872DE0A}"/>
              </a:ext>
            </a:extLst>
          </p:cNvPr>
          <p:cNvSpPr>
            <a:spLocks noGrp="1"/>
          </p:cNvSpPr>
          <p:nvPr/>
        </p:nvSpPr>
        <p:spPr>
          <a:xfrm>
            <a:off x="57782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c/pca-SPRSound-523">
            <a:extLst>
              <a:ext uri="{FF2B5EF4-FFF2-40B4-BE49-F238E27FC236}">
                <a16:creationId xmlns:a16="http://schemas.microsoft.com/office/drawing/2014/main" id="{91AFBE4E-16EF-4B04-B500-DF12F3005787}"/>
              </a:ext>
            </a:extLst>
          </p:cNvPr>
          <p:cNvSpPr>
            <a:spLocks noGrp="1"/>
          </p:cNvSpPr>
          <p:nvPr/>
        </p:nvSpPr>
        <p:spPr>
          <a:xfrm>
            <a:off x="57545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c/pca-SPRSound-524">
            <a:extLst>
              <a:ext uri="{FF2B5EF4-FFF2-40B4-BE49-F238E27FC236}">
                <a16:creationId xmlns:a16="http://schemas.microsoft.com/office/drawing/2014/main" id="{1F3DE08C-84D8-4F8A-A999-E08AC0A6769E}"/>
              </a:ext>
            </a:extLst>
          </p:cNvPr>
          <p:cNvSpPr>
            <a:spLocks noGrp="1"/>
          </p:cNvSpPr>
          <p:nvPr/>
        </p:nvSpPr>
        <p:spPr>
          <a:xfrm>
            <a:off x="58225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c/pca-SPRSound-525">
            <a:extLst>
              <a:ext uri="{FF2B5EF4-FFF2-40B4-BE49-F238E27FC236}">
                <a16:creationId xmlns:a16="http://schemas.microsoft.com/office/drawing/2014/main" id="{75C1F99E-1B00-4177-9A62-FBD6D6FD65CD}"/>
              </a:ext>
            </a:extLst>
          </p:cNvPr>
          <p:cNvSpPr>
            <a:spLocks noGrp="1"/>
          </p:cNvSpPr>
          <p:nvPr/>
        </p:nvSpPr>
        <p:spPr>
          <a:xfrm>
            <a:off x="58647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c/pca-SPRSound-526">
            <a:extLst>
              <a:ext uri="{FF2B5EF4-FFF2-40B4-BE49-F238E27FC236}">
                <a16:creationId xmlns:a16="http://schemas.microsoft.com/office/drawing/2014/main" id="{6B0BF85A-761E-48CC-A7CA-F9E2C3956661}"/>
              </a:ext>
            </a:extLst>
          </p:cNvPr>
          <p:cNvSpPr>
            <a:spLocks noGrp="1"/>
          </p:cNvSpPr>
          <p:nvPr/>
        </p:nvSpPr>
        <p:spPr>
          <a:xfrm>
            <a:off x="58168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c/pca-SPRSound-527">
            <a:extLst>
              <a:ext uri="{FF2B5EF4-FFF2-40B4-BE49-F238E27FC236}">
                <a16:creationId xmlns:a16="http://schemas.microsoft.com/office/drawing/2014/main" id="{8E5D9875-3626-41AF-BBE1-59A1D56C2ADA}"/>
              </a:ext>
            </a:extLst>
          </p:cNvPr>
          <p:cNvSpPr>
            <a:spLocks noGrp="1"/>
          </p:cNvSpPr>
          <p:nvPr/>
        </p:nvSpPr>
        <p:spPr>
          <a:xfrm>
            <a:off x="58661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c/pca-SPRSound-528">
            <a:extLst>
              <a:ext uri="{FF2B5EF4-FFF2-40B4-BE49-F238E27FC236}">
                <a16:creationId xmlns:a16="http://schemas.microsoft.com/office/drawing/2014/main" id="{0D6F11AB-9374-405A-B90D-15DEF09C2032}"/>
              </a:ext>
            </a:extLst>
          </p:cNvPr>
          <p:cNvSpPr>
            <a:spLocks noGrp="1"/>
          </p:cNvSpPr>
          <p:nvPr/>
        </p:nvSpPr>
        <p:spPr>
          <a:xfrm>
            <a:off x="58986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c/pca-SPRSound-529">
            <a:extLst>
              <a:ext uri="{FF2B5EF4-FFF2-40B4-BE49-F238E27FC236}">
                <a16:creationId xmlns:a16="http://schemas.microsoft.com/office/drawing/2014/main" id="{0A5CFBB1-A76C-428E-9CBA-6FBE9B35A75A}"/>
              </a:ext>
            </a:extLst>
          </p:cNvPr>
          <p:cNvSpPr>
            <a:spLocks noGrp="1"/>
          </p:cNvSpPr>
          <p:nvPr/>
        </p:nvSpPr>
        <p:spPr>
          <a:xfrm>
            <a:off x="58528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c/pca-SPRSound-530">
            <a:extLst>
              <a:ext uri="{FF2B5EF4-FFF2-40B4-BE49-F238E27FC236}">
                <a16:creationId xmlns:a16="http://schemas.microsoft.com/office/drawing/2014/main" id="{BD9C0BBD-6915-42AA-B944-0DE2B800F2DD}"/>
              </a:ext>
            </a:extLst>
          </p:cNvPr>
          <p:cNvSpPr>
            <a:spLocks noGrp="1"/>
          </p:cNvSpPr>
          <p:nvPr/>
        </p:nvSpPr>
        <p:spPr>
          <a:xfrm>
            <a:off x="58136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c/pca-SPRSound-531">
            <a:extLst>
              <a:ext uri="{FF2B5EF4-FFF2-40B4-BE49-F238E27FC236}">
                <a16:creationId xmlns:a16="http://schemas.microsoft.com/office/drawing/2014/main" id="{FEEF5724-E44E-4EE2-9B9B-1E304C04AC6F}"/>
              </a:ext>
            </a:extLst>
          </p:cNvPr>
          <p:cNvSpPr>
            <a:spLocks noGrp="1"/>
          </p:cNvSpPr>
          <p:nvPr/>
        </p:nvSpPr>
        <p:spPr>
          <a:xfrm>
            <a:off x="58228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c/pca-SPRSound-532">
            <a:extLst>
              <a:ext uri="{FF2B5EF4-FFF2-40B4-BE49-F238E27FC236}">
                <a16:creationId xmlns:a16="http://schemas.microsoft.com/office/drawing/2014/main" id="{BACAF688-D5F8-4E67-B435-1605C774D923}"/>
              </a:ext>
            </a:extLst>
          </p:cNvPr>
          <p:cNvSpPr>
            <a:spLocks noGrp="1"/>
          </p:cNvSpPr>
          <p:nvPr/>
        </p:nvSpPr>
        <p:spPr>
          <a:xfrm>
            <a:off x="58109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c/pca-SPRSound-533">
            <a:extLst>
              <a:ext uri="{FF2B5EF4-FFF2-40B4-BE49-F238E27FC236}">
                <a16:creationId xmlns:a16="http://schemas.microsoft.com/office/drawing/2014/main" id="{432E830F-C610-4AB8-BEC9-AB122AFB183C}"/>
              </a:ext>
            </a:extLst>
          </p:cNvPr>
          <p:cNvSpPr>
            <a:spLocks noGrp="1"/>
          </p:cNvSpPr>
          <p:nvPr/>
        </p:nvSpPr>
        <p:spPr>
          <a:xfrm>
            <a:off x="57989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c/pca-SPRSound-534">
            <a:extLst>
              <a:ext uri="{FF2B5EF4-FFF2-40B4-BE49-F238E27FC236}">
                <a16:creationId xmlns:a16="http://schemas.microsoft.com/office/drawing/2014/main" id="{E3FD0683-EBFD-4C35-AF75-F21950FFDE2D}"/>
              </a:ext>
            </a:extLst>
          </p:cNvPr>
          <p:cNvSpPr>
            <a:spLocks noGrp="1"/>
          </p:cNvSpPr>
          <p:nvPr/>
        </p:nvSpPr>
        <p:spPr>
          <a:xfrm>
            <a:off x="58181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c/pca-SPRSound-535">
            <a:extLst>
              <a:ext uri="{FF2B5EF4-FFF2-40B4-BE49-F238E27FC236}">
                <a16:creationId xmlns:a16="http://schemas.microsoft.com/office/drawing/2014/main" id="{BA22BA79-AEBB-475B-A8A6-8A4616E51CAF}"/>
              </a:ext>
            </a:extLst>
          </p:cNvPr>
          <p:cNvSpPr>
            <a:spLocks noGrp="1"/>
          </p:cNvSpPr>
          <p:nvPr/>
        </p:nvSpPr>
        <p:spPr>
          <a:xfrm>
            <a:off x="57866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c/pca-SPRSound-536">
            <a:extLst>
              <a:ext uri="{FF2B5EF4-FFF2-40B4-BE49-F238E27FC236}">
                <a16:creationId xmlns:a16="http://schemas.microsoft.com/office/drawing/2014/main" id="{E5011F82-122A-4D91-8C2C-2C383178B289}"/>
              </a:ext>
            </a:extLst>
          </p:cNvPr>
          <p:cNvSpPr>
            <a:spLocks noGrp="1"/>
          </p:cNvSpPr>
          <p:nvPr/>
        </p:nvSpPr>
        <p:spPr>
          <a:xfrm>
            <a:off x="58092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c/pca-SPRSound-537">
            <a:extLst>
              <a:ext uri="{FF2B5EF4-FFF2-40B4-BE49-F238E27FC236}">
                <a16:creationId xmlns:a16="http://schemas.microsoft.com/office/drawing/2014/main" id="{F5AD02EB-DBFE-4533-9101-CD2F805594F4}"/>
              </a:ext>
            </a:extLst>
          </p:cNvPr>
          <p:cNvSpPr>
            <a:spLocks noGrp="1"/>
          </p:cNvSpPr>
          <p:nvPr/>
        </p:nvSpPr>
        <p:spPr>
          <a:xfrm>
            <a:off x="58067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c/pca-SPRSound-538">
            <a:extLst>
              <a:ext uri="{FF2B5EF4-FFF2-40B4-BE49-F238E27FC236}">
                <a16:creationId xmlns:a16="http://schemas.microsoft.com/office/drawing/2014/main" id="{36841697-A80B-44F8-930E-6A5DDB18B632}"/>
              </a:ext>
            </a:extLst>
          </p:cNvPr>
          <p:cNvSpPr>
            <a:spLocks noGrp="1"/>
          </p:cNvSpPr>
          <p:nvPr/>
        </p:nvSpPr>
        <p:spPr>
          <a:xfrm>
            <a:off x="57935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c/pca-SPRSound-539">
            <a:extLst>
              <a:ext uri="{FF2B5EF4-FFF2-40B4-BE49-F238E27FC236}">
                <a16:creationId xmlns:a16="http://schemas.microsoft.com/office/drawing/2014/main" id="{B8C808C1-E160-44FC-946D-DF64F2893995}"/>
              </a:ext>
            </a:extLst>
          </p:cNvPr>
          <p:cNvSpPr>
            <a:spLocks noGrp="1"/>
          </p:cNvSpPr>
          <p:nvPr/>
        </p:nvSpPr>
        <p:spPr>
          <a:xfrm>
            <a:off x="57759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c/pca-SPRSound-540">
            <a:extLst>
              <a:ext uri="{FF2B5EF4-FFF2-40B4-BE49-F238E27FC236}">
                <a16:creationId xmlns:a16="http://schemas.microsoft.com/office/drawing/2014/main" id="{44F7DCF1-69CD-46B9-9C95-5AB5E7953C38}"/>
              </a:ext>
            </a:extLst>
          </p:cNvPr>
          <p:cNvSpPr>
            <a:spLocks noGrp="1"/>
          </p:cNvSpPr>
          <p:nvPr/>
        </p:nvSpPr>
        <p:spPr>
          <a:xfrm>
            <a:off x="58559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c/pca-SPRSound-541">
            <a:extLst>
              <a:ext uri="{FF2B5EF4-FFF2-40B4-BE49-F238E27FC236}">
                <a16:creationId xmlns:a16="http://schemas.microsoft.com/office/drawing/2014/main" id="{28C15CA7-0961-401F-8F59-7A01980271C5}"/>
              </a:ext>
            </a:extLst>
          </p:cNvPr>
          <p:cNvSpPr>
            <a:spLocks noGrp="1"/>
          </p:cNvSpPr>
          <p:nvPr/>
        </p:nvSpPr>
        <p:spPr>
          <a:xfrm>
            <a:off x="57626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c/pca-SPRSound-542">
            <a:extLst>
              <a:ext uri="{FF2B5EF4-FFF2-40B4-BE49-F238E27FC236}">
                <a16:creationId xmlns:a16="http://schemas.microsoft.com/office/drawing/2014/main" id="{9D4B8488-11D2-4194-A571-BDF5CD065AE2}"/>
              </a:ext>
            </a:extLst>
          </p:cNvPr>
          <p:cNvSpPr>
            <a:spLocks noGrp="1"/>
          </p:cNvSpPr>
          <p:nvPr/>
        </p:nvSpPr>
        <p:spPr>
          <a:xfrm>
            <a:off x="58065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c/pca-SPRSound-543">
            <a:extLst>
              <a:ext uri="{FF2B5EF4-FFF2-40B4-BE49-F238E27FC236}">
                <a16:creationId xmlns:a16="http://schemas.microsoft.com/office/drawing/2014/main" id="{EC1A7C17-F3DD-46BA-803A-AA5831ABB29F}"/>
              </a:ext>
            </a:extLst>
          </p:cNvPr>
          <p:cNvSpPr>
            <a:spLocks noGrp="1"/>
          </p:cNvSpPr>
          <p:nvPr/>
        </p:nvSpPr>
        <p:spPr>
          <a:xfrm>
            <a:off x="58093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c/pca-SPRSound-544">
            <a:extLst>
              <a:ext uri="{FF2B5EF4-FFF2-40B4-BE49-F238E27FC236}">
                <a16:creationId xmlns:a16="http://schemas.microsoft.com/office/drawing/2014/main" id="{75E425C3-49D8-4FEC-AA75-2D2D5FE2C641}"/>
              </a:ext>
            </a:extLst>
          </p:cNvPr>
          <p:cNvSpPr>
            <a:spLocks noGrp="1"/>
          </p:cNvSpPr>
          <p:nvPr/>
        </p:nvSpPr>
        <p:spPr>
          <a:xfrm>
            <a:off x="58527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c/pca-SPRSound-545">
            <a:extLst>
              <a:ext uri="{FF2B5EF4-FFF2-40B4-BE49-F238E27FC236}">
                <a16:creationId xmlns:a16="http://schemas.microsoft.com/office/drawing/2014/main" id="{BF3F5CF8-EBB0-4870-9A8D-1C0D7798F3AA}"/>
              </a:ext>
            </a:extLst>
          </p:cNvPr>
          <p:cNvSpPr>
            <a:spLocks noGrp="1"/>
          </p:cNvSpPr>
          <p:nvPr/>
        </p:nvSpPr>
        <p:spPr>
          <a:xfrm>
            <a:off x="57651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c/pca-SPRSound-546">
            <a:extLst>
              <a:ext uri="{FF2B5EF4-FFF2-40B4-BE49-F238E27FC236}">
                <a16:creationId xmlns:a16="http://schemas.microsoft.com/office/drawing/2014/main" id="{220B9900-B227-436F-8BAC-514D8F3A6521}"/>
              </a:ext>
            </a:extLst>
          </p:cNvPr>
          <p:cNvSpPr>
            <a:spLocks noGrp="1"/>
          </p:cNvSpPr>
          <p:nvPr/>
        </p:nvSpPr>
        <p:spPr>
          <a:xfrm>
            <a:off x="57877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c/pca-SPRSound-547">
            <a:extLst>
              <a:ext uri="{FF2B5EF4-FFF2-40B4-BE49-F238E27FC236}">
                <a16:creationId xmlns:a16="http://schemas.microsoft.com/office/drawing/2014/main" id="{4C9A95F5-3D54-4694-A631-484DF35F131E}"/>
              </a:ext>
            </a:extLst>
          </p:cNvPr>
          <p:cNvSpPr>
            <a:spLocks noGrp="1"/>
          </p:cNvSpPr>
          <p:nvPr/>
        </p:nvSpPr>
        <p:spPr>
          <a:xfrm>
            <a:off x="58855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c/pca-SPRSound-548">
            <a:extLst>
              <a:ext uri="{FF2B5EF4-FFF2-40B4-BE49-F238E27FC236}">
                <a16:creationId xmlns:a16="http://schemas.microsoft.com/office/drawing/2014/main" id="{06E9CE97-EEFE-423E-9C26-708B9E74FFCB}"/>
              </a:ext>
            </a:extLst>
          </p:cNvPr>
          <p:cNvSpPr>
            <a:spLocks noGrp="1"/>
          </p:cNvSpPr>
          <p:nvPr/>
        </p:nvSpPr>
        <p:spPr>
          <a:xfrm>
            <a:off x="57773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c/pca-SPRSound-549">
            <a:extLst>
              <a:ext uri="{FF2B5EF4-FFF2-40B4-BE49-F238E27FC236}">
                <a16:creationId xmlns:a16="http://schemas.microsoft.com/office/drawing/2014/main" id="{FDA98CB3-3095-48F8-861D-6E35DCEFE3B3}"/>
              </a:ext>
            </a:extLst>
          </p:cNvPr>
          <p:cNvSpPr>
            <a:spLocks noGrp="1"/>
          </p:cNvSpPr>
          <p:nvPr/>
        </p:nvSpPr>
        <p:spPr>
          <a:xfrm>
            <a:off x="58056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c/pca-SPRSound-550">
            <a:extLst>
              <a:ext uri="{FF2B5EF4-FFF2-40B4-BE49-F238E27FC236}">
                <a16:creationId xmlns:a16="http://schemas.microsoft.com/office/drawing/2014/main" id="{A18558BD-133B-400B-981A-F76B8A10ED1D}"/>
              </a:ext>
            </a:extLst>
          </p:cNvPr>
          <p:cNvSpPr>
            <a:spLocks noGrp="1"/>
          </p:cNvSpPr>
          <p:nvPr/>
        </p:nvSpPr>
        <p:spPr>
          <a:xfrm>
            <a:off x="58352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c/pca-SPRSound-551">
            <a:extLst>
              <a:ext uri="{FF2B5EF4-FFF2-40B4-BE49-F238E27FC236}">
                <a16:creationId xmlns:a16="http://schemas.microsoft.com/office/drawing/2014/main" id="{2244C892-AFD2-4412-8BE3-574500684FBA}"/>
              </a:ext>
            </a:extLst>
          </p:cNvPr>
          <p:cNvSpPr>
            <a:spLocks noGrp="1"/>
          </p:cNvSpPr>
          <p:nvPr/>
        </p:nvSpPr>
        <p:spPr>
          <a:xfrm>
            <a:off x="58378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c/pca-SPRSound-552">
            <a:extLst>
              <a:ext uri="{FF2B5EF4-FFF2-40B4-BE49-F238E27FC236}">
                <a16:creationId xmlns:a16="http://schemas.microsoft.com/office/drawing/2014/main" id="{F0D1C0BD-6DE9-4AF0-AB41-02FA510DAB03}"/>
              </a:ext>
            </a:extLst>
          </p:cNvPr>
          <p:cNvSpPr>
            <a:spLocks noGrp="1"/>
          </p:cNvSpPr>
          <p:nvPr/>
        </p:nvSpPr>
        <p:spPr>
          <a:xfrm>
            <a:off x="57646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c/pca-SPRSound-553">
            <a:extLst>
              <a:ext uri="{FF2B5EF4-FFF2-40B4-BE49-F238E27FC236}">
                <a16:creationId xmlns:a16="http://schemas.microsoft.com/office/drawing/2014/main" id="{735B8B99-F89C-4E34-A7C4-27955A05CFAA}"/>
              </a:ext>
            </a:extLst>
          </p:cNvPr>
          <p:cNvSpPr>
            <a:spLocks noGrp="1"/>
          </p:cNvSpPr>
          <p:nvPr/>
        </p:nvSpPr>
        <p:spPr>
          <a:xfrm>
            <a:off x="57897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c/pca-SPRSound-554">
            <a:extLst>
              <a:ext uri="{FF2B5EF4-FFF2-40B4-BE49-F238E27FC236}">
                <a16:creationId xmlns:a16="http://schemas.microsoft.com/office/drawing/2014/main" id="{A6EC3E4C-B44A-4535-A022-B844AC1CFE9A}"/>
              </a:ext>
            </a:extLst>
          </p:cNvPr>
          <p:cNvSpPr>
            <a:spLocks noGrp="1"/>
          </p:cNvSpPr>
          <p:nvPr/>
        </p:nvSpPr>
        <p:spPr>
          <a:xfrm>
            <a:off x="58265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c/pca-SPRSound-555">
            <a:extLst>
              <a:ext uri="{FF2B5EF4-FFF2-40B4-BE49-F238E27FC236}">
                <a16:creationId xmlns:a16="http://schemas.microsoft.com/office/drawing/2014/main" id="{B6FE5D14-2C93-48D8-89BC-C69E2EC0333B}"/>
              </a:ext>
            </a:extLst>
          </p:cNvPr>
          <p:cNvSpPr>
            <a:spLocks noGrp="1"/>
          </p:cNvSpPr>
          <p:nvPr/>
        </p:nvSpPr>
        <p:spPr>
          <a:xfrm>
            <a:off x="57924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c/pca-SPRSound-556">
            <a:extLst>
              <a:ext uri="{FF2B5EF4-FFF2-40B4-BE49-F238E27FC236}">
                <a16:creationId xmlns:a16="http://schemas.microsoft.com/office/drawing/2014/main" id="{41747E1A-96FA-41C3-9248-6ABE431E1591}"/>
              </a:ext>
            </a:extLst>
          </p:cNvPr>
          <p:cNvSpPr>
            <a:spLocks noGrp="1"/>
          </p:cNvSpPr>
          <p:nvPr/>
        </p:nvSpPr>
        <p:spPr>
          <a:xfrm>
            <a:off x="58790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c/pca-SPRSound-557">
            <a:extLst>
              <a:ext uri="{FF2B5EF4-FFF2-40B4-BE49-F238E27FC236}">
                <a16:creationId xmlns:a16="http://schemas.microsoft.com/office/drawing/2014/main" id="{FA78C5DF-DD08-4DB3-A69F-CADE786BE6ED}"/>
              </a:ext>
            </a:extLst>
          </p:cNvPr>
          <p:cNvSpPr>
            <a:spLocks noGrp="1"/>
          </p:cNvSpPr>
          <p:nvPr/>
        </p:nvSpPr>
        <p:spPr>
          <a:xfrm>
            <a:off x="58641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c/pca-SPRSound-558">
            <a:extLst>
              <a:ext uri="{FF2B5EF4-FFF2-40B4-BE49-F238E27FC236}">
                <a16:creationId xmlns:a16="http://schemas.microsoft.com/office/drawing/2014/main" id="{F7451294-D99D-4A56-8AFA-C66D19735525}"/>
              </a:ext>
            </a:extLst>
          </p:cNvPr>
          <p:cNvSpPr>
            <a:spLocks noGrp="1"/>
          </p:cNvSpPr>
          <p:nvPr/>
        </p:nvSpPr>
        <p:spPr>
          <a:xfrm>
            <a:off x="57505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c/pca-SPRSound-559">
            <a:extLst>
              <a:ext uri="{FF2B5EF4-FFF2-40B4-BE49-F238E27FC236}">
                <a16:creationId xmlns:a16="http://schemas.microsoft.com/office/drawing/2014/main" id="{BDF03579-9F7F-41C0-855E-79D4227CA771}"/>
              </a:ext>
            </a:extLst>
          </p:cNvPr>
          <p:cNvSpPr>
            <a:spLocks noGrp="1"/>
          </p:cNvSpPr>
          <p:nvPr/>
        </p:nvSpPr>
        <p:spPr>
          <a:xfrm>
            <a:off x="59196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c/pca-SPRSound-560">
            <a:extLst>
              <a:ext uri="{FF2B5EF4-FFF2-40B4-BE49-F238E27FC236}">
                <a16:creationId xmlns:a16="http://schemas.microsoft.com/office/drawing/2014/main" id="{D6739E7B-90D7-4736-A38C-0AC190CB50CE}"/>
              </a:ext>
            </a:extLst>
          </p:cNvPr>
          <p:cNvSpPr>
            <a:spLocks noGrp="1"/>
          </p:cNvSpPr>
          <p:nvPr/>
        </p:nvSpPr>
        <p:spPr>
          <a:xfrm>
            <a:off x="58801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c/pca-HF_Lung-000">
            <a:extLst>
              <a:ext uri="{FF2B5EF4-FFF2-40B4-BE49-F238E27FC236}">
                <a16:creationId xmlns:a16="http://schemas.microsoft.com/office/drawing/2014/main" id="{BCA1A74D-C15E-49D9-BB57-6303CC86CD36}"/>
              </a:ext>
            </a:extLst>
          </p:cNvPr>
          <p:cNvSpPr>
            <a:spLocks noGrp="1"/>
          </p:cNvSpPr>
          <p:nvPr/>
        </p:nvSpPr>
        <p:spPr>
          <a:xfrm>
            <a:off x="6014541" y="1628613"/>
            <a:ext cx="16618" cy="16618"/>
          </a:xfrm>
          <a:prstGeom prst="rect">
            <a:avLst/>
          </a:prstGeom>
          <a:solidFill>
            <a:srgbClr val="9365A9">
              <a:alpha val="64000"/>
            </a:srgbClr>
          </a:solidFill>
          <a:ln w="0">
            <a:noFill/>
          </a:ln>
        </p:spPr>
        <p:txBody>
          <a:bodyPr/>
          <a:lstStyle/>
          <a:p>
            <a:endParaRPr lang="en-US"/>
          </a:p>
        </p:txBody>
      </p:sp>
      <p:sp>
        <p:nvSpPr>
          <p:cNvPr id="677" name="c/pca-HF_Lung-001">
            <a:extLst>
              <a:ext uri="{FF2B5EF4-FFF2-40B4-BE49-F238E27FC236}">
                <a16:creationId xmlns:a16="http://schemas.microsoft.com/office/drawing/2014/main" id="{C1546F38-727A-490F-80C9-70157DC6122F}"/>
              </a:ext>
            </a:extLst>
          </p:cNvPr>
          <p:cNvSpPr>
            <a:spLocks noGrp="1"/>
          </p:cNvSpPr>
          <p:nvPr/>
        </p:nvSpPr>
        <p:spPr>
          <a:xfrm>
            <a:off x="5942319" y="1684003"/>
            <a:ext cx="16618" cy="16618"/>
          </a:xfrm>
          <a:prstGeom prst="rect">
            <a:avLst/>
          </a:prstGeom>
          <a:solidFill>
            <a:srgbClr val="9365A9">
              <a:alpha val="64000"/>
            </a:srgbClr>
          </a:solidFill>
          <a:ln w="0">
            <a:noFill/>
          </a:ln>
        </p:spPr>
        <p:txBody>
          <a:bodyPr/>
          <a:lstStyle/>
          <a:p>
            <a:endParaRPr lang="en-US"/>
          </a:p>
        </p:txBody>
      </p:sp>
      <p:sp>
        <p:nvSpPr>
          <p:cNvPr id="678" name="c/pca-HF_Lung-002">
            <a:extLst>
              <a:ext uri="{FF2B5EF4-FFF2-40B4-BE49-F238E27FC236}">
                <a16:creationId xmlns:a16="http://schemas.microsoft.com/office/drawing/2014/main" id="{BB87C013-C4A5-496C-B55D-B92F19EFBD52}"/>
              </a:ext>
            </a:extLst>
          </p:cNvPr>
          <p:cNvSpPr>
            <a:spLocks noGrp="1"/>
          </p:cNvSpPr>
          <p:nvPr/>
        </p:nvSpPr>
        <p:spPr>
          <a:xfrm>
            <a:off x="5949078" y="1627682"/>
            <a:ext cx="16618" cy="16618"/>
          </a:xfrm>
          <a:prstGeom prst="rect">
            <a:avLst/>
          </a:prstGeom>
          <a:solidFill>
            <a:srgbClr val="9365A9">
              <a:alpha val="64000"/>
            </a:srgbClr>
          </a:solidFill>
          <a:ln w="0">
            <a:noFill/>
          </a:ln>
        </p:spPr>
        <p:txBody>
          <a:bodyPr/>
          <a:lstStyle/>
          <a:p>
            <a:endParaRPr lang="en-US"/>
          </a:p>
        </p:txBody>
      </p:sp>
      <p:sp>
        <p:nvSpPr>
          <p:cNvPr id="679" name="c/pca-HF_Lung-003">
            <a:extLst>
              <a:ext uri="{FF2B5EF4-FFF2-40B4-BE49-F238E27FC236}">
                <a16:creationId xmlns:a16="http://schemas.microsoft.com/office/drawing/2014/main" id="{8D770C00-F178-4070-B6E3-7D05F82EC20B}"/>
              </a:ext>
            </a:extLst>
          </p:cNvPr>
          <p:cNvSpPr>
            <a:spLocks noGrp="1"/>
          </p:cNvSpPr>
          <p:nvPr/>
        </p:nvSpPr>
        <p:spPr>
          <a:xfrm>
            <a:off x="5967547" y="1601695"/>
            <a:ext cx="16618" cy="16618"/>
          </a:xfrm>
          <a:prstGeom prst="rect">
            <a:avLst/>
          </a:prstGeom>
          <a:solidFill>
            <a:srgbClr val="9365A9">
              <a:alpha val="64000"/>
            </a:srgbClr>
          </a:solidFill>
          <a:ln w="0">
            <a:noFill/>
          </a:ln>
        </p:spPr>
        <p:txBody>
          <a:bodyPr/>
          <a:lstStyle/>
          <a:p>
            <a:endParaRPr lang="en-US"/>
          </a:p>
        </p:txBody>
      </p:sp>
      <p:sp>
        <p:nvSpPr>
          <p:cNvPr id="680" name="c/pca-HF_Lung-004">
            <a:extLst>
              <a:ext uri="{FF2B5EF4-FFF2-40B4-BE49-F238E27FC236}">
                <a16:creationId xmlns:a16="http://schemas.microsoft.com/office/drawing/2014/main" id="{EC8FDA73-5854-42FC-B1E2-FA58CA047FDB}"/>
              </a:ext>
            </a:extLst>
          </p:cNvPr>
          <p:cNvSpPr>
            <a:spLocks noGrp="1"/>
          </p:cNvSpPr>
          <p:nvPr/>
        </p:nvSpPr>
        <p:spPr>
          <a:xfrm>
            <a:off x="5971121" y="1518634"/>
            <a:ext cx="16618" cy="16618"/>
          </a:xfrm>
          <a:prstGeom prst="rect">
            <a:avLst/>
          </a:prstGeom>
          <a:solidFill>
            <a:srgbClr val="9365A9">
              <a:alpha val="64000"/>
            </a:srgbClr>
          </a:solidFill>
          <a:ln w="0">
            <a:noFill/>
          </a:ln>
        </p:spPr>
        <p:txBody>
          <a:bodyPr/>
          <a:lstStyle/>
          <a:p>
            <a:endParaRPr lang="en-US"/>
          </a:p>
        </p:txBody>
      </p:sp>
      <p:sp>
        <p:nvSpPr>
          <p:cNvPr id="681" name="c/pca-HF_Lung-005">
            <a:extLst>
              <a:ext uri="{FF2B5EF4-FFF2-40B4-BE49-F238E27FC236}">
                <a16:creationId xmlns:a16="http://schemas.microsoft.com/office/drawing/2014/main" id="{93F934F7-4A13-4963-9DD0-C752009DFC59}"/>
              </a:ext>
            </a:extLst>
          </p:cNvPr>
          <p:cNvSpPr>
            <a:spLocks noGrp="1"/>
          </p:cNvSpPr>
          <p:nvPr/>
        </p:nvSpPr>
        <p:spPr>
          <a:xfrm>
            <a:off x="5963497" y="1632604"/>
            <a:ext cx="16618" cy="16618"/>
          </a:xfrm>
          <a:prstGeom prst="rect">
            <a:avLst/>
          </a:prstGeom>
          <a:solidFill>
            <a:srgbClr val="9365A9">
              <a:alpha val="64000"/>
            </a:srgbClr>
          </a:solidFill>
          <a:ln w="0">
            <a:noFill/>
          </a:ln>
        </p:spPr>
        <p:txBody>
          <a:bodyPr/>
          <a:lstStyle/>
          <a:p>
            <a:endParaRPr lang="en-US"/>
          </a:p>
        </p:txBody>
      </p:sp>
      <p:sp>
        <p:nvSpPr>
          <p:cNvPr id="682" name="c/pca-HF_Lung-006">
            <a:extLst>
              <a:ext uri="{FF2B5EF4-FFF2-40B4-BE49-F238E27FC236}">
                <a16:creationId xmlns:a16="http://schemas.microsoft.com/office/drawing/2014/main" id="{2F4BC540-930B-440F-A36D-39F86DF13254}"/>
              </a:ext>
            </a:extLst>
          </p:cNvPr>
          <p:cNvSpPr>
            <a:spLocks noGrp="1"/>
          </p:cNvSpPr>
          <p:nvPr/>
        </p:nvSpPr>
        <p:spPr>
          <a:xfrm>
            <a:off x="5872808" y="1718531"/>
            <a:ext cx="16618" cy="16618"/>
          </a:xfrm>
          <a:prstGeom prst="rect">
            <a:avLst/>
          </a:prstGeom>
          <a:solidFill>
            <a:srgbClr val="9365A9">
              <a:alpha val="64000"/>
            </a:srgbClr>
          </a:solidFill>
          <a:ln w="0">
            <a:noFill/>
          </a:ln>
        </p:spPr>
        <p:txBody>
          <a:bodyPr/>
          <a:lstStyle/>
          <a:p>
            <a:endParaRPr lang="en-US"/>
          </a:p>
        </p:txBody>
      </p:sp>
      <p:sp>
        <p:nvSpPr>
          <p:cNvPr id="683" name="c/pca-HF_Lung-007">
            <a:extLst>
              <a:ext uri="{FF2B5EF4-FFF2-40B4-BE49-F238E27FC236}">
                <a16:creationId xmlns:a16="http://schemas.microsoft.com/office/drawing/2014/main" id="{68B2ECDA-CE89-43E4-A046-A0EE0D459457}"/>
              </a:ext>
            </a:extLst>
          </p:cNvPr>
          <p:cNvSpPr>
            <a:spLocks noGrp="1"/>
          </p:cNvSpPr>
          <p:nvPr/>
        </p:nvSpPr>
        <p:spPr>
          <a:xfrm>
            <a:off x="5953756" y="1650808"/>
            <a:ext cx="16618" cy="16618"/>
          </a:xfrm>
          <a:prstGeom prst="rect">
            <a:avLst/>
          </a:prstGeom>
          <a:solidFill>
            <a:srgbClr val="9365A9">
              <a:alpha val="64000"/>
            </a:srgbClr>
          </a:solidFill>
          <a:ln w="0">
            <a:noFill/>
          </a:ln>
        </p:spPr>
        <p:txBody>
          <a:bodyPr/>
          <a:lstStyle/>
          <a:p>
            <a:endParaRPr lang="en-US"/>
          </a:p>
        </p:txBody>
      </p:sp>
      <p:sp>
        <p:nvSpPr>
          <p:cNvPr id="684" name="c/pca-HF_Lung-008">
            <a:extLst>
              <a:ext uri="{FF2B5EF4-FFF2-40B4-BE49-F238E27FC236}">
                <a16:creationId xmlns:a16="http://schemas.microsoft.com/office/drawing/2014/main" id="{99F2AE58-F3ED-4291-A59B-8805D62D59EB}"/>
              </a:ext>
            </a:extLst>
          </p:cNvPr>
          <p:cNvSpPr>
            <a:spLocks noGrp="1"/>
          </p:cNvSpPr>
          <p:nvPr/>
        </p:nvSpPr>
        <p:spPr>
          <a:xfrm>
            <a:off x="5993615" y="1714505"/>
            <a:ext cx="16618" cy="16618"/>
          </a:xfrm>
          <a:prstGeom prst="rect">
            <a:avLst/>
          </a:prstGeom>
          <a:solidFill>
            <a:srgbClr val="9365A9">
              <a:alpha val="64000"/>
            </a:srgbClr>
          </a:solidFill>
          <a:ln w="0">
            <a:noFill/>
          </a:ln>
        </p:spPr>
        <p:txBody>
          <a:bodyPr/>
          <a:lstStyle/>
          <a:p>
            <a:endParaRPr lang="en-US"/>
          </a:p>
        </p:txBody>
      </p:sp>
      <p:sp>
        <p:nvSpPr>
          <p:cNvPr id="685" name="c/pca-HF_Lung-009">
            <a:extLst>
              <a:ext uri="{FF2B5EF4-FFF2-40B4-BE49-F238E27FC236}">
                <a16:creationId xmlns:a16="http://schemas.microsoft.com/office/drawing/2014/main" id="{8FEDEF89-1622-4A6C-B852-A2BF3FB799EF}"/>
              </a:ext>
            </a:extLst>
          </p:cNvPr>
          <p:cNvSpPr>
            <a:spLocks noGrp="1"/>
          </p:cNvSpPr>
          <p:nvPr/>
        </p:nvSpPr>
        <p:spPr>
          <a:xfrm>
            <a:off x="5951618" y="1636632"/>
            <a:ext cx="16618" cy="16618"/>
          </a:xfrm>
          <a:prstGeom prst="rect">
            <a:avLst/>
          </a:prstGeom>
          <a:solidFill>
            <a:srgbClr val="9365A9">
              <a:alpha val="64000"/>
            </a:srgbClr>
          </a:solidFill>
          <a:ln w="0">
            <a:noFill/>
          </a:ln>
        </p:spPr>
        <p:txBody>
          <a:bodyPr/>
          <a:lstStyle/>
          <a:p>
            <a:endParaRPr lang="en-US"/>
          </a:p>
        </p:txBody>
      </p:sp>
      <p:sp>
        <p:nvSpPr>
          <p:cNvPr id="686" name="c/pca-HF_Lung-010">
            <a:extLst>
              <a:ext uri="{FF2B5EF4-FFF2-40B4-BE49-F238E27FC236}">
                <a16:creationId xmlns:a16="http://schemas.microsoft.com/office/drawing/2014/main" id="{193C69A6-7745-4949-ABE5-16DFCA30C5C8}"/>
              </a:ext>
            </a:extLst>
          </p:cNvPr>
          <p:cNvSpPr>
            <a:spLocks noGrp="1"/>
          </p:cNvSpPr>
          <p:nvPr/>
        </p:nvSpPr>
        <p:spPr>
          <a:xfrm>
            <a:off x="5914259" y="1640633"/>
            <a:ext cx="16618" cy="16618"/>
          </a:xfrm>
          <a:prstGeom prst="rect">
            <a:avLst/>
          </a:prstGeom>
          <a:solidFill>
            <a:srgbClr val="9365A9">
              <a:alpha val="64000"/>
            </a:srgbClr>
          </a:solidFill>
          <a:ln w="0">
            <a:noFill/>
          </a:ln>
        </p:spPr>
        <p:txBody>
          <a:bodyPr/>
          <a:lstStyle/>
          <a:p>
            <a:endParaRPr lang="en-US"/>
          </a:p>
        </p:txBody>
      </p:sp>
      <p:sp>
        <p:nvSpPr>
          <p:cNvPr id="687" name="c/pca-HF_Lung-011">
            <a:extLst>
              <a:ext uri="{FF2B5EF4-FFF2-40B4-BE49-F238E27FC236}">
                <a16:creationId xmlns:a16="http://schemas.microsoft.com/office/drawing/2014/main" id="{D37D0BCB-9EF5-4C78-8A7B-DF41330E0C17}"/>
              </a:ext>
            </a:extLst>
          </p:cNvPr>
          <p:cNvSpPr>
            <a:spLocks noGrp="1"/>
          </p:cNvSpPr>
          <p:nvPr/>
        </p:nvSpPr>
        <p:spPr>
          <a:xfrm>
            <a:off x="6000559" y="1614394"/>
            <a:ext cx="16618" cy="16618"/>
          </a:xfrm>
          <a:prstGeom prst="rect">
            <a:avLst/>
          </a:prstGeom>
          <a:solidFill>
            <a:srgbClr val="9365A9">
              <a:alpha val="64000"/>
            </a:srgbClr>
          </a:solidFill>
          <a:ln w="0">
            <a:noFill/>
          </a:ln>
        </p:spPr>
        <p:txBody>
          <a:bodyPr/>
          <a:lstStyle/>
          <a:p>
            <a:endParaRPr lang="en-US"/>
          </a:p>
        </p:txBody>
      </p:sp>
      <p:sp>
        <p:nvSpPr>
          <p:cNvPr id="688" name="c/pca-HF_Lung-012">
            <a:extLst>
              <a:ext uri="{FF2B5EF4-FFF2-40B4-BE49-F238E27FC236}">
                <a16:creationId xmlns:a16="http://schemas.microsoft.com/office/drawing/2014/main" id="{7E0FBFFF-189A-4BCF-977E-A376B038B7D0}"/>
              </a:ext>
            </a:extLst>
          </p:cNvPr>
          <p:cNvSpPr>
            <a:spLocks noGrp="1"/>
          </p:cNvSpPr>
          <p:nvPr/>
        </p:nvSpPr>
        <p:spPr>
          <a:xfrm>
            <a:off x="5930221" y="1650691"/>
            <a:ext cx="16618" cy="16618"/>
          </a:xfrm>
          <a:prstGeom prst="rect">
            <a:avLst/>
          </a:prstGeom>
          <a:solidFill>
            <a:srgbClr val="9365A9">
              <a:alpha val="64000"/>
            </a:srgbClr>
          </a:solidFill>
          <a:ln w="0">
            <a:noFill/>
          </a:ln>
        </p:spPr>
        <p:txBody>
          <a:bodyPr/>
          <a:lstStyle/>
          <a:p>
            <a:endParaRPr lang="en-US"/>
          </a:p>
        </p:txBody>
      </p:sp>
      <p:sp>
        <p:nvSpPr>
          <p:cNvPr id="689" name="c/pca-HF_Lung-013">
            <a:extLst>
              <a:ext uri="{FF2B5EF4-FFF2-40B4-BE49-F238E27FC236}">
                <a16:creationId xmlns:a16="http://schemas.microsoft.com/office/drawing/2014/main" id="{364E1D8C-E296-409D-8B84-2CFAC6CEBF51}"/>
              </a:ext>
            </a:extLst>
          </p:cNvPr>
          <p:cNvSpPr>
            <a:spLocks noGrp="1"/>
          </p:cNvSpPr>
          <p:nvPr/>
        </p:nvSpPr>
        <p:spPr>
          <a:xfrm>
            <a:off x="5945434" y="1586487"/>
            <a:ext cx="16618" cy="16618"/>
          </a:xfrm>
          <a:prstGeom prst="rect">
            <a:avLst/>
          </a:prstGeom>
          <a:solidFill>
            <a:srgbClr val="9365A9">
              <a:alpha val="64000"/>
            </a:srgbClr>
          </a:solidFill>
          <a:ln w="0">
            <a:noFill/>
          </a:ln>
        </p:spPr>
        <p:txBody>
          <a:bodyPr/>
          <a:lstStyle/>
          <a:p>
            <a:endParaRPr lang="en-US"/>
          </a:p>
        </p:txBody>
      </p:sp>
      <p:sp>
        <p:nvSpPr>
          <p:cNvPr id="690" name="c/pca-HF_Lung-014">
            <a:extLst>
              <a:ext uri="{FF2B5EF4-FFF2-40B4-BE49-F238E27FC236}">
                <a16:creationId xmlns:a16="http://schemas.microsoft.com/office/drawing/2014/main" id="{D8CF2861-18CF-445E-86B9-A7FED66A536A}"/>
              </a:ext>
            </a:extLst>
          </p:cNvPr>
          <p:cNvSpPr>
            <a:spLocks noGrp="1"/>
          </p:cNvSpPr>
          <p:nvPr/>
        </p:nvSpPr>
        <p:spPr>
          <a:xfrm>
            <a:off x="5969398" y="1714794"/>
            <a:ext cx="16618" cy="16618"/>
          </a:xfrm>
          <a:prstGeom prst="rect">
            <a:avLst/>
          </a:prstGeom>
          <a:solidFill>
            <a:srgbClr val="9365A9">
              <a:alpha val="64000"/>
            </a:srgbClr>
          </a:solidFill>
          <a:ln w="0">
            <a:noFill/>
          </a:ln>
        </p:spPr>
        <p:txBody>
          <a:bodyPr/>
          <a:lstStyle/>
          <a:p>
            <a:endParaRPr lang="en-US"/>
          </a:p>
        </p:txBody>
      </p:sp>
      <p:sp>
        <p:nvSpPr>
          <p:cNvPr id="691" name="c/pca-HF_Lung-015">
            <a:extLst>
              <a:ext uri="{FF2B5EF4-FFF2-40B4-BE49-F238E27FC236}">
                <a16:creationId xmlns:a16="http://schemas.microsoft.com/office/drawing/2014/main" id="{8D12CADB-C918-4B4A-98D0-81B835B070AB}"/>
              </a:ext>
            </a:extLst>
          </p:cNvPr>
          <p:cNvSpPr>
            <a:spLocks noGrp="1"/>
          </p:cNvSpPr>
          <p:nvPr/>
        </p:nvSpPr>
        <p:spPr>
          <a:xfrm>
            <a:off x="5952750" y="1570498"/>
            <a:ext cx="16618" cy="16618"/>
          </a:xfrm>
          <a:prstGeom prst="rect">
            <a:avLst/>
          </a:prstGeom>
          <a:solidFill>
            <a:srgbClr val="9365A9">
              <a:alpha val="64000"/>
            </a:srgbClr>
          </a:solidFill>
          <a:ln w="0">
            <a:noFill/>
          </a:ln>
        </p:spPr>
        <p:txBody>
          <a:bodyPr/>
          <a:lstStyle/>
          <a:p>
            <a:endParaRPr lang="en-US"/>
          </a:p>
        </p:txBody>
      </p:sp>
      <p:sp>
        <p:nvSpPr>
          <p:cNvPr id="692" name="c/pca-HF_Lung-016">
            <a:extLst>
              <a:ext uri="{FF2B5EF4-FFF2-40B4-BE49-F238E27FC236}">
                <a16:creationId xmlns:a16="http://schemas.microsoft.com/office/drawing/2014/main" id="{64FE0074-F65E-4220-AC06-251F5E23F316}"/>
              </a:ext>
            </a:extLst>
          </p:cNvPr>
          <p:cNvSpPr>
            <a:spLocks noGrp="1"/>
          </p:cNvSpPr>
          <p:nvPr/>
        </p:nvSpPr>
        <p:spPr>
          <a:xfrm>
            <a:off x="5875676" y="1690501"/>
            <a:ext cx="16618" cy="16618"/>
          </a:xfrm>
          <a:prstGeom prst="rect">
            <a:avLst/>
          </a:prstGeom>
          <a:solidFill>
            <a:srgbClr val="9365A9">
              <a:alpha val="64000"/>
            </a:srgbClr>
          </a:solidFill>
          <a:ln w="0">
            <a:noFill/>
          </a:ln>
        </p:spPr>
        <p:txBody>
          <a:bodyPr/>
          <a:lstStyle/>
          <a:p>
            <a:endParaRPr lang="en-US"/>
          </a:p>
        </p:txBody>
      </p:sp>
      <p:sp>
        <p:nvSpPr>
          <p:cNvPr id="693" name="c/pca-HF_Lung-017">
            <a:extLst>
              <a:ext uri="{FF2B5EF4-FFF2-40B4-BE49-F238E27FC236}">
                <a16:creationId xmlns:a16="http://schemas.microsoft.com/office/drawing/2014/main" id="{CBE1B0B6-CF68-4BC4-977F-3296FA1BA047}"/>
              </a:ext>
            </a:extLst>
          </p:cNvPr>
          <p:cNvSpPr>
            <a:spLocks noGrp="1"/>
          </p:cNvSpPr>
          <p:nvPr/>
        </p:nvSpPr>
        <p:spPr>
          <a:xfrm>
            <a:off x="5904974" y="1540574"/>
            <a:ext cx="16618" cy="16618"/>
          </a:xfrm>
          <a:prstGeom prst="rect">
            <a:avLst/>
          </a:prstGeom>
          <a:solidFill>
            <a:srgbClr val="9365A9">
              <a:alpha val="64000"/>
            </a:srgbClr>
          </a:solidFill>
          <a:ln w="0">
            <a:noFill/>
          </a:ln>
        </p:spPr>
        <p:txBody>
          <a:bodyPr/>
          <a:lstStyle/>
          <a:p>
            <a:endParaRPr lang="en-US"/>
          </a:p>
        </p:txBody>
      </p:sp>
      <p:sp>
        <p:nvSpPr>
          <p:cNvPr id="694" name="c/pca-HF_Lung-018">
            <a:extLst>
              <a:ext uri="{FF2B5EF4-FFF2-40B4-BE49-F238E27FC236}">
                <a16:creationId xmlns:a16="http://schemas.microsoft.com/office/drawing/2014/main" id="{B29713DA-2DB0-4EEE-8938-55E0E9C53232}"/>
              </a:ext>
            </a:extLst>
          </p:cNvPr>
          <p:cNvSpPr>
            <a:spLocks noGrp="1"/>
          </p:cNvSpPr>
          <p:nvPr/>
        </p:nvSpPr>
        <p:spPr>
          <a:xfrm>
            <a:off x="5940227" y="1695819"/>
            <a:ext cx="16618" cy="16618"/>
          </a:xfrm>
          <a:prstGeom prst="rect">
            <a:avLst/>
          </a:prstGeom>
          <a:solidFill>
            <a:srgbClr val="9365A9">
              <a:alpha val="64000"/>
            </a:srgbClr>
          </a:solidFill>
          <a:ln w="0">
            <a:noFill/>
          </a:ln>
        </p:spPr>
        <p:txBody>
          <a:bodyPr/>
          <a:lstStyle/>
          <a:p>
            <a:endParaRPr lang="en-US"/>
          </a:p>
        </p:txBody>
      </p:sp>
      <p:sp>
        <p:nvSpPr>
          <p:cNvPr id="695" name="c/pca-HF_Lung-019">
            <a:extLst>
              <a:ext uri="{FF2B5EF4-FFF2-40B4-BE49-F238E27FC236}">
                <a16:creationId xmlns:a16="http://schemas.microsoft.com/office/drawing/2014/main" id="{B4E92ED0-B7C1-41F2-918E-3793D628C2D6}"/>
              </a:ext>
            </a:extLst>
          </p:cNvPr>
          <p:cNvSpPr>
            <a:spLocks noGrp="1"/>
          </p:cNvSpPr>
          <p:nvPr/>
        </p:nvSpPr>
        <p:spPr>
          <a:xfrm>
            <a:off x="5941744" y="1707797"/>
            <a:ext cx="16618" cy="16618"/>
          </a:xfrm>
          <a:prstGeom prst="rect">
            <a:avLst/>
          </a:prstGeom>
          <a:solidFill>
            <a:srgbClr val="9365A9">
              <a:alpha val="64000"/>
            </a:srgbClr>
          </a:solidFill>
          <a:ln w="0">
            <a:noFill/>
          </a:ln>
        </p:spPr>
        <p:txBody>
          <a:bodyPr/>
          <a:lstStyle/>
          <a:p>
            <a:endParaRPr lang="en-US"/>
          </a:p>
        </p:txBody>
      </p:sp>
      <p:sp>
        <p:nvSpPr>
          <p:cNvPr id="696" name="c/pca-HF_Lung-020">
            <a:extLst>
              <a:ext uri="{FF2B5EF4-FFF2-40B4-BE49-F238E27FC236}">
                <a16:creationId xmlns:a16="http://schemas.microsoft.com/office/drawing/2014/main" id="{3A397B8F-FCCA-40ED-AF53-A481FED1516A}"/>
              </a:ext>
            </a:extLst>
          </p:cNvPr>
          <p:cNvSpPr>
            <a:spLocks noGrp="1"/>
          </p:cNvSpPr>
          <p:nvPr/>
        </p:nvSpPr>
        <p:spPr>
          <a:xfrm>
            <a:off x="5897510" y="1681475"/>
            <a:ext cx="16618" cy="16618"/>
          </a:xfrm>
          <a:prstGeom prst="rect">
            <a:avLst/>
          </a:prstGeom>
          <a:solidFill>
            <a:srgbClr val="9365A9">
              <a:alpha val="64000"/>
            </a:srgbClr>
          </a:solidFill>
          <a:ln w="0">
            <a:noFill/>
          </a:ln>
        </p:spPr>
        <p:txBody>
          <a:bodyPr/>
          <a:lstStyle/>
          <a:p>
            <a:endParaRPr lang="en-US"/>
          </a:p>
        </p:txBody>
      </p:sp>
      <p:sp>
        <p:nvSpPr>
          <p:cNvPr id="697" name="c/pca-HF_Lung-021">
            <a:extLst>
              <a:ext uri="{FF2B5EF4-FFF2-40B4-BE49-F238E27FC236}">
                <a16:creationId xmlns:a16="http://schemas.microsoft.com/office/drawing/2014/main" id="{9B4F72DB-9C37-40A0-B33D-4ACA322437F6}"/>
              </a:ext>
            </a:extLst>
          </p:cNvPr>
          <p:cNvSpPr>
            <a:spLocks noGrp="1"/>
          </p:cNvSpPr>
          <p:nvPr/>
        </p:nvSpPr>
        <p:spPr>
          <a:xfrm>
            <a:off x="5966230" y="1684072"/>
            <a:ext cx="16618" cy="16618"/>
          </a:xfrm>
          <a:prstGeom prst="rect">
            <a:avLst/>
          </a:prstGeom>
          <a:solidFill>
            <a:srgbClr val="9365A9">
              <a:alpha val="64000"/>
            </a:srgbClr>
          </a:solidFill>
          <a:ln w="0">
            <a:noFill/>
          </a:ln>
        </p:spPr>
        <p:txBody>
          <a:bodyPr/>
          <a:lstStyle/>
          <a:p>
            <a:endParaRPr lang="en-US"/>
          </a:p>
        </p:txBody>
      </p:sp>
      <p:sp>
        <p:nvSpPr>
          <p:cNvPr id="698" name="c/pca-HF_Lung-022">
            <a:extLst>
              <a:ext uri="{FF2B5EF4-FFF2-40B4-BE49-F238E27FC236}">
                <a16:creationId xmlns:a16="http://schemas.microsoft.com/office/drawing/2014/main" id="{E7474187-8708-45CC-AA0F-ECAC65317F48}"/>
              </a:ext>
            </a:extLst>
          </p:cNvPr>
          <p:cNvSpPr>
            <a:spLocks noGrp="1"/>
          </p:cNvSpPr>
          <p:nvPr/>
        </p:nvSpPr>
        <p:spPr>
          <a:xfrm>
            <a:off x="5976433" y="1656910"/>
            <a:ext cx="16618" cy="16618"/>
          </a:xfrm>
          <a:prstGeom prst="rect">
            <a:avLst/>
          </a:prstGeom>
          <a:solidFill>
            <a:srgbClr val="9365A9">
              <a:alpha val="64000"/>
            </a:srgbClr>
          </a:solidFill>
          <a:ln w="0">
            <a:noFill/>
          </a:ln>
        </p:spPr>
        <p:txBody>
          <a:bodyPr/>
          <a:lstStyle/>
          <a:p>
            <a:endParaRPr lang="en-US"/>
          </a:p>
        </p:txBody>
      </p:sp>
      <p:sp>
        <p:nvSpPr>
          <p:cNvPr id="699" name="c/pca-HF_Lung-023">
            <a:extLst>
              <a:ext uri="{FF2B5EF4-FFF2-40B4-BE49-F238E27FC236}">
                <a16:creationId xmlns:a16="http://schemas.microsoft.com/office/drawing/2014/main" id="{C34CE6B2-A793-4333-849C-3F215481A265}"/>
              </a:ext>
            </a:extLst>
          </p:cNvPr>
          <p:cNvSpPr>
            <a:spLocks noGrp="1"/>
          </p:cNvSpPr>
          <p:nvPr/>
        </p:nvSpPr>
        <p:spPr>
          <a:xfrm>
            <a:off x="5975762" y="1712886"/>
            <a:ext cx="16618" cy="16618"/>
          </a:xfrm>
          <a:prstGeom prst="rect">
            <a:avLst/>
          </a:prstGeom>
          <a:solidFill>
            <a:srgbClr val="9365A9">
              <a:alpha val="64000"/>
            </a:srgbClr>
          </a:solidFill>
          <a:ln w="0">
            <a:noFill/>
          </a:ln>
        </p:spPr>
        <p:txBody>
          <a:bodyPr/>
          <a:lstStyle/>
          <a:p>
            <a:endParaRPr lang="en-US"/>
          </a:p>
        </p:txBody>
      </p:sp>
      <p:sp>
        <p:nvSpPr>
          <p:cNvPr id="700" name="c/pca-HF_Lung-024">
            <a:extLst>
              <a:ext uri="{FF2B5EF4-FFF2-40B4-BE49-F238E27FC236}">
                <a16:creationId xmlns:a16="http://schemas.microsoft.com/office/drawing/2014/main" id="{FF2FBE7B-4C76-442C-9492-820D905A1735}"/>
              </a:ext>
            </a:extLst>
          </p:cNvPr>
          <p:cNvSpPr>
            <a:spLocks noGrp="1"/>
          </p:cNvSpPr>
          <p:nvPr/>
        </p:nvSpPr>
        <p:spPr>
          <a:xfrm>
            <a:off x="5934144" y="1655049"/>
            <a:ext cx="16618" cy="16618"/>
          </a:xfrm>
          <a:prstGeom prst="rect">
            <a:avLst/>
          </a:prstGeom>
          <a:solidFill>
            <a:srgbClr val="9365A9">
              <a:alpha val="64000"/>
            </a:srgbClr>
          </a:solidFill>
          <a:ln w="0">
            <a:noFill/>
          </a:ln>
        </p:spPr>
        <p:txBody>
          <a:bodyPr/>
          <a:lstStyle/>
          <a:p>
            <a:endParaRPr lang="en-US"/>
          </a:p>
        </p:txBody>
      </p:sp>
      <p:sp>
        <p:nvSpPr>
          <p:cNvPr id="701" name="c/pca-HF_Lung-025">
            <a:extLst>
              <a:ext uri="{FF2B5EF4-FFF2-40B4-BE49-F238E27FC236}">
                <a16:creationId xmlns:a16="http://schemas.microsoft.com/office/drawing/2014/main" id="{3B3A261A-18B0-4A89-AFC5-E5FEA0198F61}"/>
              </a:ext>
            </a:extLst>
          </p:cNvPr>
          <p:cNvSpPr>
            <a:spLocks noGrp="1"/>
          </p:cNvSpPr>
          <p:nvPr/>
        </p:nvSpPr>
        <p:spPr>
          <a:xfrm>
            <a:off x="5963453" y="1642956"/>
            <a:ext cx="16618" cy="16618"/>
          </a:xfrm>
          <a:prstGeom prst="rect">
            <a:avLst/>
          </a:prstGeom>
          <a:solidFill>
            <a:srgbClr val="9365A9">
              <a:alpha val="64000"/>
            </a:srgbClr>
          </a:solidFill>
          <a:ln w="0">
            <a:noFill/>
          </a:ln>
        </p:spPr>
        <p:txBody>
          <a:bodyPr/>
          <a:lstStyle/>
          <a:p>
            <a:endParaRPr lang="en-US"/>
          </a:p>
        </p:txBody>
      </p:sp>
      <p:sp>
        <p:nvSpPr>
          <p:cNvPr id="702" name="c/pca-HF_Lung-026">
            <a:extLst>
              <a:ext uri="{FF2B5EF4-FFF2-40B4-BE49-F238E27FC236}">
                <a16:creationId xmlns:a16="http://schemas.microsoft.com/office/drawing/2014/main" id="{17A25624-24F7-4760-B8EB-7F5057625BEC}"/>
              </a:ext>
            </a:extLst>
          </p:cNvPr>
          <p:cNvSpPr>
            <a:spLocks noGrp="1"/>
          </p:cNvSpPr>
          <p:nvPr/>
        </p:nvSpPr>
        <p:spPr>
          <a:xfrm>
            <a:off x="6007053" y="1595320"/>
            <a:ext cx="16618" cy="16618"/>
          </a:xfrm>
          <a:prstGeom prst="rect">
            <a:avLst/>
          </a:prstGeom>
          <a:solidFill>
            <a:srgbClr val="9365A9">
              <a:alpha val="64000"/>
            </a:srgbClr>
          </a:solidFill>
          <a:ln w="0">
            <a:noFill/>
          </a:ln>
        </p:spPr>
        <p:txBody>
          <a:bodyPr/>
          <a:lstStyle/>
          <a:p>
            <a:endParaRPr lang="en-US"/>
          </a:p>
        </p:txBody>
      </p:sp>
      <p:sp>
        <p:nvSpPr>
          <p:cNvPr id="703" name="c/pca-HF_Lung-027">
            <a:extLst>
              <a:ext uri="{FF2B5EF4-FFF2-40B4-BE49-F238E27FC236}">
                <a16:creationId xmlns:a16="http://schemas.microsoft.com/office/drawing/2014/main" id="{E04F7AD1-F535-41CC-BF61-69A88AE15F60}"/>
              </a:ext>
            </a:extLst>
          </p:cNvPr>
          <p:cNvSpPr>
            <a:spLocks noGrp="1"/>
          </p:cNvSpPr>
          <p:nvPr/>
        </p:nvSpPr>
        <p:spPr>
          <a:xfrm>
            <a:off x="5933616" y="1677992"/>
            <a:ext cx="16618" cy="16618"/>
          </a:xfrm>
          <a:prstGeom prst="rect">
            <a:avLst/>
          </a:prstGeom>
          <a:solidFill>
            <a:srgbClr val="9365A9">
              <a:alpha val="64000"/>
            </a:srgbClr>
          </a:solidFill>
          <a:ln w="0">
            <a:noFill/>
          </a:ln>
        </p:spPr>
        <p:txBody>
          <a:bodyPr/>
          <a:lstStyle/>
          <a:p>
            <a:endParaRPr lang="en-US"/>
          </a:p>
        </p:txBody>
      </p:sp>
      <p:sp>
        <p:nvSpPr>
          <p:cNvPr id="704" name="c/pca-HF_Lung-028">
            <a:extLst>
              <a:ext uri="{FF2B5EF4-FFF2-40B4-BE49-F238E27FC236}">
                <a16:creationId xmlns:a16="http://schemas.microsoft.com/office/drawing/2014/main" id="{9B43E370-7F7F-41C6-85F1-3843B2A05329}"/>
              </a:ext>
            </a:extLst>
          </p:cNvPr>
          <p:cNvSpPr>
            <a:spLocks noGrp="1"/>
          </p:cNvSpPr>
          <p:nvPr/>
        </p:nvSpPr>
        <p:spPr>
          <a:xfrm>
            <a:off x="5905313" y="1648621"/>
            <a:ext cx="16618" cy="16618"/>
          </a:xfrm>
          <a:prstGeom prst="rect">
            <a:avLst/>
          </a:prstGeom>
          <a:solidFill>
            <a:srgbClr val="9365A9">
              <a:alpha val="64000"/>
            </a:srgbClr>
          </a:solidFill>
          <a:ln w="0">
            <a:noFill/>
          </a:ln>
        </p:spPr>
        <p:txBody>
          <a:bodyPr/>
          <a:lstStyle/>
          <a:p>
            <a:endParaRPr lang="en-US"/>
          </a:p>
        </p:txBody>
      </p:sp>
      <p:sp>
        <p:nvSpPr>
          <p:cNvPr id="705" name="c/pca-HF_Lung-029">
            <a:extLst>
              <a:ext uri="{FF2B5EF4-FFF2-40B4-BE49-F238E27FC236}">
                <a16:creationId xmlns:a16="http://schemas.microsoft.com/office/drawing/2014/main" id="{DC5A5D88-BE3A-4832-9851-DB7DBD72DA72}"/>
              </a:ext>
            </a:extLst>
          </p:cNvPr>
          <p:cNvSpPr>
            <a:spLocks noGrp="1"/>
          </p:cNvSpPr>
          <p:nvPr/>
        </p:nvSpPr>
        <p:spPr>
          <a:xfrm>
            <a:off x="5954105" y="1631556"/>
            <a:ext cx="16618" cy="16618"/>
          </a:xfrm>
          <a:prstGeom prst="rect">
            <a:avLst/>
          </a:prstGeom>
          <a:solidFill>
            <a:srgbClr val="9365A9">
              <a:alpha val="64000"/>
            </a:srgbClr>
          </a:solidFill>
          <a:ln w="0">
            <a:noFill/>
          </a:ln>
        </p:spPr>
        <p:txBody>
          <a:bodyPr/>
          <a:lstStyle/>
          <a:p>
            <a:endParaRPr lang="en-US"/>
          </a:p>
        </p:txBody>
      </p:sp>
      <p:sp>
        <p:nvSpPr>
          <p:cNvPr id="706" name="c/pca-HF_Lung-030">
            <a:extLst>
              <a:ext uri="{FF2B5EF4-FFF2-40B4-BE49-F238E27FC236}">
                <a16:creationId xmlns:a16="http://schemas.microsoft.com/office/drawing/2014/main" id="{04241631-E457-454A-B0B0-A2B3FC703696}"/>
              </a:ext>
            </a:extLst>
          </p:cNvPr>
          <p:cNvSpPr>
            <a:spLocks noGrp="1"/>
          </p:cNvSpPr>
          <p:nvPr/>
        </p:nvSpPr>
        <p:spPr>
          <a:xfrm>
            <a:off x="5948238" y="1622947"/>
            <a:ext cx="16618" cy="16618"/>
          </a:xfrm>
          <a:prstGeom prst="rect">
            <a:avLst/>
          </a:prstGeom>
          <a:solidFill>
            <a:srgbClr val="9365A9">
              <a:alpha val="64000"/>
            </a:srgbClr>
          </a:solidFill>
          <a:ln w="0">
            <a:noFill/>
          </a:ln>
        </p:spPr>
        <p:txBody>
          <a:bodyPr/>
          <a:lstStyle/>
          <a:p>
            <a:endParaRPr lang="en-US"/>
          </a:p>
        </p:txBody>
      </p:sp>
      <p:sp>
        <p:nvSpPr>
          <p:cNvPr id="707" name="c/pca-HF_Lung-031">
            <a:extLst>
              <a:ext uri="{FF2B5EF4-FFF2-40B4-BE49-F238E27FC236}">
                <a16:creationId xmlns:a16="http://schemas.microsoft.com/office/drawing/2014/main" id="{BFF0B8EF-CF3C-4BA4-BDBF-A9F9EAA7D2F6}"/>
              </a:ext>
            </a:extLst>
          </p:cNvPr>
          <p:cNvSpPr>
            <a:spLocks noGrp="1"/>
          </p:cNvSpPr>
          <p:nvPr/>
        </p:nvSpPr>
        <p:spPr>
          <a:xfrm>
            <a:off x="5914153" y="1673332"/>
            <a:ext cx="16618" cy="16618"/>
          </a:xfrm>
          <a:prstGeom prst="rect">
            <a:avLst/>
          </a:prstGeom>
          <a:solidFill>
            <a:srgbClr val="9365A9">
              <a:alpha val="64000"/>
            </a:srgbClr>
          </a:solidFill>
          <a:ln w="0">
            <a:noFill/>
          </a:ln>
        </p:spPr>
        <p:txBody>
          <a:bodyPr/>
          <a:lstStyle/>
          <a:p>
            <a:endParaRPr lang="en-US"/>
          </a:p>
        </p:txBody>
      </p:sp>
      <p:sp>
        <p:nvSpPr>
          <p:cNvPr id="708" name="c/pca-HF_Lung-032">
            <a:extLst>
              <a:ext uri="{FF2B5EF4-FFF2-40B4-BE49-F238E27FC236}">
                <a16:creationId xmlns:a16="http://schemas.microsoft.com/office/drawing/2014/main" id="{EF3F5501-C960-4090-8401-14A6981D93DE}"/>
              </a:ext>
            </a:extLst>
          </p:cNvPr>
          <p:cNvSpPr>
            <a:spLocks noGrp="1"/>
          </p:cNvSpPr>
          <p:nvPr/>
        </p:nvSpPr>
        <p:spPr>
          <a:xfrm>
            <a:off x="6010894" y="1585410"/>
            <a:ext cx="16618" cy="16618"/>
          </a:xfrm>
          <a:prstGeom prst="rect">
            <a:avLst/>
          </a:prstGeom>
          <a:solidFill>
            <a:srgbClr val="9365A9">
              <a:alpha val="64000"/>
            </a:srgbClr>
          </a:solidFill>
          <a:ln w="0">
            <a:noFill/>
          </a:ln>
        </p:spPr>
        <p:txBody>
          <a:bodyPr/>
          <a:lstStyle/>
          <a:p>
            <a:endParaRPr lang="en-US"/>
          </a:p>
        </p:txBody>
      </p:sp>
      <p:sp>
        <p:nvSpPr>
          <p:cNvPr id="709" name="c/pca-HF_Lung-033">
            <a:extLst>
              <a:ext uri="{FF2B5EF4-FFF2-40B4-BE49-F238E27FC236}">
                <a16:creationId xmlns:a16="http://schemas.microsoft.com/office/drawing/2014/main" id="{1EE180F1-6D26-416D-AEFE-CCC0C2522EE6}"/>
              </a:ext>
            </a:extLst>
          </p:cNvPr>
          <p:cNvSpPr>
            <a:spLocks noGrp="1"/>
          </p:cNvSpPr>
          <p:nvPr/>
        </p:nvSpPr>
        <p:spPr>
          <a:xfrm>
            <a:off x="5937458" y="1696207"/>
            <a:ext cx="16618" cy="16618"/>
          </a:xfrm>
          <a:prstGeom prst="rect">
            <a:avLst/>
          </a:prstGeom>
          <a:solidFill>
            <a:srgbClr val="9365A9">
              <a:alpha val="64000"/>
            </a:srgbClr>
          </a:solidFill>
          <a:ln w="0">
            <a:noFill/>
          </a:ln>
        </p:spPr>
        <p:txBody>
          <a:bodyPr/>
          <a:lstStyle/>
          <a:p>
            <a:endParaRPr lang="en-US"/>
          </a:p>
        </p:txBody>
      </p:sp>
      <p:sp>
        <p:nvSpPr>
          <p:cNvPr id="710" name="c/pca-HF_Lung-034">
            <a:extLst>
              <a:ext uri="{FF2B5EF4-FFF2-40B4-BE49-F238E27FC236}">
                <a16:creationId xmlns:a16="http://schemas.microsoft.com/office/drawing/2014/main" id="{5E06E1E3-AEFF-4B5D-8CCE-5A43ECB379D2}"/>
              </a:ext>
            </a:extLst>
          </p:cNvPr>
          <p:cNvSpPr>
            <a:spLocks noGrp="1"/>
          </p:cNvSpPr>
          <p:nvPr/>
        </p:nvSpPr>
        <p:spPr>
          <a:xfrm>
            <a:off x="5903229" y="1705996"/>
            <a:ext cx="16618" cy="16618"/>
          </a:xfrm>
          <a:prstGeom prst="rect">
            <a:avLst/>
          </a:prstGeom>
          <a:solidFill>
            <a:srgbClr val="9365A9">
              <a:alpha val="64000"/>
            </a:srgbClr>
          </a:solidFill>
          <a:ln w="0">
            <a:noFill/>
          </a:ln>
        </p:spPr>
        <p:txBody>
          <a:bodyPr/>
          <a:lstStyle/>
          <a:p>
            <a:endParaRPr lang="en-US"/>
          </a:p>
        </p:txBody>
      </p:sp>
      <p:sp>
        <p:nvSpPr>
          <p:cNvPr id="711" name="c/pca-HF_Lung-035">
            <a:extLst>
              <a:ext uri="{FF2B5EF4-FFF2-40B4-BE49-F238E27FC236}">
                <a16:creationId xmlns:a16="http://schemas.microsoft.com/office/drawing/2014/main" id="{F4E474D4-B966-4087-A4D6-B9987D93BABE}"/>
              </a:ext>
            </a:extLst>
          </p:cNvPr>
          <p:cNvSpPr>
            <a:spLocks noGrp="1"/>
          </p:cNvSpPr>
          <p:nvPr/>
        </p:nvSpPr>
        <p:spPr>
          <a:xfrm>
            <a:off x="5943441" y="1625961"/>
            <a:ext cx="16618" cy="16618"/>
          </a:xfrm>
          <a:prstGeom prst="rect">
            <a:avLst/>
          </a:prstGeom>
          <a:solidFill>
            <a:srgbClr val="9365A9">
              <a:alpha val="64000"/>
            </a:srgbClr>
          </a:solidFill>
          <a:ln w="0">
            <a:noFill/>
          </a:ln>
        </p:spPr>
        <p:txBody>
          <a:bodyPr/>
          <a:lstStyle/>
          <a:p>
            <a:endParaRPr lang="en-US"/>
          </a:p>
        </p:txBody>
      </p:sp>
      <p:sp>
        <p:nvSpPr>
          <p:cNvPr id="712" name="c/pca-HF_Lung-036">
            <a:extLst>
              <a:ext uri="{FF2B5EF4-FFF2-40B4-BE49-F238E27FC236}">
                <a16:creationId xmlns:a16="http://schemas.microsoft.com/office/drawing/2014/main" id="{AAD25373-3B81-4232-B46F-65F5F0B043CB}"/>
              </a:ext>
            </a:extLst>
          </p:cNvPr>
          <p:cNvSpPr>
            <a:spLocks noGrp="1"/>
          </p:cNvSpPr>
          <p:nvPr/>
        </p:nvSpPr>
        <p:spPr>
          <a:xfrm>
            <a:off x="5859111" y="1678291"/>
            <a:ext cx="16618" cy="16618"/>
          </a:xfrm>
          <a:prstGeom prst="rect">
            <a:avLst/>
          </a:prstGeom>
          <a:solidFill>
            <a:srgbClr val="9365A9">
              <a:alpha val="64000"/>
            </a:srgbClr>
          </a:solidFill>
          <a:ln w="0">
            <a:noFill/>
          </a:ln>
        </p:spPr>
        <p:txBody>
          <a:bodyPr/>
          <a:lstStyle/>
          <a:p>
            <a:endParaRPr lang="en-US"/>
          </a:p>
        </p:txBody>
      </p:sp>
      <p:sp>
        <p:nvSpPr>
          <p:cNvPr id="713" name="c/pca-HF_Lung-037">
            <a:extLst>
              <a:ext uri="{FF2B5EF4-FFF2-40B4-BE49-F238E27FC236}">
                <a16:creationId xmlns:a16="http://schemas.microsoft.com/office/drawing/2014/main" id="{EAB0BE89-8B9B-4D4D-99A4-6F95568123D6}"/>
              </a:ext>
            </a:extLst>
          </p:cNvPr>
          <p:cNvSpPr>
            <a:spLocks noGrp="1"/>
          </p:cNvSpPr>
          <p:nvPr/>
        </p:nvSpPr>
        <p:spPr>
          <a:xfrm>
            <a:off x="6002726" y="1745481"/>
            <a:ext cx="16618" cy="16618"/>
          </a:xfrm>
          <a:prstGeom prst="rect">
            <a:avLst/>
          </a:prstGeom>
          <a:solidFill>
            <a:srgbClr val="9365A9">
              <a:alpha val="64000"/>
            </a:srgbClr>
          </a:solidFill>
          <a:ln w="0">
            <a:noFill/>
          </a:ln>
        </p:spPr>
        <p:txBody>
          <a:bodyPr/>
          <a:lstStyle/>
          <a:p>
            <a:endParaRPr lang="en-US"/>
          </a:p>
        </p:txBody>
      </p:sp>
      <p:sp>
        <p:nvSpPr>
          <p:cNvPr id="714" name="c/pca-HF_Lung-038">
            <a:extLst>
              <a:ext uri="{FF2B5EF4-FFF2-40B4-BE49-F238E27FC236}">
                <a16:creationId xmlns:a16="http://schemas.microsoft.com/office/drawing/2014/main" id="{AABF2B3A-511F-4F47-B7DA-00E8A1BDF010}"/>
              </a:ext>
            </a:extLst>
          </p:cNvPr>
          <p:cNvSpPr>
            <a:spLocks noGrp="1"/>
          </p:cNvSpPr>
          <p:nvPr/>
        </p:nvSpPr>
        <p:spPr>
          <a:xfrm>
            <a:off x="5980126" y="1737072"/>
            <a:ext cx="16618" cy="16618"/>
          </a:xfrm>
          <a:prstGeom prst="rect">
            <a:avLst/>
          </a:prstGeom>
          <a:solidFill>
            <a:srgbClr val="9365A9">
              <a:alpha val="64000"/>
            </a:srgbClr>
          </a:solidFill>
          <a:ln w="0">
            <a:noFill/>
          </a:ln>
        </p:spPr>
        <p:txBody>
          <a:bodyPr/>
          <a:lstStyle/>
          <a:p>
            <a:endParaRPr lang="en-US"/>
          </a:p>
        </p:txBody>
      </p:sp>
      <p:sp>
        <p:nvSpPr>
          <p:cNvPr id="715" name="b/panel-b">
            <a:extLst>
              <a:ext uri="{FF2B5EF4-FFF2-40B4-BE49-F238E27FC236}">
                <a16:creationId xmlns:a16="http://schemas.microsoft.com/office/drawing/2014/main" id="{9A40DFA6-49DB-4F47-B51F-4C92EA3C35F5}"/>
              </a:ext>
            </a:extLst>
          </p:cNvPr>
          <p:cNvSpPr>
            <a:spLocks noGrp="1"/>
          </p:cNvSpPr>
          <p:nvPr/>
        </p:nvSpPr>
        <p:spPr>
          <a:xfrm>
            <a:off x="254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(b)</a:t>
            </a:r>
          </a:p>
        </p:txBody>
      </p:sp>
      <p:sp>
        <p:nvSpPr>
          <p:cNvPr id="716" name="b/legend-box-ICBHI">
            <a:extLst>
              <a:ext uri="{FF2B5EF4-FFF2-40B4-BE49-F238E27FC236}">
                <a16:creationId xmlns:a16="http://schemas.microsoft.com/office/drawing/2014/main" id="{823C0DB0-EC4A-44FA-9B79-815B7F51D2A1}"/>
              </a:ext>
            </a:extLst>
          </p:cNvPr>
          <p:cNvSpPr>
            <a:spLocks noGrp="1"/>
          </p:cNvSpPr>
          <p:nvPr/>
        </p:nvSpPr>
        <p:spPr>
          <a:xfrm>
            <a:off x="2806700" y="1107440"/>
            <a:ext cx="63500" cy="43180"/>
          </a:xfrm>
          <a:prstGeom prst="rect">
            <a:avLst/>
          </a:prstGeom>
          <a:solidFill>
            <a:srgbClr val="3B739E"/>
          </a:solidFill>
          <a:ln w="0">
            <a:noFill/>
          </a:ln>
        </p:spPr>
        <p:txBody>
          <a:bodyPr/>
          <a:lstStyle/>
          <a:p>
            <a:endParaRPr lang="en-US"/>
          </a:p>
        </p:txBody>
      </p:sp>
      <p:sp>
        <p:nvSpPr>
          <p:cNvPr id="717" name="b/legend-text-ICBHI">
            <a:extLst>
              <a:ext uri="{FF2B5EF4-FFF2-40B4-BE49-F238E27FC236}">
                <a16:creationId xmlns:a16="http://schemas.microsoft.com/office/drawing/2014/main" id="{46914588-4BC2-4F48-A5E5-E7091F978983}"/>
              </a:ext>
            </a:extLst>
          </p:cNvPr>
          <p:cNvSpPr>
            <a:spLocks noGrp="1"/>
          </p:cNvSpPr>
          <p:nvPr/>
        </p:nvSpPr>
        <p:spPr>
          <a:xfrm>
            <a:off x="2908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b/legend-box-SPRSound">
            <a:extLst>
              <a:ext uri="{FF2B5EF4-FFF2-40B4-BE49-F238E27FC236}">
                <a16:creationId xmlns:a16="http://schemas.microsoft.com/office/drawing/2014/main" id="{C337531E-CD0B-4612-A218-505B6BB91FB1}"/>
              </a:ext>
            </a:extLst>
          </p:cNvPr>
          <p:cNvSpPr>
            <a:spLocks noGrp="1"/>
          </p:cNvSpPr>
          <p:nvPr/>
        </p:nvSpPr>
        <p:spPr>
          <a:xfrm>
            <a:off x="3302000" y="1107440"/>
            <a:ext cx="63500" cy="43180"/>
          </a:xfrm>
          <a:prstGeom prst="rect">
            <a:avLst/>
          </a:prstGeom>
          <a:solidFill>
            <a:srgbClr val="328F76"/>
          </a:solidFill>
          <a:ln w="0">
            <a:noFill/>
          </a:ln>
        </p:spPr>
        <p:txBody>
          <a:bodyPr/>
          <a:lstStyle/>
          <a:p>
            <a:endParaRPr lang="en-US"/>
          </a:p>
        </p:txBody>
      </p:sp>
      <p:sp>
        <p:nvSpPr>
          <p:cNvPr id="719" name="b/legend-text-SPRSound">
            <a:extLst>
              <a:ext uri="{FF2B5EF4-FFF2-40B4-BE49-F238E27FC236}">
                <a16:creationId xmlns:a16="http://schemas.microsoft.com/office/drawing/2014/main" id="{600A69DB-169C-4413-9CE6-E608668A79EA}"/>
              </a:ext>
            </a:extLst>
          </p:cNvPr>
          <p:cNvSpPr>
            <a:spLocks noGrp="1"/>
          </p:cNvSpPr>
          <p:nvPr/>
        </p:nvSpPr>
        <p:spPr>
          <a:xfrm>
            <a:off x="34036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b/legend-box-HF_Lung">
            <a:extLst>
              <a:ext uri="{FF2B5EF4-FFF2-40B4-BE49-F238E27FC236}">
                <a16:creationId xmlns:a16="http://schemas.microsoft.com/office/drawing/2014/main" id="{ACAE414A-4CF8-4952-AEA8-A37C72DBD510}"/>
              </a:ext>
            </a:extLst>
          </p:cNvPr>
          <p:cNvSpPr>
            <a:spLocks noGrp="1"/>
          </p:cNvSpPr>
          <p:nvPr/>
        </p:nvSpPr>
        <p:spPr>
          <a:xfrm>
            <a:off x="4025900" y="1107440"/>
            <a:ext cx="63500" cy="43180"/>
          </a:xfrm>
          <a:prstGeom prst="rect">
            <a:avLst/>
          </a:prstGeom>
          <a:solidFill>
            <a:srgbClr val="9365A9"/>
          </a:solidFill>
          <a:ln w="0">
            <a:noFill/>
          </a:ln>
        </p:spPr>
        <p:txBody>
          <a:bodyPr/>
          <a:lstStyle/>
          <a:p>
            <a:endParaRPr lang="en-US"/>
          </a:p>
        </p:txBody>
      </p:sp>
      <p:sp>
        <p:nvSpPr>
          <p:cNvPr id="721" name="b/legend-text-HF_Lung">
            <a:extLst>
              <a:ext uri="{FF2B5EF4-FFF2-40B4-BE49-F238E27FC236}">
                <a16:creationId xmlns:a16="http://schemas.microsoft.com/office/drawing/2014/main" id="{7ABBC306-081F-4BC4-B8BF-7610A23AEF3C}"/>
              </a:ext>
            </a:extLst>
          </p:cNvPr>
          <p:cNvSpPr>
            <a:spLocks noGrp="1"/>
          </p:cNvSpPr>
          <p:nvPr/>
        </p:nvSpPr>
        <p:spPr>
          <a:xfrm>
            <a:off x="41275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b/legend-box-KAUH">
            <a:extLst>
              <a:ext uri="{FF2B5EF4-FFF2-40B4-BE49-F238E27FC236}">
                <a16:creationId xmlns:a16="http://schemas.microsoft.com/office/drawing/2014/main" id="{38F04DC2-CF3B-4285-9D49-A2EE08604536}"/>
              </a:ext>
            </a:extLst>
          </p:cNvPr>
          <p:cNvSpPr>
            <a:spLocks noGrp="1"/>
          </p:cNvSpPr>
          <p:nvPr/>
        </p:nvSpPr>
        <p:spPr>
          <a:xfrm>
            <a:off x="4622800" y="1107440"/>
            <a:ext cx="63500" cy="43180"/>
          </a:xfrm>
          <a:prstGeom prst="rect">
            <a:avLst/>
          </a:prstGeom>
          <a:solidFill>
            <a:srgbClr val="AF864B"/>
          </a:solidFill>
          <a:ln w="0">
            <a:noFill/>
          </a:ln>
        </p:spPr>
        <p:txBody>
          <a:bodyPr/>
          <a:lstStyle/>
          <a:p>
            <a:endParaRPr lang="en-US"/>
          </a:p>
        </p:txBody>
      </p:sp>
      <p:sp>
        <p:nvSpPr>
          <p:cNvPr id="723" name="b/legend-text-KAUH">
            <a:extLst>
              <a:ext uri="{FF2B5EF4-FFF2-40B4-BE49-F238E27FC236}">
                <a16:creationId xmlns:a16="http://schemas.microsoft.com/office/drawing/2014/main" id="{FD4652FC-FAFE-47F4-B2C1-BD2ABBC91121}"/>
              </a:ext>
            </a:extLst>
          </p:cNvPr>
          <p:cNvSpPr>
            <a:spLocks noGrp="1"/>
          </p:cNvSpPr>
          <p:nvPr/>
        </p:nvSpPr>
        <p:spPr>
          <a:xfrm>
            <a:off x="47244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b/grid-0">
            <a:extLst>
              <a:ext uri="{FF2B5EF4-FFF2-40B4-BE49-F238E27FC236}">
                <a16:creationId xmlns:a16="http://schemas.microsoft.com/office/drawing/2014/main" id="{0877A247-9D5A-4621-B7A9-F89FA1FCC3C2}"/>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b/y-tick-0">
            <a:extLst>
              <a:ext uri="{FF2B5EF4-FFF2-40B4-BE49-F238E27FC236}">
                <a16:creationId xmlns:a16="http://schemas.microsoft.com/office/drawing/2014/main" id="{D6933654-F9A7-4DFB-8C7E-397C0C4E4DF2}"/>
              </a:ext>
            </a:extLst>
          </p:cNvPr>
          <p:cNvSpPr>
            <a:spLocks noGrp="1"/>
          </p:cNvSpPr>
          <p:nvPr/>
        </p:nvSpPr>
        <p:spPr>
          <a:xfrm>
            <a:off x="4381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b/y-label-0">
            <a:extLst>
              <a:ext uri="{FF2B5EF4-FFF2-40B4-BE49-F238E27FC236}">
                <a16:creationId xmlns:a16="http://schemas.microsoft.com/office/drawing/2014/main" id="{71AEA89A-25A8-42A3-9DDE-A6B0ACF391E5}"/>
              </a:ext>
            </a:extLst>
          </p:cNvPr>
          <p:cNvSpPr>
            <a:spLocks noGrp="1"/>
          </p:cNvSpPr>
          <p:nvPr/>
        </p:nvSpPr>
        <p:spPr>
          <a:xfrm>
            <a:off x="2476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b/grid-150">
            <a:extLst>
              <a:ext uri="{FF2B5EF4-FFF2-40B4-BE49-F238E27FC236}">
                <a16:creationId xmlns:a16="http://schemas.microsoft.com/office/drawing/2014/main" id="{92A94368-4E76-43A0-80E1-FE2CA3697C23}"/>
              </a:ext>
            </a:extLst>
          </p:cNvPr>
          <p:cNvSpPr>
            <a:spLocks noGrp="1"/>
          </p:cNvSpPr>
          <p:nvPr/>
        </p:nvSpPr>
        <p:spPr>
          <a:xfrm>
            <a:off x="4572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b/y-tick-150">
            <a:extLst>
              <a:ext uri="{FF2B5EF4-FFF2-40B4-BE49-F238E27FC236}">
                <a16:creationId xmlns:a16="http://schemas.microsoft.com/office/drawing/2014/main" id="{2174DE81-58DA-4D7D-9156-A3B522B54C72}"/>
              </a:ext>
            </a:extLst>
          </p:cNvPr>
          <p:cNvSpPr>
            <a:spLocks noGrp="1"/>
          </p:cNvSpPr>
          <p:nvPr/>
        </p:nvSpPr>
        <p:spPr>
          <a:xfrm>
            <a:off x="4381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b/y-label-150">
            <a:extLst>
              <a:ext uri="{FF2B5EF4-FFF2-40B4-BE49-F238E27FC236}">
                <a16:creationId xmlns:a16="http://schemas.microsoft.com/office/drawing/2014/main" id="{B5DFB820-6F8E-4216-BB31-31D27F342EC6}"/>
              </a:ext>
            </a:extLst>
          </p:cNvPr>
          <p:cNvSpPr>
            <a:spLocks noGrp="1"/>
          </p:cNvSpPr>
          <p:nvPr/>
        </p:nvSpPr>
        <p:spPr>
          <a:xfrm>
            <a:off x="2476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b/grid-300">
            <a:extLst>
              <a:ext uri="{FF2B5EF4-FFF2-40B4-BE49-F238E27FC236}">
                <a16:creationId xmlns:a16="http://schemas.microsoft.com/office/drawing/2014/main" id="{44D014D7-255E-4B49-8E9D-90AF514DE399}"/>
              </a:ext>
            </a:extLst>
          </p:cNvPr>
          <p:cNvSpPr>
            <a:spLocks noGrp="1"/>
          </p:cNvSpPr>
          <p:nvPr/>
        </p:nvSpPr>
        <p:spPr>
          <a:xfrm>
            <a:off x="4572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b/y-tick-300">
            <a:extLst>
              <a:ext uri="{FF2B5EF4-FFF2-40B4-BE49-F238E27FC236}">
                <a16:creationId xmlns:a16="http://schemas.microsoft.com/office/drawing/2014/main" id="{4F796DF6-FCAE-4F2D-BCD8-120DE15A5ABD}"/>
              </a:ext>
            </a:extLst>
          </p:cNvPr>
          <p:cNvSpPr>
            <a:spLocks noGrp="1"/>
          </p:cNvSpPr>
          <p:nvPr/>
        </p:nvSpPr>
        <p:spPr>
          <a:xfrm>
            <a:off x="4381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b/y-label-300">
            <a:extLst>
              <a:ext uri="{FF2B5EF4-FFF2-40B4-BE49-F238E27FC236}">
                <a16:creationId xmlns:a16="http://schemas.microsoft.com/office/drawing/2014/main" id="{AC4D513B-EF1C-40E2-AC31-876F59769D17}"/>
              </a:ext>
            </a:extLst>
          </p:cNvPr>
          <p:cNvSpPr>
            <a:spLocks noGrp="1"/>
          </p:cNvSpPr>
          <p:nvPr/>
        </p:nvSpPr>
        <p:spPr>
          <a:xfrm>
            <a:off x="2476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b/y-axis">
            <a:extLst>
              <a:ext uri="{FF2B5EF4-FFF2-40B4-BE49-F238E27FC236}">
                <a16:creationId xmlns:a16="http://schemas.microsoft.com/office/drawing/2014/main" id="{9F0B1F14-1AA5-4846-8289-FFB65FC50722}"/>
              </a:ext>
            </a:extLst>
          </p:cNvPr>
          <p:cNvSpPr>
            <a:spLocks noGrp="1"/>
          </p:cNvSpPr>
          <p:nvPr/>
        </p:nvSpPr>
        <p:spPr>
          <a:xfrm>
            <a:off x="4572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b/x-axis">
            <a:extLst>
              <a:ext uri="{FF2B5EF4-FFF2-40B4-BE49-F238E27FC236}">
                <a16:creationId xmlns:a16="http://schemas.microsoft.com/office/drawing/2014/main" id="{C1BF7E22-60F7-4389-BE41-2A17823C628B}"/>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b/class-Normal">
            <a:extLst>
              <a:ext uri="{FF2B5EF4-FFF2-40B4-BE49-F238E27FC236}">
                <a16:creationId xmlns:a16="http://schemas.microsoft.com/office/drawing/2014/main" id="{A1D7507D-7201-4F6B-83C5-C3FA89B0E8FF}"/>
              </a:ext>
            </a:extLst>
          </p:cNvPr>
          <p:cNvSpPr>
            <a:spLocks noGrp="1"/>
          </p:cNvSpPr>
          <p:nvPr/>
        </p:nvSpPr>
        <p:spPr>
          <a:xfrm>
            <a:off x="6057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dirty="0">
                <a:solidFill>
                  <a:srgbClr val="263D50"/>
                </a:solidFill>
                <a:latin typeface="Consolas"/>
                <a:ea typeface="Consolas"/>
                <a:cs typeface="Consolas"/>
              </a:rPr>
              <a:t>Normal (</a:t>
            </a:r>
            <a:r>
              <a:rPr sz="800" i="1" dirty="0">
                <a:solidFill>
                  <a:srgbClr val="263D50"/>
                </a:solidFill>
                <a:latin typeface="Consolas" panose="020B0609020204030204" pitchFamily="49" charset="0"/>
                <a:ea typeface="Consolas"/>
                <a:cs typeface="Consolas" panose="020B0609020204030204" pitchFamily="49" charset="0"/>
              </a:rPr>
              <a:t>N</a:t>
            </a:r>
            <a:r>
              <a:rPr sz="800" b="0" dirty="0">
                <a:solidFill>
                  <a:srgbClr val="263D50"/>
                </a:solidFill>
                <a:latin typeface="Consolas"/>
                <a:ea typeface="Consolas"/>
                <a:cs typeface="Consolas"/>
              </a:rPr>
              <a:t>)</a:t>
            </a:r>
          </a:p>
        </p:txBody>
      </p:sp>
      <p:sp>
        <p:nvSpPr>
          <p:cNvPr id="736" name="b/bar-Normal-ICBHI">
            <a:extLst>
              <a:ext uri="{FF2B5EF4-FFF2-40B4-BE49-F238E27FC236}">
                <a16:creationId xmlns:a16="http://schemas.microsoft.com/office/drawing/2014/main" id="{54E04A9A-C4DE-4E81-A7E4-3F0F5D221EBA}"/>
              </a:ext>
            </a:extLst>
          </p:cNvPr>
          <p:cNvSpPr>
            <a:spLocks noGrp="1"/>
          </p:cNvSpPr>
          <p:nvPr/>
        </p:nvSpPr>
        <p:spPr>
          <a:xfrm>
            <a:off x="662887" y="1559866"/>
            <a:ext cx="165100" cy="256234"/>
          </a:xfrm>
          <a:prstGeom prst="rect">
            <a:avLst/>
          </a:prstGeom>
          <a:solidFill>
            <a:srgbClr val="3B739E"/>
          </a:solidFill>
          <a:ln w="0">
            <a:noFill/>
          </a:ln>
        </p:spPr>
        <p:txBody>
          <a:bodyPr/>
          <a:lstStyle/>
          <a:p>
            <a:endParaRPr lang="en-US"/>
          </a:p>
        </p:txBody>
      </p:sp>
      <p:sp>
        <p:nvSpPr>
          <p:cNvPr id="737" name="b/value-Normal-ICBHI">
            <a:extLst>
              <a:ext uri="{FF2B5EF4-FFF2-40B4-BE49-F238E27FC236}">
                <a16:creationId xmlns:a16="http://schemas.microsoft.com/office/drawing/2014/main" id="{6A9E38DE-1B12-4CE0-BA7D-B6AF1FDDC4FD}"/>
              </a:ext>
            </a:extLst>
          </p:cNvPr>
          <p:cNvSpPr>
            <a:spLocks noGrp="1"/>
          </p:cNvSpPr>
          <p:nvPr/>
        </p:nvSpPr>
        <p:spPr>
          <a:xfrm>
            <a:off x="6311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b/bar-Normal-SPRSound">
            <a:extLst>
              <a:ext uri="{FF2B5EF4-FFF2-40B4-BE49-F238E27FC236}">
                <a16:creationId xmlns:a16="http://schemas.microsoft.com/office/drawing/2014/main" id="{320E9AA5-8DEE-42D9-815D-717604E5BA93}"/>
              </a:ext>
            </a:extLst>
          </p:cNvPr>
          <p:cNvSpPr>
            <a:spLocks noGrp="1"/>
          </p:cNvSpPr>
          <p:nvPr/>
        </p:nvSpPr>
        <p:spPr>
          <a:xfrm>
            <a:off x="866087" y="1509726"/>
            <a:ext cx="165100" cy="306374"/>
          </a:xfrm>
          <a:prstGeom prst="rect">
            <a:avLst/>
          </a:prstGeom>
          <a:solidFill>
            <a:srgbClr val="328F76"/>
          </a:solidFill>
          <a:ln w="0">
            <a:noFill/>
          </a:ln>
        </p:spPr>
        <p:txBody>
          <a:bodyPr/>
          <a:lstStyle/>
          <a:p>
            <a:endParaRPr lang="en-US"/>
          </a:p>
        </p:txBody>
      </p:sp>
      <p:sp>
        <p:nvSpPr>
          <p:cNvPr id="739" name="b/value-Normal-SPRSound">
            <a:extLst>
              <a:ext uri="{FF2B5EF4-FFF2-40B4-BE49-F238E27FC236}">
                <a16:creationId xmlns:a16="http://schemas.microsoft.com/office/drawing/2014/main" id="{44F5F263-7B18-45D5-99CE-32D51FF82B92}"/>
              </a:ext>
            </a:extLst>
          </p:cNvPr>
          <p:cNvSpPr>
            <a:spLocks noGrp="1"/>
          </p:cNvSpPr>
          <p:nvPr/>
        </p:nvSpPr>
        <p:spPr>
          <a:xfrm>
            <a:off x="8343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b/bar-Normal-KAUH">
            <a:extLst>
              <a:ext uri="{FF2B5EF4-FFF2-40B4-BE49-F238E27FC236}">
                <a16:creationId xmlns:a16="http://schemas.microsoft.com/office/drawing/2014/main" id="{578BBB23-83B5-4E5C-A860-7E446894DE5F}"/>
              </a:ext>
            </a:extLst>
          </p:cNvPr>
          <p:cNvSpPr>
            <a:spLocks noGrp="1"/>
          </p:cNvSpPr>
          <p:nvPr/>
        </p:nvSpPr>
        <p:spPr>
          <a:xfrm>
            <a:off x="1272487" y="1534614"/>
            <a:ext cx="165100" cy="281486"/>
          </a:xfrm>
          <a:prstGeom prst="rect">
            <a:avLst/>
          </a:prstGeom>
          <a:solidFill>
            <a:srgbClr val="AF864B"/>
          </a:solidFill>
          <a:ln w="0">
            <a:noFill/>
          </a:ln>
        </p:spPr>
        <p:txBody>
          <a:bodyPr/>
          <a:lstStyle/>
          <a:p>
            <a:endParaRPr lang="en-US"/>
          </a:p>
        </p:txBody>
      </p:sp>
      <p:sp>
        <p:nvSpPr>
          <p:cNvPr id="741" name="b/value-Normal-KAUH">
            <a:extLst>
              <a:ext uri="{FF2B5EF4-FFF2-40B4-BE49-F238E27FC236}">
                <a16:creationId xmlns:a16="http://schemas.microsoft.com/office/drawing/2014/main" id="{F48F1C1B-F16C-4B63-A3AD-BC32A43CBE09}"/>
              </a:ext>
            </a:extLst>
          </p:cNvPr>
          <p:cNvSpPr>
            <a:spLocks noGrp="1"/>
          </p:cNvSpPr>
          <p:nvPr/>
        </p:nvSpPr>
        <p:spPr>
          <a:xfrm>
            <a:off x="12407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b/class-Crackle">
            <a:extLst>
              <a:ext uri="{FF2B5EF4-FFF2-40B4-BE49-F238E27FC236}">
                <a16:creationId xmlns:a16="http://schemas.microsoft.com/office/drawing/2014/main" id="{D0A9B628-A633-4DE7-AA0B-011FA10F0F1D}"/>
              </a:ext>
            </a:extLst>
          </p:cNvPr>
          <p:cNvSpPr>
            <a:spLocks noGrp="1"/>
          </p:cNvSpPr>
          <p:nvPr/>
        </p:nvSpPr>
        <p:spPr>
          <a:xfrm>
            <a:off x="17918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dirty="0">
                <a:solidFill>
                  <a:srgbClr val="263D50"/>
                </a:solidFill>
                <a:latin typeface="Consolas"/>
                <a:ea typeface="Consolas"/>
                <a:cs typeface="Consolas"/>
              </a:rPr>
              <a:t>Crackle (</a:t>
            </a:r>
            <a:r>
              <a:rPr sz="800" i="1" dirty="0">
                <a:solidFill>
                  <a:srgbClr val="263D50"/>
                </a:solidFill>
                <a:latin typeface="Consolas" panose="020B0609020204030204" pitchFamily="49" charset="0"/>
                <a:ea typeface="Consolas"/>
                <a:cs typeface="Consolas" panose="020B0609020204030204" pitchFamily="49" charset="0"/>
              </a:rPr>
              <a:t>C</a:t>
            </a:r>
            <a:r>
              <a:rPr sz="800" b="0" dirty="0">
                <a:solidFill>
                  <a:srgbClr val="263D50"/>
                </a:solidFill>
                <a:latin typeface="Consolas"/>
                <a:ea typeface="Consolas"/>
                <a:cs typeface="Consolas"/>
              </a:rPr>
              <a:t>)</a:t>
            </a:r>
          </a:p>
        </p:txBody>
      </p:sp>
      <p:sp>
        <p:nvSpPr>
          <p:cNvPr id="743" name="b/bar-Crackle-ICBHI">
            <a:extLst>
              <a:ext uri="{FF2B5EF4-FFF2-40B4-BE49-F238E27FC236}">
                <a16:creationId xmlns:a16="http://schemas.microsoft.com/office/drawing/2014/main" id="{D3E9220B-621F-4C43-9806-E13D72019012}"/>
              </a:ext>
            </a:extLst>
          </p:cNvPr>
          <p:cNvSpPr>
            <a:spLocks noGrp="1"/>
          </p:cNvSpPr>
          <p:nvPr/>
        </p:nvSpPr>
        <p:spPr>
          <a:xfrm>
            <a:off x="1848963" y="1566739"/>
            <a:ext cx="165100" cy="249361"/>
          </a:xfrm>
          <a:prstGeom prst="rect">
            <a:avLst/>
          </a:prstGeom>
          <a:solidFill>
            <a:srgbClr val="3B739E"/>
          </a:solidFill>
          <a:ln w="0">
            <a:noFill/>
          </a:ln>
        </p:spPr>
        <p:txBody>
          <a:bodyPr/>
          <a:lstStyle/>
          <a:p>
            <a:endParaRPr lang="en-US"/>
          </a:p>
        </p:txBody>
      </p:sp>
      <p:sp>
        <p:nvSpPr>
          <p:cNvPr id="744" name="b/value-Crackle-ICBHI">
            <a:extLst>
              <a:ext uri="{FF2B5EF4-FFF2-40B4-BE49-F238E27FC236}">
                <a16:creationId xmlns:a16="http://schemas.microsoft.com/office/drawing/2014/main" id="{9D020E58-7C65-4166-9F59-1307D4545178}"/>
              </a:ext>
            </a:extLst>
          </p:cNvPr>
          <p:cNvSpPr>
            <a:spLocks noGrp="1"/>
          </p:cNvSpPr>
          <p:nvPr/>
        </p:nvSpPr>
        <p:spPr>
          <a:xfrm>
            <a:off x="18172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b/bar-Crackle-SPRSound">
            <a:extLst>
              <a:ext uri="{FF2B5EF4-FFF2-40B4-BE49-F238E27FC236}">
                <a16:creationId xmlns:a16="http://schemas.microsoft.com/office/drawing/2014/main" id="{6DF1268F-9952-4C0A-AFB5-B2F2A0409355}"/>
              </a:ext>
            </a:extLst>
          </p:cNvPr>
          <p:cNvSpPr>
            <a:spLocks noGrp="1"/>
          </p:cNvSpPr>
          <p:nvPr/>
        </p:nvSpPr>
        <p:spPr>
          <a:xfrm>
            <a:off x="2052163" y="1480472"/>
            <a:ext cx="165100" cy="335628"/>
          </a:xfrm>
          <a:prstGeom prst="rect">
            <a:avLst/>
          </a:prstGeom>
          <a:solidFill>
            <a:srgbClr val="328F76"/>
          </a:solidFill>
          <a:ln w="0">
            <a:noFill/>
          </a:ln>
        </p:spPr>
        <p:txBody>
          <a:bodyPr/>
          <a:lstStyle/>
          <a:p>
            <a:endParaRPr lang="en-US"/>
          </a:p>
        </p:txBody>
      </p:sp>
      <p:sp>
        <p:nvSpPr>
          <p:cNvPr id="746" name="b/value-Crackle-SPRSound">
            <a:extLst>
              <a:ext uri="{FF2B5EF4-FFF2-40B4-BE49-F238E27FC236}">
                <a16:creationId xmlns:a16="http://schemas.microsoft.com/office/drawing/2014/main" id="{E9BFA3FD-8AA9-4C1D-BA84-1EE31485453A}"/>
              </a:ext>
            </a:extLst>
          </p:cNvPr>
          <p:cNvSpPr>
            <a:spLocks noGrp="1"/>
          </p:cNvSpPr>
          <p:nvPr/>
        </p:nvSpPr>
        <p:spPr>
          <a:xfrm>
            <a:off x="20204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b/bar-Crackle-HF_Lung">
            <a:extLst>
              <a:ext uri="{FF2B5EF4-FFF2-40B4-BE49-F238E27FC236}">
                <a16:creationId xmlns:a16="http://schemas.microsoft.com/office/drawing/2014/main" id="{48F760C2-6334-4538-B8A6-0298733B811A}"/>
              </a:ext>
            </a:extLst>
          </p:cNvPr>
          <p:cNvSpPr>
            <a:spLocks noGrp="1"/>
          </p:cNvSpPr>
          <p:nvPr/>
        </p:nvSpPr>
        <p:spPr>
          <a:xfrm>
            <a:off x="2255362" y="1368495"/>
            <a:ext cx="165100" cy="447605"/>
          </a:xfrm>
          <a:prstGeom prst="rect">
            <a:avLst/>
          </a:prstGeom>
          <a:solidFill>
            <a:srgbClr val="9365A9"/>
          </a:solidFill>
          <a:ln w="0">
            <a:noFill/>
          </a:ln>
        </p:spPr>
        <p:txBody>
          <a:bodyPr/>
          <a:lstStyle/>
          <a:p>
            <a:endParaRPr lang="en-US"/>
          </a:p>
        </p:txBody>
      </p:sp>
      <p:sp>
        <p:nvSpPr>
          <p:cNvPr id="748" name="b/value-Crackle-HF_Lung">
            <a:extLst>
              <a:ext uri="{FF2B5EF4-FFF2-40B4-BE49-F238E27FC236}">
                <a16:creationId xmlns:a16="http://schemas.microsoft.com/office/drawing/2014/main" id="{12E01BB5-2A20-4F0A-82B1-65798A7F537F}"/>
              </a:ext>
            </a:extLst>
          </p:cNvPr>
          <p:cNvSpPr>
            <a:spLocks noGrp="1"/>
          </p:cNvSpPr>
          <p:nvPr/>
        </p:nvSpPr>
        <p:spPr>
          <a:xfrm>
            <a:off x="22236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b/bar-Crackle-KAUH">
            <a:extLst>
              <a:ext uri="{FF2B5EF4-FFF2-40B4-BE49-F238E27FC236}">
                <a16:creationId xmlns:a16="http://schemas.microsoft.com/office/drawing/2014/main" id="{299790DE-2528-49C4-B27B-DFA23DDDEA22}"/>
              </a:ext>
            </a:extLst>
          </p:cNvPr>
          <p:cNvSpPr>
            <a:spLocks noGrp="1"/>
          </p:cNvSpPr>
          <p:nvPr/>
        </p:nvSpPr>
        <p:spPr>
          <a:xfrm>
            <a:off x="2458563" y="1562674"/>
            <a:ext cx="165100" cy="253426"/>
          </a:xfrm>
          <a:prstGeom prst="rect">
            <a:avLst/>
          </a:prstGeom>
          <a:solidFill>
            <a:srgbClr val="AF864B"/>
          </a:solidFill>
          <a:ln w="0">
            <a:noFill/>
          </a:ln>
        </p:spPr>
        <p:txBody>
          <a:bodyPr/>
          <a:lstStyle/>
          <a:p>
            <a:endParaRPr lang="en-US"/>
          </a:p>
        </p:txBody>
      </p:sp>
      <p:sp>
        <p:nvSpPr>
          <p:cNvPr id="750" name="b/value-Crackle-KAUH">
            <a:extLst>
              <a:ext uri="{FF2B5EF4-FFF2-40B4-BE49-F238E27FC236}">
                <a16:creationId xmlns:a16="http://schemas.microsoft.com/office/drawing/2014/main" id="{825BFEE7-5A38-4E6B-8AF1-487009780BC0}"/>
              </a:ext>
            </a:extLst>
          </p:cNvPr>
          <p:cNvSpPr>
            <a:spLocks noGrp="1"/>
          </p:cNvSpPr>
          <p:nvPr/>
        </p:nvSpPr>
        <p:spPr>
          <a:xfrm>
            <a:off x="24268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b/class-Wheeze">
            <a:extLst>
              <a:ext uri="{FF2B5EF4-FFF2-40B4-BE49-F238E27FC236}">
                <a16:creationId xmlns:a16="http://schemas.microsoft.com/office/drawing/2014/main" id="{78AB0640-1323-49BB-90B5-3883E2152924}"/>
              </a:ext>
            </a:extLst>
          </p:cNvPr>
          <p:cNvSpPr>
            <a:spLocks noGrp="1"/>
          </p:cNvSpPr>
          <p:nvPr/>
        </p:nvSpPr>
        <p:spPr>
          <a:xfrm>
            <a:off x="29778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dirty="0">
                <a:solidFill>
                  <a:srgbClr val="263D50"/>
                </a:solidFill>
                <a:latin typeface="Consolas"/>
                <a:ea typeface="Consolas"/>
                <a:cs typeface="Consolas"/>
              </a:rPr>
              <a:t>Wheeze (</a:t>
            </a:r>
            <a:r>
              <a:rPr sz="800" i="1" dirty="0">
                <a:solidFill>
                  <a:srgbClr val="263D50"/>
                </a:solidFill>
                <a:latin typeface="Consolas" panose="020B0609020204030204" pitchFamily="49" charset="0"/>
                <a:ea typeface="Consolas"/>
                <a:cs typeface="Consolas" panose="020B0609020204030204" pitchFamily="49" charset="0"/>
              </a:rPr>
              <a:t>W</a:t>
            </a:r>
            <a:r>
              <a:rPr sz="800" b="0" dirty="0">
                <a:solidFill>
                  <a:srgbClr val="263D50"/>
                </a:solidFill>
                <a:latin typeface="Consolas"/>
                <a:ea typeface="Consolas"/>
                <a:cs typeface="Consolas"/>
              </a:rPr>
              <a:t>)</a:t>
            </a:r>
          </a:p>
        </p:txBody>
      </p:sp>
      <p:sp>
        <p:nvSpPr>
          <p:cNvPr id="752" name="b/bar-Wheeze-ICBHI">
            <a:extLst>
              <a:ext uri="{FF2B5EF4-FFF2-40B4-BE49-F238E27FC236}">
                <a16:creationId xmlns:a16="http://schemas.microsoft.com/office/drawing/2014/main" id="{AB43E84A-AAF4-417D-963B-AA817097F579}"/>
              </a:ext>
            </a:extLst>
          </p:cNvPr>
          <p:cNvSpPr>
            <a:spLocks noGrp="1"/>
          </p:cNvSpPr>
          <p:nvPr/>
        </p:nvSpPr>
        <p:spPr>
          <a:xfrm>
            <a:off x="3035037" y="1551363"/>
            <a:ext cx="165100" cy="264737"/>
          </a:xfrm>
          <a:prstGeom prst="rect">
            <a:avLst/>
          </a:prstGeom>
          <a:solidFill>
            <a:srgbClr val="3B739E"/>
          </a:solidFill>
          <a:ln w="0">
            <a:noFill/>
          </a:ln>
        </p:spPr>
        <p:txBody>
          <a:bodyPr/>
          <a:lstStyle/>
          <a:p>
            <a:endParaRPr lang="en-US"/>
          </a:p>
        </p:txBody>
      </p:sp>
      <p:sp>
        <p:nvSpPr>
          <p:cNvPr id="753" name="b/value-Wheeze-ICBHI">
            <a:extLst>
              <a:ext uri="{FF2B5EF4-FFF2-40B4-BE49-F238E27FC236}">
                <a16:creationId xmlns:a16="http://schemas.microsoft.com/office/drawing/2014/main" id="{18440EC7-E514-4B5C-9B43-5BF84EACA7E7}"/>
              </a:ext>
            </a:extLst>
          </p:cNvPr>
          <p:cNvSpPr>
            <a:spLocks noGrp="1"/>
          </p:cNvSpPr>
          <p:nvPr/>
        </p:nvSpPr>
        <p:spPr>
          <a:xfrm>
            <a:off x="30032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b/bar-Wheeze-SPRSound">
            <a:extLst>
              <a:ext uri="{FF2B5EF4-FFF2-40B4-BE49-F238E27FC236}">
                <a16:creationId xmlns:a16="http://schemas.microsoft.com/office/drawing/2014/main" id="{5A44D125-0619-4F7E-9445-13FA29B500B2}"/>
              </a:ext>
            </a:extLst>
          </p:cNvPr>
          <p:cNvSpPr>
            <a:spLocks noGrp="1"/>
          </p:cNvSpPr>
          <p:nvPr/>
        </p:nvSpPr>
        <p:spPr>
          <a:xfrm>
            <a:off x="3238237" y="1454455"/>
            <a:ext cx="165100" cy="361645"/>
          </a:xfrm>
          <a:prstGeom prst="rect">
            <a:avLst/>
          </a:prstGeom>
          <a:solidFill>
            <a:srgbClr val="328F76"/>
          </a:solidFill>
          <a:ln w="0">
            <a:noFill/>
          </a:ln>
        </p:spPr>
        <p:txBody>
          <a:bodyPr/>
          <a:lstStyle/>
          <a:p>
            <a:endParaRPr lang="en-US"/>
          </a:p>
        </p:txBody>
      </p:sp>
      <p:sp>
        <p:nvSpPr>
          <p:cNvPr id="755" name="b/value-Wheeze-SPRSound">
            <a:extLst>
              <a:ext uri="{FF2B5EF4-FFF2-40B4-BE49-F238E27FC236}">
                <a16:creationId xmlns:a16="http://schemas.microsoft.com/office/drawing/2014/main" id="{BD05C9AB-B68F-4FC6-8740-1B6D0BBE8CA0}"/>
              </a:ext>
            </a:extLst>
          </p:cNvPr>
          <p:cNvSpPr>
            <a:spLocks noGrp="1"/>
          </p:cNvSpPr>
          <p:nvPr/>
        </p:nvSpPr>
        <p:spPr>
          <a:xfrm>
            <a:off x="32064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b/bar-Wheeze-HF_Lung">
            <a:extLst>
              <a:ext uri="{FF2B5EF4-FFF2-40B4-BE49-F238E27FC236}">
                <a16:creationId xmlns:a16="http://schemas.microsoft.com/office/drawing/2014/main" id="{0209E786-F50E-494B-9F54-890B4C05979D}"/>
              </a:ext>
            </a:extLst>
          </p:cNvPr>
          <p:cNvSpPr>
            <a:spLocks noGrp="1"/>
          </p:cNvSpPr>
          <p:nvPr/>
        </p:nvSpPr>
        <p:spPr>
          <a:xfrm>
            <a:off x="3441438" y="1321084"/>
            <a:ext cx="165100" cy="495016"/>
          </a:xfrm>
          <a:prstGeom prst="rect">
            <a:avLst/>
          </a:prstGeom>
          <a:solidFill>
            <a:srgbClr val="9365A9"/>
          </a:solidFill>
          <a:ln w="0">
            <a:noFill/>
          </a:ln>
        </p:spPr>
        <p:txBody>
          <a:bodyPr/>
          <a:lstStyle/>
          <a:p>
            <a:endParaRPr lang="en-US"/>
          </a:p>
        </p:txBody>
      </p:sp>
      <p:sp>
        <p:nvSpPr>
          <p:cNvPr id="757" name="b/value-Wheeze-HF_Lung">
            <a:extLst>
              <a:ext uri="{FF2B5EF4-FFF2-40B4-BE49-F238E27FC236}">
                <a16:creationId xmlns:a16="http://schemas.microsoft.com/office/drawing/2014/main" id="{C86E05E2-0209-4800-B8DD-8944EA5616E2}"/>
              </a:ext>
            </a:extLst>
          </p:cNvPr>
          <p:cNvSpPr>
            <a:spLocks noGrp="1"/>
          </p:cNvSpPr>
          <p:nvPr/>
        </p:nvSpPr>
        <p:spPr>
          <a:xfrm>
            <a:off x="34096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b/bar-Wheeze-KAUH">
            <a:extLst>
              <a:ext uri="{FF2B5EF4-FFF2-40B4-BE49-F238E27FC236}">
                <a16:creationId xmlns:a16="http://schemas.microsoft.com/office/drawing/2014/main" id="{0A40A884-8EE3-4946-A312-F176647A6351}"/>
              </a:ext>
            </a:extLst>
          </p:cNvPr>
          <p:cNvSpPr>
            <a:spLocks noGrp="1"/>
          </p:cNvSpPr>
          <p:nvPr/>
        </p:nvSpPr>
        <p:spPr>
          <a:xfrm>
            <a:off x="3644637" y="1537304"/>
            <a:ext cx="165100" cy="278796"/>
          </a:xfrm>
          <a:prstGeom prst="rect">
            <a:avLst/>
          </a:prstGeom>
          <a:solidFill>
            <a:srgbClr val="AF864B"/>
          </a:solidFill>
          <a:ln w="0">
            <a:noFill/>
          </a:ln>
        </p:spPr>
        <p:txBody>
          <a:bodyPr/>
          <a:lstStyle/>
          <a:p>
            <a:endParaRPr lang="en-US"/>
          </a:p>
        </p:txBody>
      </p:sp>
      <p:sp>
        <p:nvSpPr>
          <p:cNvPr id="759" name="b/value-Wheeze-KAUH">
            <a:extLst>
              <a:ext uri="{FF2B5EF4-FFF2-40B4-BE49-F238E27FC236}">
                <a16:creationId xmlns:a16="http://schemas.microsoft.com/office/drawing/2014/main" id="{2CCEBD88-283E-42EA-A0AB-11525A24611A}"/>
              </a:ext>
            </a:extLst>
          </p:cNvPr>
          <p:cNvSpPr>
            <a:spLocks noGrp="1"/>
          </p:cNvSpPr>
          <p:nvPr/>
        </p:nvSpPr>
        <p:spPr>
          <a:xfrm>
            <a:off x="36128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b/class-Both">
            <a:extLst>
              <a:ext uri="{FF2B5EF4-FFF2-40B4-BE49-F238E27FC236}">
                <a16:creationId xmlns:a16="http://schemas.microsoft.com/office/drawing/2014/main" id="{91C682E5-8F53-478B-8FC3-4C206E7836BA}"/>
              </a:ext>
            </a:extLst>
          </p:cNvPr>
          <p:cNvSpPr>
            <a:spLocks noGrp="1"/>
          </p:cNvSpPr>
          <p:nvPr/>
        </p:nvSpPr>
        <p:spPr>
          <a:xfrm>
            <a:off x="41639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dirty="0">
                <a:solidFill>
                  <a:srgbClr val="263D50"/>
                </a:solidFill>
                <a:latin typeface="Consolas"/>
                <a:ea typeface="Consolas"/>
                <a:cs typeface="Consolas"/>
              </a:rPr>
              <a:t>Both (</a:t>
            </a:r>
            <a:r>
              <a:rPr sz="800" i="1" dirty="0">
                <a:solidFill>
                  <a:srgbClr val="263D50"/>
                </a:solidFill>
                <a:latin typeface="Consolas" panose="020B0609020204030204" pitchFamily="49" charset="0"/>
                <a:ea typeface="Consolas"/>
                <a:cs typeface="Consolas" panose="020B0609020204030204" pitchFamily="49" charset="0"/>
              </a:rPr>
              <a:t>C-W</a:t>
            </a:r>
            <a:r>
              <a:rPr sz="800" b="0" dirty="0">
                <a:solidFill>
                  <a:srgbClr val="263D50"/>
                </a:solidFill>
                <a:latin typeface="Consolas"/>
                <a:ea typeface="Consolas"/>
                <a:cs typeface="Consolas"/>
              </a:rPr>
              <a:t>)</a:t>
            </a:r>
          </a:p>
        </p:txBody>
      </p:sp>
      <p:sp>
        <p:nvSpPr>
          <p:cNvPr id="761" name="b/bar-Both-ICBHI">
            <a:extLst>
              <a:ext uri="{FF2B5EF4-FFF2-40B4-BE49-F238E27FC236}">
                <a16:creationId xmlns:a16="http://schemas.microsoft.com/office/drawing/2014/main" id="{A1A84CC5-13C1-4A07-9625-87A24A666E88}"/>
              </a:ext>
            </a:extLst>
          </p:cNvPr>
          <p:cNvSpPr>
            <a:spLocks noGrp="1"/>
          </p:cNvSpPr>
          <p:nvPr/>
        </p:nvSpPr>
        <p:spPr>
          <a:xfrm>
            <a:off x="4221113" y="1561733"/>
            <a:ext cx="165100" cy="254367"/>
          </a:xfrm>
          <a:prstGeom prst="rect">
            <a:avLst/>
          </a:prstGeom>
          <a:solidFill>
            <a:srgbClr val="3B739E"/>
          </a:solidFill>
          <a:ln w="0">
            <a:noFill/>
          </a:ln>
        </p:spPr>
        <p:txBody>
          <a:bodyPr/>
          <a:lstStyle/>
          <a:p>
            <a:endParaRPr lang="en-US"/>
          </a:p>
        </p:txBody>
      </p:sp>
      <p:sp>
        <p:nvSpPr>
          <p:cNvPr id="762" name="b/value-Both-ICBHI">
            <a:extLst>
              <a:ext uri="{FF2B5EF4-FFF2-40B4-BE49-F238E27FC236}">
                <a16:creationId xmlns:a16="http://schemas.microsoft.com/office/drawing/2014/main" id="{309D4B7F-82A3-4B80-8037-556BA4DB0DFA}"/>
              </a:ext>
            </a:extLst>
          </p:cNvPr>
          <p:cNvSpPr>
            <a:spLocks noGrp="1"/>
          </p:cNvSpPr>
          <p:nvPr/>
        </p:nvSpPr>
        <p:spPr>
          <a:xfrm>
            <a:off x="41893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b/bar-Both-SPRSound">
            <a:extLst>
              <a:ext uri="{FF2B5EF4-FFF2-40B4-BE49-F238E27FC236}">
                <a16:creationId xmlns:a16="http://schemas.microsoft.com/office/drawing/2014/main" id="{280C8A18-E74C-483B-9573-68C74F6D7E57}"/>
              </a:ext>
            </a:extLst>
          </p:cNvPr>
          <p:cNvSpPr>
            <a:spLocks noGrp="1"/>
          </p:cNvSpPr>
          <p:nvPr/>
        </p:nvSpPr>
        <p:spPr>
          <a:xfrm>
            <a:off x="4424312" y="1443314"/>
            <a:ext cx="165100" cy="372786"/>
          </a:xfrm>
          <a:prstGeom prst="rect">
            <a:avLst/>
          </a:prstGeom>
          <a:solidFill>
            <a:srgbClr val="328F76"/>
          </a:solidFill>
          <a:ln w="0">
            <a:noFill/>
          </a:ln>
        </p:spPr>
        <p:txBody>
          <a:bodyPr/>
          <a:lstStyle/>
          <a:p>
            <a:endParaRPr lang="en-US"/>
          </a:p>
        </p:txBody>
      </p:sp>
      <p:sp>
        <p:nvSpPr>
          <p:cNvPr id="764" name="b/value-Both-SPRSound">
            <a:extLst>
              <a:ext uri="{FF2B5EF4-FFF2-40B4-BE49-F238E27FC236}">
                <a16:creationId xmlns:a16="http://schemas.microsoft.com/office/drawing/2014/main" id="{44922C12-AA4A-4EBC-845E-3EE611B78690}"/>
              </a:ext>
            </a:extLst>
          </p:cNvPr>
          <p:cNvSpPr>
            <a:spLocks noGrp="1"/>
          </p:cNvSpPr>
          <p:nvPr/>
        </p:nvSpPr>
        <p:spPr>
          <a:xfrm>
            <a:off x="43925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b/bar-Both-HF_Lung">
            <a:extLst>
              <a:ext uri="{FF2B5EF4-FFF2-40B4-BE49-F238E27FC236}">
                <a16:creationId xmlns:a16="http://schemas.microsoft.com/office/drawing/2014/main" id="{3232C36C-A3E3-40F6-8D46-254C61E91CC4}"/>
              </a:ext>
            </a:extLst>
          </p:cNvPr>
          <p:cNvSpPr>
            <a:spLocks noGrp="1"/>
          </p:cNvSpPr>
          <p:nvPr/>
        </p:nvSpPr>
        <p:spPr>
          <a:xfrm>
            <a:off x="4627513" y="1384131"/>
            <a:ext cx="165100" cy="431969"/>
          </a:xfrm>
          <a:prstGeom prst="rect">
            <a:avLst/>
          </a:prstGeom>
          <a:solidFill>
            <a:srgbClr val="9365A9"/>
          </a:solidFill>
          <a:ln w="0">
            <a:noFill/>
          </a:ln>
        </p:spPr>
        <p:txBody>
          <a:bodyPr/>
          <a:lstStyle/>
          <a:p>
            <a:endParaRPr lang="en-US"/>
          </a:p>
        </p:txBody>
      </p:sp>
      <p:sp>
        <p:nvSpPr>
          <p:cNvPr id="766" name="b/value-Both-HF_Lung">
            <a:extLst>
              <a:ext uri="{FF2B5EF4-FFF2-40B4-BE49-F238E27FC236}">
                <a16:creationId xmlns:a16="http://schemas.microsoft.com/office/drawing/2014/main" id="{7DDF23A7-0150-49EF-86E2-A1803899B2BF}"/>
              </a:ext>
            </a:extLst>
          </p:cNvPr>
          <p:cNvSpPr>
            <a:spLocks noGrp="1"/>
          </p:cNvSpPr>
          <p:nvPr/>
        </p:nvSpPr>
        <p:spPr>
          <a:xfrm>
            <a:off x="45957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b/bar-Both-KAUH">
            <a:extLst>
              <a:ext uri="{FF2B5EF4-FFF2-40B4-BE49-F238E27FC236}">
                <a16:creationId xmlns:a16="http://schemas.microsoft.com/office/drawing/2014/main" id="{86129FA3-B7B2-4E78-A41B-3F5856A22728}"/>
              </a:ext>
            </a:extLst>
          </p:cNvPr>
          <p:cNvSpPr>
            <a:spLocks noGrp="1"/>
          </p:cNvSpPr>
          <p:nvPr/>
        </p:nvSpPr>
        <p:spPr>
          <a:xfrm>
            <a:off x="4830713" y="1548445"/>
            <a:ext cx="165100" cy="267655"/>
          </a:xfrm>
          <a:prstGeom prst="rect">
            <a:avLst/>
          </a:prstGeom>
          <a:solidFill>
            <a:srgbClr val="AF864B"/>
          </a:solidFill>
          <a:ln w="0">
            <a:noFill/>
          </a:ln>
        </p:spPr>
        <p:txBody>
          <a:bodyPr/>
          <a:lstStyle/>
          <a:p>
            <a:endParaRPr lang="en-US"/>
          </a:p>
        </p:txBody>
      </p:sp>
      <p:sp>
        <p:nvSpPr>
          <p:cNvPr id="768" name="b/value-Both-KAUH">
            <a:extLst>
              <a:ext uri="{FF2B5EF4-FFF2-40B4-BE49-F238E27FC236}">
                <a16:creationId xmlns:a16="http://schemas.microsoft.com/office/drawing/2014/main" id="{8D5529D5-614E-4992-BFDC-80DF2FAAD4B7}"/>
              </a:ext>
            </a:extLst>
          </p:cNvPr>
          <p:cNvSpPr>
            <a:spLocks noGrp="1"/>
          </p:cNvSpPr>
          <p:nvPr/>
        </p:nvSpPr>
        <p:spPr>
          <a:xfrm>
            <a:off x="47989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71" name="b/x-title"/>
          <p:cNvSpPr>
            <a:spLocks noGrp="1"/>
          </p:cNvSpPr>
          <p:nvPr/>
        </p:nvSpPr>
        <p:spPr>
          <a:xfrm>
            <a:off x="457200" y="1940560"/>
            <a:ext cx="4744301"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Sound label</a:t>
            </a:r>
          </a:p>
        </p:txBody>
      </p:sp>
      <p:sp>
        <p:nvSpPr>
          <p:cNvPr id="772" name="b/y-title"/>
          <p:cNvSpPr>
            <a:spLocks noGrp="1"/>
          </p:cNvSpPr>
          <p:nvPr/>
        </p:nvSpPr>
        <p:spPr>
          <a:xfrm rot="16200000">
            <a:off x="-203200" y="1423670"/>
            <a:ext cx="660400" cy="21336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Median spectral</a:t>
            </a:r>
          </a:p>
          <a:p>
            <a:pPr algn="ctr">
              <a:defRPr sz="700" b="0">
                <a:solidFill>
                  <a:srgbClr val="263D50"/>
                </a:solidFill>
                <a:latin typeface="Arial"/>
                <a:ea typeface="Arial"/>
                <a:cs typeface="Arial"/>
              </a:defRPr>
            </a:pPr>
            <a:r>
              <a:rPr sz="700" b="0">
                <a:solidFill>
                  <a:srgbClr val="263D50"/>
                </a:solidFill>
                <a:latin typeface="Arial"/>
                <a:ea typeface="Arial"/>
                <a:cs typeface="Arial"/>
              </a:rPr>
              <a:t>centroid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983</Words>
  <Application>Microsoft Macintosh PowerPoint</Application>
  <DocSecurity>0</DocSecurity>
  <PresentationFormat>Custom</PresentationFormat>
  <Paragraphs>122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Consolas</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4</cp:revision>
  <dcterms:created xsi:type="dcterms:W3CDTF">2026-09-15T02:29:24Z</dcterms:created>
  <dcterms:modified xsi:type="dcterms:W3CDTF">2026-09-23T16:49:07Z</dcterms:modified>
</cp:coreProperties>
</file>