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6408738" cy="2032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258" d="100"/>
          <a:sy n="258" d="100"/>
        </p:scale>
        <p:origin x="200" y="1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1: quarter-page layout.</a:t>
            </a:r>
          </a:p>
          <a:p>
            <a:endParaRPr/>
          </a:p>
          <a:p>
            <a:r>
              <a:t>Figure 1(a): native-label counts. ICBHI: respiratory cycles from official train and test. SPRSound: native events from BioCAS2022 train and inter-test; intra-test is excluded. HF Lung: annotated intervals from source-train and source-test; counts denote annotations, not recordings or 5-s inputs. KAUH: recording files including Bell, Diaphragm, and Extended versions. All native label strings are retained, including separate SPRSound fine/coarse crackles, HF phase labels, and the nine KAUH sound strings. Each chart has its own linear count axis starting at zero. Source: source_data/native_label_counts.csv, copied from /Users/zilongzeng/.codex/worktrees/3110/Acoustic/figure1_lsaa_compact/data/native_label_counts.csv. Underlying saved annotations: /Users/zilongzeng/.codex/worktrees/5513/Acoustic/result/wade_acoustic_validation/native_annotation_manifest.csv.</a:t>
            </a:r>
          </a:p>
          <a:p>
            <a:endParaRPr/>
          </a:p>
          <a:p>
            <a:r>
              <a:t>Figure 1(b), spectral PCA. All 561 saved group coordinates are retained: 126 ICBHI patients, 284 SPRSound train+inter patients, 39 HF source-test date groups, and 112 KAUH patients. The common spectral descriptors are power centroid, bandwidth, and peak frequency in 80-2000 Hz. The saved PCA used log10(1+frequency), joint weighted standardization, and equal total weight for each source. PC1/PC2 explain 63.15%/33.25%. Axes have equal physical scale, with the original limits and directions. Point colours and symbols follow panel (a). Source: source_data/paper_scope_spectral_only_balanced_scores.csv and the matching definition and loadings. Spectral definitions: /Users/zilongzeng/.codex/worktrees/5513/Acoustic/analysis/wade_acoustic_validation/extract_features.py. PCA definition: /Users/zilongzeng/.codex/worktrees/5513/Acoustic/analysis/wade_acoustic_validation/analyze_features.py.</a:t>
            </a:r>
          </a:p>
          <a:p>
            <a:endParaRPr/>
          </a:p>
          <a:p>
            <a:r>
              <a:t>Figure 1(c): spectral centroid by sound label. Normal/Crackle/Wheeze/Both are retained. ICBHI, SPRSound, and KAUH use compatible class medians from saved summaries. HF source-test windows are grouped by observed C/W annotation combinations: D without Wheeze annotation, Wheeze without D annotation, and both annotations present. Absence of an annotation is not asserted to be a verified acoustic negative. No Normal group is assigned to HF. HF medians are newly summarized from existing model5s feature values, first within recording and then recording-date group. Core and KAUH summaries remain patient based; KAUH B/D/E are combined within patient. Bars and printed numbers show the median spectral centroid (Hz), with exact values preserved in source_data/four_class_four_source_medians.csv. Source counts and units are recorded in the same table. KAUH Both has only two patients. The chart does not show confidence intervals. The original core CI values are retained in source_data/core_four_class_summary.csv. No model inference, audio processing, feature extraction, PCA, or bootstrap was run. Sources: core_four_class_summary.csv; kauh_compatible_side_summary.csv; hf_observed_combination_summary.csv; and prepare_hf_summary.py.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0" name="a/panel-a">
            <a:extLst>
              <a:ext uri="{FF2B5EF4-FFF2-40B4-BE49-F238E27FC236}">
                <a16:creationId xmlns:a16="http://schemas.microsoft.com/office/drawing/2014/main" id="{7370C562-9A9C-4153-AD70-5363F8CE5D6E}"/>
              </a:ext>
            </a:extLst>
          </p:cNvPr>
          <p:cNvSpPr>
            <a:spLocks noGrp="1"/>
          </p:cNvSpPr>
          <p:nvPr/>
        </p:nvSpPr>
        <p:spPr>
          <a:xfrm>
            <a:off x="25400" y="0"/>
            <a:ext cx="203200" cy="127000"/>
          </a:xfrm>
          <a:prstGeom prst="rect">
            <a:avLst/>
          </a:prstGeom>
          <a:noFill/>
          <a:ln w="0">
            <a:noFill/>
          </a:ln>
        </p:spPr>
        <p:txBody>
          <a:bodyPr wrap="none" lIns="0" tIns="0" rIns="0" bIns="0" anchor="ctr">
            <a:noAutofit/>
          </a:bodyPr>
          <a:lstStyle/>
          <a:p>
            <a:pPr algn="l">
              <a:defRPr sz="900" b="1">
                <a:solidFill>
                  <a:srgbClr val="263D50"/>
                </a:solidFill>
                <a:latin typeface="Arial"/>
                <a:ea typeface="Arial"/>
                <a:cs typeface="Arial"/>
              </a:defRPr>
            </a:pPr>
            <a:r>
              <a:rPr sz="900" b="1">
                <a:solidFill>
                  <a:srgbClr val="263D50"/>
                </a:solidFill>
                <a:latin typeface="Arial"/>
                <a:ea typeface="Arial"/>
                <a:cs typeface="Arial"/>
              </a:rPr>
              <a:t>(a)</a:t>
            </a:r>
          </a:p>
        </p:txBody>
      </p:sp>
      <p:sp>
        <p:nvSpPr>
          <p:cNvPr id="2" name="a/legend-ICBHI">
            <a:extLst>
              <a:ext uri="{FF2B5EF4-FFF2-40B4-BE49-F238E27FC236}">
                <a16:creationId xmlns:a16="http://schemas.microsoft.com/office/drawing/2014/main" id="{2E91A4E9-C6AB-4104-8DA1-F98C364ED557}"/>
              </a:ext>
            </a:extLst>
          </p:cNvPr>
          <p:cNvSpPr>
            <a:spLocks noGrp="1"/>
          </p:cNvSpPr>
          <p:nvPr/>
        </p:nvSpPr>
        <p:spPr>
          <a:xfrm>
            <a:off x="310515" y="44450"/>
            <a:ext cx="35560" cy="35560"/>
          </a:xfrm>
          <a:prstGeom prst="ellipse">
            <a:avLst/>
          </a:prstGeom>
          <a:solidFill>
            <a:srgbClr val="3B739E">
              <a:alpha val="100000"/>
            </a:srgbClr>
          </a:solidFill>
          <a:ln w="0">
            <a:noFill/>
          </a:ln>
        </p:spPr>
        <p:txBody>
          <a:bodyPr/>
          <a:lstStyle/>
          <a:p>
            <a:endParaRPr lang="en-US"/>
          </a:p>
        </p:txBody>
      </p:sp>
      <p:sp>
        <p:nvSpPr>
          <p:cNvPr id="3" name="a/source-ICBHI">
            <a:extLst>
              <a:ext uri="{FF2B5EF4-FFF2-40B4-BE49-F238E27FC236}">
                <a16:creationId xmlns:a16="http://schemas.microsoft.com/office/drawing/2014/main" id="{DD29DE42-69D6-4EF0-B9D8-306A007D8044}"/>
              </a:ext>
            </a:extLst>
          </p:cNvPr>
          <p:cNvSpPr>
            <a:spLocks noGrp="1"/>
          </p:cNvSpPr>
          <p:nvPr/>
        </p:nvSpPr>
        <p:spPr>
          <a:xfrm>
            <a:off x="391795" y="0"/>
            <a:ext cx="734060" cy="127000"/>
          </a:xfrm>
          <a:prstGeom prst="rect">
            <a:avLst/>
          </a:prstGeom>
          <a:noFill/>
          <a:ln w="0">
            <a:noFill/>
          </a:ln>
        </p:spPr>
        <p:txBody>
          <a:bodyPr wrap="none" lIns="0" tIns="0" rIns="0" bIns="0" anchor="ctr">
            <a:noAutofit/>
          </a:bodyPr>
          <a:lstStyle/>
          <a:p>
            <a:pPr algn="l">
              <a:defRPr sz="850" b="1">
                <a:solidFill>
                  <a:srgbClr val="3B739E"/>
                </a:solidFill>
                <a:latin typeface="Arial"/>
                <a:ea typeface="Arial"/>
                <a:cs typeface="Arial"/>
              </a:defRPr>
            </a:pPr>
            <a:r>
              <a:rPr sz="850" b="1">
                <a:solidFill>
                  <a:srgbClr val="3B739E"/>
                </a:solidFill>
                <a:latin typeface="Arial"/>
                <a:ea typeface="Arial"/>
                <a:cs typeface="Arial"/>
              </a:rPr>
              <a:t>ICBHI (cycles)</a:t>
            </a:r>
          </a:p>
        </p:txBody>
      </p:sp>
      <p:sp>
        <p:nvSpPr>
          <p:cNvPr id="4" name="a/scope-ICBHI">
            <a:extLst>
              <a:ext uri="{FF2B5EF4-FFF2-40B4-BE49-F238E27FC236}">
                <a16:creationId xmlns:a16="http://schemas.microsoft.com/office/drawing/2014/main" id="{BCCC4180-69F0-4F4A-A1FC-4D9D07754966}"/>
              </a:ext>
            </a:extLst>
          </p:cNvPr>
          <p:cNvSpPr>
            <a:spLocks noGrp="1"/>
          </p:cNvSpPr>
          <p:nvPr/>
        </p:nvSpPr>
        <p:spPr>
          <a:xfrm>
            <a:off x="50800" y="120650"/>
            <a:ext cx="13589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a:solidFill>
                  <a:srgbClr val="526674"/>
                </a:solidFill>
                <a:latin typeface="Arial"/>
                <a:ea typeface="Arial"/>
                <a:cs typeface="Arial"/>
              </a:rPr>
              <a:t>Train + Test</a:t>
            </a:r>
          </a:p>
        </p:txBody>
      </p:sp>
      <p:sp>
        <p:nvSpPr>
          <p:cNvPr id="5" name="a/grid-ICBHI-0">
            <a:extLst>
              <a:ext uri="{FF2B5EF4-FFF2-40B4-BE49-F238E27FC236}">
                <a16:creationId xmlns:a16="http://schemas.microsoft.com/office/drawing/2014/main" id="{02DA3D82-7C31-4A5C-AB6B-D0455A02CD13}"/>
              </a:ext>
            </a:extLst>
          </p:cNvPr>
          <p:cNvSpPr>
            <a:spLocks noGrp="1"/>
          </p:cNvSpPr>
          <p:nvPr/>
        </p:nvSpPr>
        <p:spPr>
          <a:xfrm>
            <a:off x="457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 name="a/tick-ICBHI-0">
            <a:extLst>
              <a:ext uri="{FF2B5EF4-FFF2-40B4-BE49-F238E27FC236}">
                <a16:creationId xmlns:a16="http://schemas.microsoft.com/office/drawing/2014/main" id="{34D308EB-0F1A-49C3-8FCB-EC080DCD6BE3}"/>
              </a:ext>
            </a:extLst>
          </p:cNvPr>
          <p:cNvSpPr>
            <a:spLocks noGrp="1"/>
          </p:cNvSpPr>
          <p:nvPr/>
        </p:nvSpPr>
        <p:spPr>
          <a:xfrm>
            <a:off x="457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7" name="a/tick-label-ICBHI-0">
            <a:extLst>
              <a:ext uri="{FF2B5EF4-FFF2-40B4-BE49-F238E27FC236}">
                <a16:creationId xmlns:a16="http://schemas.microsoft.com/office/drawing/2014/main" id="{89A91B8F-0E98-4D33-82AF-CB258EDD5EC0}"/>
              </a:ext>
            </a:extLst>
          </p:cNvPr>
          <p:cNvSpPr>
            <a:spLocks noGrp="1"/>
          </p:cNvSpPr>
          <p:nvPr/>
        </p:nvSpPr>
        <p:spPr>
          <a:xfrm>
            <a:off x="342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8" name="a/grid-ICBHI-2000">
            <a:extLst>
              <a:ext uri="{FF2B5EF4-FFF2-40B4-BE49-F238E27FC236}">
                <a16:creationId xmlns:a16="http://schemas.microsoft.com/office/drawing/2014/main" id="{79C1CD5E-E43C-45BD-AB5A-4B1B901986C1}"/>
              </a:ext>
            </a:extLst>
          </p:cNvPr>
          <p:cNvSpPr>
            <a:spLocks noGrp="1"/>
          </p:cNvSpPr>
          <p:nvPr/>
        </p:nvSpPr>
        <p:spPr>
          <a:xfrm>
            <a:off x="7874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 name="a/tick-ICBHI-2000">
            <a:extLst>
              <a:ext uri="{FF2B5EF4-FFF2-40B4-BE49-F238E27FC236}">
                <a16:creationId xmlns:a16="http://schemas.microsoft.com/office/drawing/2014/main" id="{52D82F55-6B62-4320-8A69-8F353C2BBAA4}"/>
              </a:ext>
            </a:extLst>
          </p:cNvPr>
          <p:cNvSpPr>
            <a:spLocks noGrp="1"/>
          </p:cNvSpPr>
          <p:nvPr/>
        </p:nvSpPr>
        <p:spPr>
          <a:xfrm>
            <a:off x="7874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 name="a/tick-label-ICBHI-2000">
            <a:extLst>
              <a:ext uri="{FF2B5EF4-FFF2-40B4-BE49-F238E27FC236}">
                <a16:creationId xmlns:a16="http://schemas.microsoft.com/office/drawing/2014/main" id="{3ED72B26-FA35-449D-8110-9772BA4E3EA0}"/>
              </a:ext>
            </a:extLst>
          </p:cNvPr>
          <p:cNvSpPr>
            <a:spLocks noGrp="1"/>
          </p:cNvSpPr>
          <p:nvPr/>
        </p:nvSpPr>
        <p:spPr>
          <a:xfrm>
            <a:off x="6731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2k</a:t>
            </a:r>
          </a:p>
        </p:txBody>
      </p:sp>
      <p:sp>
        <p:nvSpPr>
          <p:cNvPr id="11" name="a/grid-ICBHI-4000">
            <a:extLst>
              <a:ext uri="{FF2B5EF4-FFF2-40B4-BE49-F238E27FC236}">
                <a16:creationId xmlns:a16="http://schemas.microsoft.com/office/drawing/2014/main" id="{9A55F7D3-F144-4D10-9E44-A1B1D1FB0917}"/>
              </a:ext>
            </a:extLst>
          </p:cNvPr>
          <p:cNvSpPr>
            <a:spLocks noGrp="1"/>
          </p:cNvSpPr>
          <p:nvPr/>
        </p:nvSpPr>
        <p:spPr>
          <a:xfrm>
            <a:off x="11176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12" name="a/tick-ICBHI-4000">
            <a:extLst>
              <a:ext uri="{FF2B5EF4-FFF2-40B4-BE49-F238E27FC236}">
                <a16:creationId xmlns:a16="http://schemas.microsoft.com/office/drawing/2014/main" id="{4F50AD10-7AD7-478B-8BD4-419338AA5913}"/>
              </a:ext>
            </a:extLst>
          </p:cNvPr>
          <p:cNvSpPr>
            <a:spLocks noGrp="1"/>
          </p:cNvSpPr>
          <p:nvPr/>
        </p:nvSpPr>
        <p:spPr>
          <a:xfrm>
            <a:off x="11176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3" name="a/tick-label-ICBHI-4000">
            <a:extLst>
              <a:ext uri="{FF2B5EF4-FFF2-40B4-BE49-F238E27FC236}">
                <a16:creationId xmlns:a16="http://schemas.microsoft.com/office/drawing/2014/main" id="{6075CF08-208A-4738-A71B-5FDD47AFB9B1}"/>
              </a:ext>
            </a:extLst>
          </p:cNvPr>
          <p:cNvSpPr>
            <a:spLocks noGrp="1"/>
          </p:cNvSpPr>
          <p:nvPr/>
        </p:nvSpPr>
        <p:spPr>
          <a:xfrm>
            <a:off x="10033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4k</a:t>
            </a:r>
          </a:p>
        </p:txBody>
      </p:sp>
      <p:sp>
        <p:nvSpPr>
          <p:cNvPr id="14" name="a/axis-ICBHI">
            <a:extLst>
              <a:ext uri="{FF2B5EF4-FFF2-40B4-BE49-F238E27FC236}">
                <a16:creationId xmlns:a16="http://schemas.microsoft.com/office/drawing/2014/main" id="{062A26D3-E4FA-436C-8528-A68474FCFB08}"/>
              </a:ext>
            </a:extLst>
          </p:cNvPr>
          <p:cNvSpPr>
            <a:spLocks noGrp="1"/>
          </p:cNvSpPr>
          <p:nvPr/>
        </p:nvSpPr>
        <p:spPr>
          <a:xfrm>
            <a:off x="457200" y="914400"/>
            <a:ext cx="660400" cy="13"/>
          </a:xfrm>
          <a:custGeom>
            <a:avLst/>
            <a:gdLst/>
            <a:ahLst/>
            <a:cxnLst/>
            <a:rect l="0" t="0" r="0" b="0"/>
            <a:pathLst>
              <a:path w="660400" h="13">
                <a:moveTo>
                  <a:pt x="0" y="0"/>
                </a:moveTo>
                <a:lnTo>
                  <a:pt x="660400" y="0"/>
                </a:lnTo>
              </a:path>
            </a:pathLst>
          </a:custGeom>
          <a:noFill/>
          <a:ln w="5715">
            <a:solidFill>
              <a:srgbClr val="8C9AA6"/>
            </a:solidFill>
          </a:ln>
        </p:spPr>
        <p:txBody>
          <a:bodyPr/>
          <a:lstStyle/>
          <a:p>
            <a:endParaRPr lang="en-US"/>
          </a:p>
        </p:txBody>
      </p:sp>
      <p:sp>
        <p:nvSpPr>
          <p:cNvPr id="15" name="a/label-ICBHI-Normal">
            <a:extLst>
              <a:ext uri="{FF2B5EF4-FFF2-40B4-BE49-F238E27FC236}">
                <a16:creationId xmlns:a16="http://schemas.microsoft.com/office/drawing/2014/main" id="{49F8334F-FA6D-4730-A231-E77248781134}"/>
              </a:ext>
            </a:extLst>
          </p:cNvPr>
          <p:cNvSpPr>
            <a:spLocks noGrp="1"/>
          </p:cNvSpPr>
          <p:nvPr/>
        </p:nvSpPr>
        <p:spPr>
          <a:xfrm>
            <a:off x="50800" y="26606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Normal</a:t>
            </a:r>
          </a:p>
        </p:txBody>
      </p:sp>
      <p:sp>
        <p:nvSpPr>
          <p:cNvPr id="16" name="a/bar-ICBHI-Normal">
            <a:extLst>
              <a:ext uri="{FF2B5EF4-FFF2-40B4-BE49-F238E27FC236}">
                <a16:creationId xmlns:a16="http://schemas.microsoft.com/office/drawing/2014/main" id="{7E226B9A-2117-4E8B-B0C0-B9E62D6B047E}"/>
              </a:ext>
            </a:extLst>
          </p:cNvPr>
          <p:cNvSpPr>
            <a:spLocks noGrp="1"/>
          </p:cNvSpPr>
          <p:nvPr/>
        </p:nvSpPr>
        <p:spPr>
          <a:xfrm>
            <a:off x="457200" y="296545"/>
            <a:ext cx="601294" cy="35560"/>
          </a:xfrm>
          <a:prstGeom prst="rect">
            <a:avLst/>
          </a:prstGeom>
          <a:solidFill>
            <a:srgbClr val="3B739E"/>
          </a:solidFill>
          <a:ln w="0">
            <a:noFill/>
          </a:ln>
        </p:spPr>
        <p:txBody>
          <a:bodyPr/>
          <a:lstStyle/>
          <a:p>
            <a:endParaRPr lang="en-US"/>
          </a:p>
        </p:txBody>
      </p:sp>
      <p:sp>
        <p:nvSpPr>
          <p:cNvPr id="17" name="a/count-ICBHI-Normal">
            <a:extLst>
              <a:ext uri="{FF2B5EF4-FFF2-40B4-BE49-F238E27FC236}">
                <a16:creationId xmlns:a16="http://schemas.microsoft.com/office/drawing/2014/main" id="{A8A974BB-E516-4FB6-8883-B1C639F42186}"/>
              </a:ext>
            </a:extLst>
          </p:cNvPr>
          <p:cNvSpPr>
            <a:spLocks noGrp="1"/>
          </p:cNvSpPr>
          <p:nvPr/>
        </p:nvSpPr>
        <p:spPr>
          <a:xfrm>
            <a:off x="1155700" y="26606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3,642</a:t>
            </a:r>
          </a:p>
        </p:txBody>
      </p:sp>
      <p:sp>
        <p:nvSpPr>
          <p:cNvPr id="18" name="a/label-ICBHI-Crackle">
            <a:extLst>
              <a:ext uri="{FF2B5EF4-FFF2-40B4-BE49-F238E27FC236}">
                <a16:creationId xmlns:a16="http://schemas.microsoft.com/office/drawing/2014/main" id="{99DDECA4-E76B-46E5-8724-C2B12C9AF262}"/>
              </a:ext>
            </a:extLst>
          </p:cNvPr>
          <p:cNvSpPr>
            <a:spLocks noGrp="1"/>
          </p:cNvSpPr>
          <p:nvPr/>
        </p:nvSpPr>
        <p:spPr>
          <a:xfrm>
            <a:off x="50800" y="43751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Crackle</a:t>
            </a:r>
          </a:p>
        </p:txBody>
      </p:sp>
      <p:sp>
        <p:nvSpPr>
          <p:cNvPr id="19" name="a/bar-ICBHI-Crackle">
            <a:extLst>
              <a:ext uri="{FF2B5EF4-FFF2-40B4-BE49-F238E27FC236}">
                <a16:creationId xmlns:a16="http://schemas.microsoft.com/office/drawing/2014/main" id="{477889F7-6AA4-4AF1-B13E-385EECE3015E}"/>
              </a:ext>
            </a:extLst>
          </p:cNvPr>
          <p:cNvSpPr>
            <a:spLocks noGrp="1"/>
          </p:cNvSpPr>
          <p:nvPr/>
        </p:nvSpPr>
        <p:spPr>
          <a:xfrm>
            <a:off x="457200" y="467995"/>
            <a:ext cx="307746" cy="35560"/>
          </a:xfrm>
          <a:prstGeom prst="rect">
            <a:avLst/>
          </a:prstGeom>
          <a:solidFill>
            <a:srgbClr val="3B739E"/>
          </a:solidFill>
          <a:ln w="0">
            <a:noFill/>
          </a:ln>
        </p:spPr>
        <p:txBody>
          <a:bodyPr/>
          <a:lstStyle/>
          <a:p>
            <a:endParaRPr lang="en-US"/>
          </a:p>
        </p:txBody>
      </p:sp>
      <p:sp>
        <p:nvSpPr>
          <p:cNvPr id="20" name="a/count-ICBHI-Crackle">
            <a:extLst>
              <a:ext uri="{FF2B5EF4-FFF2-40B4-BE49-F238E27FC236}">
                <a16:creationId xmlns:a16="http://schemas.microsoft.com/office/drawing/2014/main" id="{B5FB91E2-8B2D-4539-BB11-B7271EA33241}"/>
              </a:ext>
            </a:extLst>
          </p:cNvPr>
          <p:cNvSpPr>
            <a:spLocks noGrp="1"/>
          </p:cNvSpPr>
          <p:nvPr/>
        </p:nvSpPr>
        <p:spPr>
          <a:xfrm>
            <a:off x="1155700" y="43751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1,864</a:t>
            </a:r>
          </a:p>
        </p:txBody>
      </p:sp>
      <p:sp>
        <p:nvSpPr>
          <p:cNvPr id="21" name="a/label-ICBHI-Wheeze">
            <a:extLst>
              <a:ext uri="{FF2B5EF4-FFF2-40B4-BE49-F238E27FC236}">
                <a16:creationId xmlns:a16="http://schemas.microsoft.com/office/drawing/2014/main" id="{50AF51FC-024E-45FD-A2A0-68C23C438B2B}"/>
              </a:ext>
            </a:extLst>
          </p:cNvPr>
          <p:cNvSpPr>
            <a:spLocks noGrp="1"/>
          </p:cNvSpPr>
          <p:nvPr/>
        </p:nvSpPr>
        <p:spPr>
          <a:xfrm>
            <a:off x="50800" y="60896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22" name="a/bar-ICBHI-Wheeze">
            <a:extLst>
              <a:ext uri="{FF2B5EF4-FFF2-40B4-BE49-F238E27FC236}">
                <a16:creationId xmlns:a16="http://schemas.microsoft.com/office/drawing/2014/main" id="{68F622DA-7CEA-4E12-93FE-941E5ED59221}"/>
              </a:ext>
            </a:extLst>
          </p:cNvPr>
          <p:cNvSpPr>
            <a:spLocks noGrp="1"/>
          </p:cNvSpPr>
          <p:nvPr/>
        </p:nvSpPr>
        <p:spPr>
          <a:xfrm>
            <a:off x="457200" y="639445"/>
            <a:ext cx="146279" cy="35560"/>
          </a:xfrm>
          <a:prstGeom prst="rect">
            <a:avLst/>
          </a:prstGeom>
          <a:solidFill>
            <a:srgbClr val="3B739E"/>
          </a:solidFill>
          <a:ln w="0">
            <a:noFill/>
          </a:ln>
        </p:spPr>
        <p:txBody>
          <a:bodyPr/>
          <a:lstStyle/>
          <a:p>
            <a:endParaRPr lang="en-US"/>
          </a:p>
        </p:txBody>
      </p:sp>
      <p:sp>
        <p:nvSpPr>
          <p:cNvPr id="23" name="a/count-ICBHI-Wheeze">
            <a:extLst>
              <a:ext uri="{FF2B5EF4-FFF2-40B4-BE49-F238E27FC236}">
                <a16:creationId xmlns:a16="http://schemas.microsoft.com/office/drawing/2014/main" id="{48570743-F379-4677-9726-BF242C46B29A}"/>
              </a:ext>
            </a:extLst>
          </p:cNvPr>
          <p:cNvSpPr>
            <a:spLocks noGrp="1"/>
          </p:cNvSpPr>
          <p:nvPr/>
        </p:nvSpPr>
        <p:spPr>
          <a:xfrm>
            <a:off x="1155700" y="60896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886</a:t>
            </a:r>
          </a:p>
        </p:txBody>
      </p:sp>
      <p:sp>
        <p:nvSpPr>
          <p:cNvPr id="24" name="a/label-ICBHI-Both">
            <a:extLst>
              <a:ext uri="{FF2B5EF4-FFF2-40B4-BE49-F238E27FC236}">
                <a16:creationId xmlns:a16="http://schemas.microsoft.com/office/drawing/2014/main" id="{BD9378F7-1388-4866-8F84-BBFD77721642}"/>
              </a:ext>
            </a:extLst>
          </p:cNvPr>
          <p:cNvSpPr>
            <a:spLocks noGrp="1"/>
          </p:cNvSpPr>
          <p:nvPr/>
        </p:nvSpPr>
        <p:spPr>
          <a:xfrm>
            <a:off x="50800" y="78041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Both</a:t>
            </a:r>
          </a:p>
        </p:txBody>
      </p:sp>
      <p:sp>
        <p:nvSpPr>
          <p:cNvPr id="25" name="a/bar-ICBHI-Both">
            <a:extLst>
              <a:ext uri="{FF2B5EF4-FFF2-40B4-BE49-F238E27FC236}">
                <a16:creationId xmlns:a16="http://schemas.microsoft.com/office/drawing/2014/main" id="{223D9E0D-1AE7-4BDE-8922-15B9472E0497}"/>
              </a:ext>
            </a:extLst>
          </p:cNvPr>
          <p:cNvSpPr>
            <a:spLocks noGrp="1"/>
          </p:cNvSpPr>
          <p:nvPr/>
        </p:nvSpPr>
        <p:spPr>
          <a:xfrm>
            <a:off x="457200" y="810895"/>
            <a:ext cx="83541" cy="35560"/>
          </a:xfrm>
          <a:prstGeom prst="rect">
            <a:avLst/>
          </a:prstGeom>
          <a:solidFill>
            <a:srgbClr val="3B739E"/>
          </a:solidFill>
          <a:ln w="0">
            <a:noFill/>
          </a:ln>
        </p:spPr>
        <p:txBody>
          <a:bodyPr/>
          <a:lstStyle/>
          <a:p>
            <a:endParaRPr lang="en-US"/>
          </a:p>
        </p:txBody>
      </p:sp>
      <p:sp>
        <p:nvSpPr>
          <p:cNvPr id="26" name="a/count-ICBHI-Both">
            <a:extLst>
              <a:ext uri="{FF2B5EF4-FFF2-40B4-BE49-F238E27FC236}">
                <a16:creationId xmlns:a16="http://schemas.microsoft.com/office/drawing/2014/main" id="{B6A2B4A6-BBAC-42E0-9862-A9EF8922270C}"/>
              </a:ext>
            </a:extLst>
          </p:cNvPr>
          <p:cNvSpPr>
            <a:spLocks noGrp="1"/>
          </p:cNvSpPr>
          <p:nvPr/>
        </p:nvSpPr>
        <p:spPr>
          <a:xfrm>
            <a:off x="1155700" y="78041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506</a:t>
            </a:r>
          </a:p>
        </p:txBody>
      </p:sp>
      <p:sp>
        <p:nvSpPr>
          <p:cNvPr id="27" name="a/legend-SPRSound">
            <a:extLst>
              <a:ext uri="{FF2B5EF4-FFF2-40B4-BE49-F238E27FC236}">
                <a16:creationId xmlns:a16="http://schemas.microsoft.com/office/drawing/2014/main" id="{CA8041A8-F0E3-47F0-8691-F472681A6926}"/>
              </a:ext>
            </a:extLst>
          </p:cNvPr>
          <p:cNvSpPr>
            <a:spLocks noGrp="1"/>
          </p:cNvSpPr>
          <p:nvPr/>
        </p:nvSpPr>
        <p:spPr>
          <a:xfrm>
            <a:off x="1899920" y="44450"/>
            <a:ext cx="35560" cy="35560"/>
          </a:xfrm>
          <a:custGeom>
            <a:avLst/>
            <a:gdLst/>
            <a:ahLst/>
            <a:cxnLst/>
            <a:rect l="0" t="0" r="0" b="0"/>
            <a:pathLst>
              <a:path w="35560" h="35560">
                <a:moveTo>
                  <a:pt x="17780" y="0"/>
                </a:moveTo>
                <a:lnTo>
                  <a:pt x="35560" y="35560"/>
                </a:lnTo>
                <a:lnTo>
                  <a:pt x="0" y="35560"/>
                </a:lnTo>
                <a:close/>
              </a:path>
            </a:pathLst>
          </a:custGeom>
          <a:solidFill>
            <a:srgbClr val="328F76">
              <a:alpha val="100000"/>
            </a:srgbClr>
          </a:solidFill>
          <a:ln w="0">
            <a:noFill/>
          </a:ln>
        </p:spPr>
        <p:txBody>
          <a:bodyPr/>
          <a:lstStyle/>
          <a:p>
            <a:endParaRPr lang="en-US"/>
          </a:p>
        </p:txBody>
      </p:sp>
      <p:sp>
        <p:nvSpPr>
          <p:cNvPr id="28" name="a/source-SPRSound">
            <a:extLst>
              <a:ext uri="{FF2B5EF4-FFF2-40B4-BE49-F238E27FC236}">
                <a16:creationId xmlns:a16="http://schemas.microsoft.com/office/drawing/2014/main" id="{9DA4B7ED-0E0F-4F27-BFF5-1B1EB7765E39}"/>
              </a:ext>
            </a:extLst>
          </p:cNvPr>
          <p:cNvSpPr>
            <a:spLocks noGrp="1"/>
          </p:cNvSpPr>
          <p:nvPr/>
        </p:nvSpPr>
        <p:spPr>
          <a:xfrm>
            <a:off x="1981200" y="0"/>
            <a:ext cx="1009650" cy="127000"/>
          </a:xfrm>
          <a:prstGeom prst="rect">
            <a:avLst/>
          </a:prstGeom>
          <a:noFill/>
          <a:ln w="0">
            <a:noFill/>
          </a:ln>
        </p:spPr>
        <p:txBody>
          <a:bodyPr wrap="none" lIns="0" tIns="0" rIns="0" bIns="0" anchor="ctr">
            <a:noAutofit/>
          </a:bodyPr>
          <a:lstStyle/>
          <a:p>
            <a:pPr algn="l">
              <a:defRPr sz="850" b="1">
                <a:solidFill>
                  <a:srgbClr val="328F76"/>
                </a:solidFill>
                <a:latin typeface="Arial"/>
                <a:ea typeface="Arial"/>
                <a:cs typeface="Arial"/>
              </a:defRPr>
            </a:pPr>
            <a:r>
              <a:rPr sz="850" b="1">
                <a:solidFill>
                  <a:srgbClr val="328F76"/>
                </a:solidFill>
                <a:latin typeface="Arial"/>
                <a:ea typeface="Arial"/>
                <a:cs typeface="Arial"/>
              </a:rPr>
              <a:t>SPRSound (events)</a:t>
            </a:r>
          </a:p>
        </p:txBody>
      </p:sp>
      <p:sp>
        <p:nvSpPr>
          <p:cNvPr id="29" name="a/scope-SPRSound">
            <a:extLst>
              <a:ext uri="{FF2B5EF4-FFF2-40B4-BE49-F238E27FC236}">
                <a16:creationId xmlns:a16="http://schemas.microsoft.com/office/drawing/2014/main" id="{E80F30DC-D0A6-4072-BF0D-2426ECB6A1B8}"/>
              </a:ext>
            </a:extLst>
          </p:cNvPr>
          <p:cNvSpPr>
            <a:spLocks noGrp="1"/>
          </p:cNvSpPr>
          <p:nvPr/>
        </p:nvSpPr>
        <p:spPr>
          <a:xfrm>
            <a:off x="1485900" y="120650"/>
            <a:ext cx="19431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dirty="0">
                <a:solidFill>
                  <a:srgbClr val="526674"/>
                </a:solidFill>
                <a:latin typeface="Arial"/>
                <a:ea typeface="Arial"/>
                <a:cs typeface="Arial"/>
              </a:rPr>
              <a:t>Train + </a:t>
            </a:r>
            <a:r>
              <a:rPr lang="en-US" sz="720" dirty="0">
                <a:solidFill>
                  <a:srgbClr val="526674"/>
                </a:solidFill>
                <a:latin typeface="Arial"/>
                <a:ea typeface="Arial"/>
                <a:cs typeface="Arial"/>
              </a:rPr>
              <a:t>T</a:t>
            </a:r>
            <a:r>
              <a:rPr sz="720" b="0" dirty="0">
                <a:solidFill>
                  <a:srgbClr val="526674"/>
                </a:solidFill>
                <a:latin typeface="Arial"/>
                <a:ea typeface="Arial"/>
                <a:cs typeface="Arial"/>
              </a:rPr>
              <a:t>est</a:t>
            </a:r>
          </a:p>
        </p:txBody>
      </p:sp>
      <p:sp>
        <p:nvSpPr>
          <p:cNvPr id="30" name="a/grid-SPRSound-0">
            <a:extLst>
              <a:ext uri="{FF2B5EF4-FFF2-40B4-BE49-F238E27FC236}">
                <a16:creationId xmlns:a16="http://schemas.microsoft.com/office/drawing/2014/main" id="{8C9A497B-B479-4AFC-B9C4-16371205FD03}"/>
              </a:ext>
            </a:extLst>
          </p:cNvPr>
          <p:cNvSpPr>
            <a:spLocks noGrp="1"/>
          </p:cNvSpPr>
          <p:nvPr/>
        </p:nvSpPr>
        <p:spPr>
          <a:xfrm>
            <a:off x="2235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1" name="a/tick-SPRSound-0">
            <a:extLst>
              <a:ext uri="{FF2B5EF4-FFF2-40B4-BE49-F238E27FC236}">
                <a16:creationId xmlns:a16="http://schemas.microsoft.com/office/drawing/2014/main" id="{81C45D16-AF22-4F8F-AEBE-775821379C8D}"/>
              </a:ext>
            </a:extLst>
          </p:cNvPr>
          <p:cNvSpPr>
            <a:spLocks noGrp="1"/>
          </p:cNvSpPr>
          <p:nvPr/>
        </p:nvSpPr>
        <p:spPr>
          <a:xfrm>
            <a:off x="2235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2" name="a/tick-label-SPRSound-0">
            <a:extLst>
              <a:ext uri="{FF2B5EF4-FFF2-40B4-BE49-F238E27FC236}">
                <a16:creationId xmlns:a16="http://schemas.microsoft.com/office/drawing/2014/main" id="{B5DF049B-0612-41EA-92E3-50DA8394B19B}"/>
              </a:ext>
            </a:extLst>
          </p:cNvPr>
          <p:cNvSpPr>
            <a:spLocks noGrp="1"/>
          </p:cNvSpPr>
          <p:nvPr/>
        </p:nvSpPr>
        <p:spPr>
          <a:xfrm>
            <a:off x="2120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33" name="a/grid-SPRSound-3500">
            <a:extLst>
              <a:ext uri="{FF2B5EF4-FFF2-40B4-BE49-F238E27FC236}">
                <a16:creationId xmlns:a16="http://schemas.microsoft.com/office/drawing/2014/main" id="{527F632F-50BF-4E0B-9CA3-837A6369EF09}"/>
              </a:ext>
            </a:extLst>
          </p:cNvPr>
          <p:cNvSpPr>
            <a:spLocks noGrp="1"/>
          </p:cNvSpPr>
          <p:nvPr/>
        </p:nvSpPr>
        <p:spPr>
          <a:xfrm>
            <a:off x="268605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4" name="a/tick-SPRSound-3500">
            <a:extLst>
              <a:ext uri="{FF2B5EF4-FFF2-40B4-BE49-F238E27FC236}">
                <a16:creationId xmlns:a16="http://schemas.microsoft.com/office/drawing/2014/main" id="{91A7DE8C-6B28-4897-B19D-9B1CC456B4E4}"/>
              </a:ext>
            </a:extLst>
          </p:cNvPr>
          <p:cNvSpPr>
            <a:spLocks noGrp="1"/>
          </p:cNvSpPr>
          <p:nvPr/>
        </p:nvSpPr>
        <p:spPr>
          <a:xfrm>
            <a:off x="268605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5" name="a/tick-label-SPRSound-3500">
            <a:extLst>
              <a:ext uri="{FF2B5EF4-FFF2-40B4-BE49-F238E27FC236}">
                <a16:creationId xmlns:a16="http://schemas.microsoft.com/office/drawing/2014/main" id="{627D4954-28E0-447F-80B2-2F2D55C3D021}"/>
              </a:ext>
            </a:extLst>
          </p:cNvPr>
          <p:cNvSpPr>
            <a:spLocks noGrp="1"/>
          </p:cNvSpPr>
          <p:nvPr/>
        </p:nvSpPr>
        <p:spPr>
          <a:xfrm>
            <a:off x="257175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3.5k</a:t>
            </a:r>
          </a:p>
        </p:txBody>
      </p:sp>
      <p:sp>
        <p:nvSpPr>
          <p:cNvPr id="36" name="a/grid-SPRSound-7000">
            <a:extLst>
              <a:ext uri="{FF2B5EF4-FFF2-40B4-BE49-F238E27FC236}">
                <a16:creationId xmlns:a16="http://schemas.microsoft.com/office/drawing/2014/main" id="{E05DB168-74A4-4B18-8166-B59B24672F83}"/>
              </a:ext>
            </a:extLst>
          </p:cNvPr>
          <p:cNvSpPr>
            <a:spLocks noGrp="1"/>
          </p:cNvSpPr>
          <p:nvPr/>
        </p:nvSpPr>
        <p:spPr>
          <a:xfrm>
            <a:off x="31369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7" name="a/tick-SPRSound-7000">
            <a:extLst>
              <a:ext uri="{FF2B5EF4-FFF2-40B4-BE49-F238E27FC236}">
                <a16:creationId xmlns:a16="http://schemas.microsoft.com/office/drawing/2014/main" id="{F1C77BC6-4EC7-4E48-A377-8EDBBC0EA06E}"/>
              </a:ext>
            </a:extLst>
          </p:cNvPr>
          <p:cNvSpPr>
            <a:spLocks noGrp="1"/>
          </p:cNvSpPr>
          <p:nvPr/>
        </p:nvSpPr>
        <p:spPr>
          <a:xfrm>
            <a:off x="31369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8" name="a/tick-label-SPRSound-7000">
            <a:extLst>
              <a:ext uri="{FF2B5EF4-FFF2-40B4-BE49-F238E27FC236}">
                <a16:creationId xmlns:a16="http://schemas.microsoft.com/office/drawing/2014/main" id="{E425474B-0DFC-4831-9631-9491F225C9C7}"/>
              </a:ext>
            </a:extLst>
          </p:cNvPr>
          <p:cNvSpPr>
            <a:spLocks noGrp="1"/>
          </p:cNvSpPr>
          <p:nvPr/>
        </p:nvSpPr>
        <p:spPr>
          <a:xfrm>
            <a:off x="30226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7k</a:t>
            </a:r>
          </a:p>
        </p:txBody>
      </p:sp>
      <p:sp>
        <p:nvSpPr>
          <p:cNvPr id="39" name="a/axis-SPRSound">
            <a:extLst>
              <a:ext uri="{FF2B5EF4-FFF2-40B4-BE49-F238E27FC236}">
                <a16:creationId xmlns:a16="http://schemas.microsoft.com/office/drawing/2014/main" id="{0F4491EB-51E7-4C69-8B8C-F152B62B0B82}"/>
              </a:ext>
            </a:extLst>
          </p:cNvPr>
          <p:cNvSpPr>
            <a:spLocks noGrp="1"/>
          </p:cNvSpPr>
          <p:nvPr/>
        </p:nvSpPr>
        <p:spPr>
          <a:xfrm>
            <a:off x="2235200" y="914400"/>
            <a:ext cx="901700" cy="13"/>
          </a:xfrm>
          <a:custGeom>
            <a:avLst/>
            <a:gdLst/>
            <a:ahLst/>
            <a:cxnLst/>
            <a:rect l="0" t="0" r="0" b="0"/>
            <a:pathLst>
              <a:path w="901700" h="13">
                <a:moveTo>
                  <a:pt x="0" y="0"/>
                </a:moveTo>
                <a:lnTo>
                  <a:pt x="901700" y="0"/>
                </a:lnTo>
              </a:path>
            </a:pathLst>
          </a:custGeom>
          <a:noFill/>
          <a:ln w="5715">
            <a:solidFill>
              <a:srgbClr val="8C9AA6"/>
            </a:solidFill>
          </a:ln>
        </p:spPr>
        <p:txBody>
          <a:bodyPr/>
          <a:lstStyle/>
          <a:p>
            <a:endParaRPr lang="en-US"/>
          </a:p>
        </p:txBody>
      </p:sp>
      <p:sp>
        <p:nvSpPr>
          <p:cNvPr id="40" name="a/label-SPRSound-Normal">
            <a:extLst>
              <a:ext uri="{FF2B5EF4-FFF2-40B4-BE49-F238E27FC236}">
                <a16:creationId xmlns:a16="http://schemas.microsoft.com/office/drawing/2014/main" id="{82B3B36B-A805-4694-BD96-295ABF363CBB}"/>
              </a:ext>
            </a:extLst>
          </p:cNvPr>
          <p:cNvSpPr>
            <a:spLocks noGrp="1"/>
          </p:cNvSpPr>
          <p:nvPr/>
        </p:nvSpPr>
        <p:spPr>
          <a:xfrm>
            <a:off x="1485900" y="229326"/>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Normal</a:t>
            </a:r>
          </a:p>
        </p:txBody>
      </p:sp>
      <p:sp>
        <p:nvSpPr>
          <p:cNvPr id="41" name="a/bar-SPRSound-Normal">
            <a:extLst>
              <a:ext uri="{FF2B5EF4-FFF2-40B4-BE49-F238E27FC236}">
                <a16:creationId xmlns:a16="http://schemas.microsoft.com/office/drawing/2014/main" id="{0893252E-5F53-4A18-8169-C997A43D6EBE}"/>
              </a:ext>
            </a:extLst>
          </p:cNvPr>
          <p:cNvSpPr>
            <a:spLocks noGrp="1"/>
          </p:cNvSpPr>
          <p:nvPr/>
        </p:nvSpPr>
        <p:spPr>
          <a:xfrm>
            <a:off x="2235200" y="259806"/>
            <a:ext cx="798520" cy="35560"/>
          </a:xfrm>
          <a:prstGeom prst="rect">
            <a:avLst/>
          </a:prstGeom>
          <a:solidFill>
            <a:srgbClr val="328F76"/>
          </a:solidFill>
          <a:ln w="0">
            <a:noFill/>
          </a:ln>
        </p:spPr>
        <p:txBody>
          <a:bodyPr/>
          <a:lstStyle/>
          <a:p>
            <a:endParaRPr lang="en-US"/>
          </a:p>
        </p:txBody>
      </p:sp>
      <p:sp>
        <p:nvSpPr>
          <p:cNvPr id="42" name="a/count-SPRSound-Normal">
            <a:extLst>
              <a:ext uri="{FF2B5EF4-FFF2-40B4-BE49-F238E27FC236}">
                <a16:creationId xmlns:a16="http://schemas.microsoft.com/office/drawing/2014/main" id="{5C53F214-434F-4337-BF3E-22217E0A49DB}"/>
              </a:ext>
            </a:extLst>
          </p:cNvPr>
          <p:cNvSpPr>
            <a:spLocks noGrp="1"/>
          </p:cNvSpPr>
          <p:nvPr/>
        </p:nvSpPr>
        <p:spPr>
          <a:xfrm>
            <a:off x="3175000" y="229326"/>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6,199</a:t>
            </a:r>
          </a:p>
        </p:txBody>
      </p:sp>
      <p:sp>
        <p:nvSpPr>
          <p:cNvPr id="43" name="a/label-SPRSound-Fine Crackle">
            <a:extLst>
              <a:ext uri="{FF2B5EF4-FFF2-40B4-BE49-F238E27FC236}">
                <a16:creationId xmlns:a16="http://schemas.microsoft.com/office/drawing/2014/main" id="{5EFE4116-8A75-4014-9184-12BBA71113AD}"/>
              </a:ext>
            </a:extLst>
          </p:cNvPr>
          <p:cNvSpPr>
            <a:spLocks noGrp="1"/>
          </p:cNvSpPr>
          <p:nvPr/>
        </p:nvSpPr>
        <p:spPr>
          <a:xfrm>
            <a:off x="1485900" y="327297"/>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Fine Crackle</a:t>
            </a:r>
          </a:p>
        </p:txBody>
      </p:sp>
      <p:sp>
        <p:nvSpPr>
          <p:cNvPr id="44" name="a/bar-SPRSound-Fine Crackle">
            <a:extLst>
              <a:ext uri="{FF2B5EF4-FFF2-40B4-BE49-F238E27FC236}">
                <a16:creationId xmlns:a16="http://schemas.microsoft.com/office/drawing/2014/main" id="{3CB52C61-04F3-4E00-9646-D7E012994BB0}"/>
              </a:ext>
            </a:extLst>
          </p:cNvPr>
          <p:cNvSpPr>
            <a:spLocks noGrp="1"/>
          </p:cNvSpPr>
          <p:nvPr/>
        </p:nvSpPr>
        <p:spPr>
          <a:xfrm>
            <a:off x="2235200" y="357777"/>
            <a:ext cx="127784" cy="35560"/>
          </a:xfrm>
          <a:prstGeom prst="rect">
            <a:avLst/>
          </a:prstGeom>
          <a:solidFill>
            <a:srgbClr val="328F76"/>
          </a:solidFill>
          <a:ln w="0">
            <a:noFill/>
          </a:ln>
        </p:spPr>
        <p:txBody>
          <a:bodyPr/>
          <a:lstStyle/>
          <a:p>
            <a:endParaRPr lang="en-US"/>
          </a:p>
        </p:txBody>
      </p:sp>
      <p:sp>
        <p:nvSpPr>
          <p:cNvPr id="45" name="a/count-SPRSound-Fine Crackle">
            <a:extLst>
              <a:ext uri="{FF2B5EF4-FFF2-40B4-BE49-F238E27FC236}">
                <a16:creationId xmlns:a16="http://schemas.microsoft.com/office/drawing/2014/main" id="{698A90D6-5099-4ECC-8AF8-2ACC90CC86C3}"/>
              </a:ext>
            </a:extLst>
          </p:cNvPr>
          <p:cNvSpPr>
            <a:spLocks noGrp="1"/>
          </p:cNvSpPr>
          <p:nvPr/>
        </p:nvSpPr>
        <p:spPr>
          <a:xfrm>
            <a:off x="3175000" y="327297"/>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992</a:t>
            </a:r>
          </a:p>
        </p:txBody>
      </p:sp>
      <p:sp>
        <p:nvSpPr>
          <p:cNvPr id="46" name="a/label-SPRSound-Coarse Crackle">
            <a:extLst>
              <a:ext uri="{FF2B5EF4-FFF2-40B4-BE49-F238E27FC236}">
                <a16:creationId xmlns:a16="http://schemas.microsoft.com/office/drawing/2014/main" id="{7CEC6E38-DEDC-40B4-B84C-4C0677C24D65}"/>
              </a:ext>
            </a:extLst>
          </p:cNvPr>
          <p:cNvSpPr>
            <a:spLocks noGrp="1"/>
          </p:cNvSpPr>
          <p:nvPr/>
        </p:nvSpPr>
        <p:spPr>
          <a:xfrm>
            <a:off x="1485900" y="425269"/>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Coarse Crackle</a:t>
            </a:r>
          </a:p>
        </p:txBody>
      </p:sp>
      <p:sp>
        <p:nvSpPr>
          <p:cNvPr id="47" name="a/bar-SPRSound-Coarse Crackle">
            <a:extLst>
              <a:ext uri="{FF2B5EF4-FFF2-40B4-BE49-F238E27FC236}">
                <a16:creationId xmlns:a16="http://schemas.microsoft.com/office/drawing/2014/main" id="{66F00030-535F-47F0-9AD6-822F8E5229A1}"/>
              </a:ext>
            </a:extLst>
          </p:cNvPr>
          <p:cNvSpPr>
            <a:spLocks noGrp="1"/>
          </p:cNvSpPr>
          <p:nvPr/>
        </p:nvSpPr>
        <p:spPr>
          <a:xfrm>
            <a:off x="2235200" y="455749"/>
            <a:ext cx="6698" cy="35560"/>
          </a:xfrm>
          <a:prstGeom prst="rect">
            <a:avLst/>
          </a:prstGeom>
          <a:solidFill>
            <a:srgbClr val="328F76"/>
          </a:solidFill>
          <a:ln w="0">
            <a:noFill/>
          </a:ln>
        </p:spPr>
        <p:txBody>
          <a:bodyPr/>
          <a:lstStyle/>
          <a:p>
            <a:endParaRPr lang="en-US"/>
          </a:p>
        </p:txBody>
      </p:sp>
      <p:sp>
        <p:nvSpPr>
          <p:cNvPr id="48" name="a/count-SPRSound-Coarse Crackle">
            <a:extLst>
              <a:ext uri="{FF2B5EF4-FFF2-40B4-BE49-F238E27FC236}">
                <a16:creationId xmlns:a16="http://schemas.microsoft.com/office/drawing/2014/main" id="{40CC1FC9-7C26-487C-B204-74C6B6A68EA8}"/>
              </a:ext>
            </a:extLst>
          </p:cNvPr>
          <p:cNvSpPr>
            <a:spLocks noGrp="1"/>
          </p:cNvSpPr>
          <p:nvPr/>
        </p:nvSpPr>
        <p:spPr>
          <a:xfrm>
            <a:off x="3175000" y="425269"/>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52</a:t>
            </a:r>
          </a:p>
        </p:txBody>
      </p:sp>
      <p:sp>
        <p:nvSpPr>
          <p:cNvPr id="49" name="a/label-SPRSound-Wheeze">
            <a:extLst>
              <a:ext uri="{FF2B5EF4-FFF2-40B4-BE49-F238E27FC236}">
                <a16:creationId xmlns:a16="http://schemas.microsoft.com/office/drawing/2014/main" id="{DCEF3876-8204-4561-BA68-66090C6BD1A2}"/>
              </a:ext>
            </a:extLst>
          </p:cNvPr>
          <p:cNvSpPr>
            <a:spLocks noGrp="1"/>
          </p:cNvSpPr>
          <p:nvPr/>
        </p:nvSpPr>
        <p:spPr>
          <a:xfrm>
            <a:off x="1485900" y="523240"/>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50" name="a/bar-SPRSound-Wheeze">
            <a:extLst>
              <a:ext uri="{FF2B5EF4-FFF2-40B4-BE49-F238E27FC236}">
                <a16:creationId xmlns:a16="http://schemas.microsoft.com/office/drawing/2014/main" id="{7151006D-C9D5-471C-8DB1-30761976D33B}"/>
              </a:ext>
            </a:extLst>
          </p:cNvPr>
          <p:cNvSpPr>
            <a:spLocks noGrp="1"/>
          </p:cNvSpPr>
          <p:nvPr/>
        </p:nvSpPr>
        <p:spPr>
          <a:xfrm>
            <a:off x="2235200" y="553720"/>
            <a:ext cx="97512" cy="35560"/>
          </a:xfrm>
          <a:prstGeom prst="rect">
            <a:avLst/>
          </a:prstGeom>
          <a:solidFill>
            <a:srgbClr val="328F76"/>
          </a:solidFill>
          <a:ln w="0">
            <a:noFill/>
          </a:ln>
        </p:spPr>
        <p:txBody>
          <a:bodyPr/>
          <a:lstStyle/>
          <a:p>
            <a:endParaRPr lang="en-US"/>
          </a:p>
        </p:txBody>
      </p:sp>
      <p:sp>
        <p:nvSpPr>
          <p:cNvPr id="51" name="a/count-SPRSound-Wheeze">
            <a:extLst>
              <a:ext uri="{FF2B5EF4-FFF2-40B4-BE49-F238E27FC236}">
                <a16:creationId xmlns:a16="http://schemas.microsoft.com/office/drawing/2014/main" id="{FC62354F-90CF-457A-83FA-1626F88871A1}"/>
              </a:ext>
            </a:extLst>
          </p:cNvPr>
          <p:cNvSpPr>
            <a:spLocks noGrp="1"/>
          </p:cNvSpPr>
          <p:nvPr/>
        </p:nvSpPr>
        <p:spPr>
          <a:xfrm>
            <a:off x="3175000" y="523240"/>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757</a:t>
            </a:r>
          </a:p>
        </p:txBody>
      </p:sp>
      <p:sp>
        <p:nvSpPr>
          <p:cNvPr id="52" name="a/label-SPRSound-Wheeze+Crackle">
            <a:extLst>
              <a:ext uri="{FF2B5EF4-FFF2-40B4-BE49-F238E27FC236}">
                <a16:creationId xmlns:a16="http://schemas.microsoft.com/office/drawing/2014/main" id="{E959213B-6B15-43E1-9414-4D047CAE3630}"/>
              </a:ext>
            </a:extLst>
          </p:cNvPr>
          <p:cNvSpPr>
            <a:spLocks noGrp="1"/>
          </p:cNvSpPr>
          <p:nvPr/>
        </p:nvSpPr>
        <p:spPr>
          <a:xfrm>
            <a:off x="1485900" y="621211"/>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Wheeze+Crackle</a:t>
            </a:r>
          </a:p>
        </p:txBody>
      </p:sp>
      <p:sp>
        <p:nvSpPr>
          <p:cNvPr id="53" name="a/bar-SPRSound-Wheeze+Crackle">
            <a:extLst>
              <a:ext uri="{FF2B5EF4-FFF2-40B4-BE49-F238E27FC236}">
                <a16:creationId xmlns:a16="http://schemas.microsoft.com/office/drawing/2014/main" id="{193FBD96-8F7F-4C52-84F6-B632B7CE21F9}"/>
              </a:ext>
            </a:extLst>
          </p:cNvPr>
          <p:cNvSpPr>
            <a:spLocks noGrp="1"/>
          </p:cNvSpPr>
          <p:nvPr/>
        </p:nvSpPr>
        <p:spPr>
          <a:xfrm>
            <a:off x="2235200" y="651691"/>
            <a:ext cx="3993" cy="35560"/>
          </a:xfrm>
          <a:prstGeom prst="rect">
            <a:avLst/>
          </a:prstGeom>
          <a:solidFill>
            <a:srgbClr val="328F76"/>
          </a:solidFill>
          <a:ln w="0">
            <a:noFill/>
          </a:ln>
        </p:spPr>
        <p:txBody>
          <a:bodyPr/>
          <a:lstStyle/>
          <a:p>
            <a:endParaRPr lang="en-US"/>
          </a:p>
        </p:txBody>
      </p:sp>
      <p:sp>
        <p:nvSpPr>
          <p:cNvPr id="54" name="a/count-SPRSound-Wheeze+Crackle">
            <a:extLst>
              <a:ext uri="{FF2B5EF4-FFF2-40B4-BE49-F238E27FC236}">
                <a16:creationId xmlns:a16="http://schemas.microsoft.com/office/drawing/2014/main" id="{035F7DB2-DCC5-4B84-B0F2-CB53A5F68DA7}"/>
              </a:ext>
            </a:extLst>
          </p:cNvPr>
          <p:cNvSpPr>
            <a:spLocks noGrp="1"/>
          </p:cNvSpPr>
          <p:nvPr/>
        </p:nvSpPr>
        <p:spPr>
          <a:xfrm>
            <a:off x="3175000" y="621211"/>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31</a:t>
            </a:r>
          </a:p>
        </p:txBody>
      </p:sp>
      <p:sp>
        <p:nvSpPr>
          <p:cNvPr id="55" name="a/label-SPRSound-Rhonchi">
            <a:extLst>
              <a:ext uri="{FF2B5EF4-FFF2-40B4-BE49-F238E27FC236}">
                <a16:creationId xmlns:a16="http://schemas.microsoft.com/office/drawing/2014/main" id="{17F910D9-C362-4F58-86B8-9A5A45877DF3}"/>
              </a:ext>
            </a:extLst>
          </p:cNvPr>
          <p:cNvSpPr>
            <a:spLocks noGrp="1"/>
          </p:cNvSpPr>
          <p:nvPr/>
        </p:nvSpPr>
        <p:spPr>
          <a:xfrm>
            <a:off x="1485900" y="719183"/>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Rhonchi</a:t>
            </a:r>
          </a:p>
        </p:txBody>
      </p:sp>
      <p:sp>
        <p:nvSpPr>
          <p:cNvPr id="56" name="a/bar-SPRSound-Rhonchi">
            <a:extLst>
              <a:ext uri="{FF2B5EF4-FFF2-40B4-BE49-F238E27FC236}">
                <a16:creationId xmlns:a16="http://schemas.microsoft.com/office/drawing/2014/main" id="{7888B6E0-C594-4C71-9E34-6C9FE661B858}"/>
              </a:ext>
            </a:extLst>
          </p:cNvPr>
          <p:cNvSpPr>
            <a:spLocks noGrp="1"/>
          </p:cNvSpPr>
          <p:nvPr/>
        </p:nvSpPr>
        <p:spPr>
          <a:xfrm>
            <a:off x="2235200" y="749663"/>
            <a:ext cx="5024" cy="35560"/>
          </a:xfrm>
          <a:prstGeom prst="rect">
            <a:avLst/>
          </a:prstGeom>
          <a:solidFill>
            <a:srgbClr val="328F76"/>
          </a:solidFill>
          <a:ln w="0">
            <a:noFill/>
          </a:ln>
        </p:spPr>
        <p:txBody>
          <a:bodyPr/>
          <a:lstStyle/>
          <a:p>
            <a:endParaRPr lang="en-US"/>
          </a:p>
        </p:txBody>
      </p:sp>
      <p:sp>
        <p:nvSpPr>
          <p:cNvPr id="57" name="a/count-SPRSound-Rhonchi">
            <a:extLst>
              <a:ext uri="{FF2B5EF4-FFF2-40B4-BE49-F238E27FC236}">
                <a16:creationId xmlns:a16="http://schemas.microsoft.com/office/drawing/2014/main" id="{93BB9194-FDA4-4B6C-9C06-A4E7F98AF9B3}"/>
              </a:ext>
            </a:extLst>
          </p:cNvPr>
          <p:cNvSpPr>
            <a:spLocks noGrp="1"/>
          </p:cNvSpPr>
          <p:nvPr/>
        </p:nvSpPr>
        <p:spPr>
          <a:xfrm>
            <a:off x="3175000" y="719183"/>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39</a:t>
            </a:r>
          </a:p>
        </p:txBody>
      </p:sp>
      <p:sp>
        <p:nvSpPr>
          <p:cNvPr id="58" name="a/label-SPRSound-Stridor">
            <a:extLst>
              <a:ext uri="{FF2B5EF4-FFF2-40B4-BE49-F238E27FC236}">
                <a16:creationId xmlns:a16="http://schemas.microsoft.com/office/drawing/2014/main" id="{DF2F437B-58AD-417C-B888-04D0056CCC45}"/>
              </a:ext>
            </a:extLst>
          </p:cNvPr>
          <p:cNvSpPr>
            <a:spLocks noGrp="1"/>
          </p:cNvSpPr>
          <p:nvPr/>
        </p:nvSpPr>
        <p:spPr>
          <a:xfrm>
            <a:off x="1485900" y="817154"/>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Stridor</a:t>
            </a:r>
          </a:p>
        </p:txBody>
      </p:sp>
      <p:sp>
        <p:nvSpPr>
          <p:cNvPr id="59" name="a/bar-SPRSound-Stridor">
            <a:extLst>
              <a:ext uri="{FF2B5EF4-FFF2-40B4-BE49-F238E27FC236}">
                <a16:creationId xmlns:a16="http://schemas.microsoft.com/office/drawing/2014/main" id="{134A2067-9A52-4DD9-AF47-FB8962A1CEFF}"/>
              </a:ext>
            </a:extLst>
          </p:cNvPr>
          <p:cNvSpPr>
            <a:spLocks noGrp="1"/>
          </p:cNvSpPr>
          <p:nvPr/>
        </p:nvSpPr>
        <p:spPr>
          <a:xfrm>
            <a:off x="2235200" y="847634"/>
            <a:ext cx="1932" cy="35560"/>
          </a:xfrm>
          <a:prstGeom prst="rect">
            <a:avLst/>
          </a:prstGeom>
          <a:solidFill>
            <a:srgbClr val="328F76"/>
          </a:solidFill>
          <a:ln w="0">
            <a:noFill/>
          </a:ln>
        </p:spPr>
        <p:txBody>
          <a:bodyPr/>
          <a:lstStyle/>
          <a:p>
            <a:endParaRPr lang="en-US"/>
          </a:p>
        </p:txBody>
      </p:sp>
      <p:sp>
        <p:nvSpPr>
          <p:cNvPr id="60" name="a/count-SPRSound-Stridor">
            <a:extLst>
              <a:ext uri="{FF2B5EF4-FFF2-40B4-BE49-F238E27FC236}">
                <a16:creationId xmlns:a16="http://schemas.microsoft.com/office/drawing/2014/main" id="{47D17210-41D2-4D3F-AACB-7D9B5080AFEC}"/>
              </a:ext>
            </a:extLst>
          </p:cNvPr>
          <p:cNvSpPr>
            <a:spLocks noGrp="1"/>
          </p:cNvSpPr>
          <p:nvPr/>
        </p:nvSpPr>
        <p:spPr>
          <a:xfrm>
            <a:off x="3175000" y="817154"/>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15</a:t>
            </a:r>
          </a:p>
        </p:txBody>
      </p:sp>
      <p:sp>
        <p:nvSpPr>
          <p:cNvPr id="61" name="a/legend-HF_Lung">
            <a:extLst>
              <a:ext uri="{FF2B5EF4-FFF2-40B4-BE49-F238E27FC236}">
                <a16:creationId xmlns:a16="http://schemas.microsoft.com/office/drawing/2014/main" id="{B9BD7432-2A14-4534-86A2-4583AA9FF432}"/>
              </a:ext>
            </a:extLst>
          </p:cNvPr>
          <p:cNvSpPr>
            <a:spLocks noGrp="1"/>
          </p:cNvSpPr>
          <p:nvPr/>
        </p:nvSpPr>
        <p:spPr>
          <a:xfrm>
            <a:off x="3686810" y="44450"/>
            <a:ext cx="35560" cy="35560"/>
          </a:xfrm>
          <a:prstGeom prst="rect">
            <a:avLst/>
          </a:prstGeom>
          <a:solidFill>
            <a:srgbClr val="9365A9">
              <a:alpha val="100000"/>
            </a:srgbClr>
          </a:solidFill>
          <a:ln w="0">
            <a:noFill/>
          </a:ln>
        </p:spPr>
        <p:txBody>
          <a:bodyPr/>
          <a:lstStyle/>
          <a:p>
            <a:endParaRPr lang="en-US"/>
          </a:p>
        </p:txBody>
      </p:sp>
      <p:sp>
        <p:nvSpPr>
          <p:cNvPr id="62" name="a/source-HF_Lung">
            <a:extLst>
              <a:ext uri="{FF2B5EF4-FFF2-40B4-BE49-F238E27FC236}">
                <a16:creationId xmlns:a16="http://schemas.microsoft.com/office/drawing/2014/main" id="{395DA3E8-0305-4264-871A-1C8B4746F002}"/>
              </a:ext>
            </a:extLst>
          </p:cNvPr>
          <p:cNvSpPr>
            <a:spLocks noGrp="1"/>
          </p:cNvSpPr>
          <p:nvPr/>
        </p:nvSpPr>
        <p:spPr>
          <a:xfrm>
            <a:off x="3768090" y="0"/>
            <a:ext cx="991870" cy="127000"/>
          </a:xfrm>
          <a:prstGeom prst="rect">
            <a:avLst/>
          </a:prstGeom>
          <a:noFill/>
          <a:ln w="0">
            <a:noFill/>
          </a:ln>
        </p:spPr>
        <p:txBody>
          <a:bodyPr wrap="none" lIns="0" tIns="0" rIns="0" bIns="0" anchor="ctr">
            <a:noAutofit/>
          </a:bodyPr>
          <a:lstStyle/>
          <a:p>
            <a:pPr algn="l">
              <a:defRPr sz="850" b="1">
                <a:solidFill>
                  <a:srgbClr val="9365A9"/>
                </a:solidFill>
                <a:latin typeface="Arial"/>
                <a:ea typeface="Arial"/>
                <a:cs typeface="Arial"/>
              </a:defRPr>
            </a:pPr>
            <a:r>
              <a:rPr sz="850" b="1" dirty="0">
                <a:solidFill>
                  <a:srgbClr val="9365A9"/>
                </a:solidFill>
                <a:latin typeface="Arial"/>
                <a:ea typeface="Arial"/>
                <a:cs typeface="Arial"/>
              </a:rPr>
              <a:t>HF Lung (intervals)</a:t>
            </a:r>
          </a:p>
        </p:txBody>
      </p:sp>
      <p:sp>
        <p:nvSpPr>
          <p:cNvPr id="63" name="a/scope-HF_Lung">
            <a:extLst>
              <a:ext uri="{FF2B5EF4-FFF2-40B4-BE49-F238E27FC236}">
                <a16:creationId xmlns:a16="http://schemas.microsoft.com/office/drawing/2014/main" id="{B98A2B17-F7F9-4C83-8F5D-2D18C5552F10}"/>
              </a:ext>
            </a:extLst>
          </p:cNvPr>
          <p:cNvSpPr>
            <a:spLocks noGrp="1"/>
          </p:cNvSpPr>
          <p:nvPr/>
        </p:nvSpPr>
        <p:spPr>
          <a:xfrm>
            <a:off x="3505200" y="120650"/>
            <a:ext cx="14605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dirty="0">
                <a:solidFill>
                  <a:srgbClr val="526674"/>
                </a:solidFill>
                <a:latin typeface="Arial"/>
                <a:ea typeface="Arial"/>
                <a:cs typeface="Arial"/>
              </a:rPr>
              <a:t>Auxiliary Train </a:t>
            </a:r>
            <a:r>
              <a:rPr sz="720" b="0">
                <a:solidFill>
                  <a:srgbClr val="526674"/>
                </a:solidFill>
                <a:latin typeface="Arial"/>
                <a:ea typeface="Arial"/>
                <a:cs typeface="Arial"/>
              </a:rPr>
              <a:t>+ Test</a:t>
            </a:r>
            <a:endParaRPr sz="720" b="0" dirty="0">
              <a:solidFill>
                <a:srgbClr val="526674"/>
              </a:solidFill>
              <a:latin typeface="Arial"/>
              <a:ea typeface="Arial"/>
              <a:cs typeface="Arial"/>
            </a:endParaRPr>
          </a:p>
        </p:txBody>
      </p:sp>
      <p:sp>
        <p:nvSpPr>
          <p:cNvPr id="64" name="a/grid-HF_Lung-0">
            <a:extLst>
              <a:ext uri="{FF2B5EF4-FFF2-40B4-BE49-F238E27FC236}">
                <a16:creationId xmlns:a16="http://schemas.microsoft.com/office/drawing/2014/main" id="{DDF5C751-23A0-4B4C-BF90-257B9EFFD20C}"/>
              </a:ext>
            </a:extLst>
          </p:cNvPr>
          <p:cNvSpPr>
            <a:spLocks noGrp="1"/>
          </p:cNvSpPr>
          <p:nvPr/>
        </p:nvSpPr>
        <p:spPr>
          <a:xfrm>
            <a:off x="39116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5" name="a/tick-HF_Lung-0">
            <a:extLst>
              <a:ext uri="{FF2B5EF4-FFF2-40B4-BE49-F238E27FC236}">
                <a16:creationId xmlns:a16="http://schemas.microsoft.com/office/drawing/2014/main" id="{4AE64BB6-5748-4733-94D0-7A8E30660241}"/>
              </a:ext>
            </a:extLst>
          </p:cNvPr>
          <p:cNvSpPr>
            <a:spLocks noGrp="1"/>
          </p:cNvSpPr>
          <p:nvPr/>
        </p:nvSpPr>
        <p:spPr>
          <a:xfrm>
            <a:off x="39116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66" name="a/tick-label-HF_Lung-0">
            <a:extLst>
              <a:ext uri="{FF2B5EF4-FFF2-40B4-BE49-F238E27FC236}">
                <a16:creationId xmlns:a16="http://schemas.microsoft.com/office/drawing/2014/main" id="{8547B265-5C1F-41BF-9D75-AC50696E6D81}"/>
              </a:ext>
            </a:extLst>
          </p:cNvPr>
          <p:cNvSpPr>
            <a:spLocks noGrp="1"/>
          </p:cNvSpPr>
          <p:nvPr/>
        </p:nvSpPr>
        <p:spPr>
          <a:xfrm>
            <a:off x="37973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67" name="a/grid-HF_Lung-20000">
            <a:extLst>
              <a:ext uri="{FF2B5EF4-FFF2-40B4-BE49-F238E27FC236}">
                <a16:creationId xmlns:a16="http://schemas.microsoft.com/office/drawing/2014/main" id="{15FB16D7-0BBE-4914-AE62-AD825C4BE4B6}"/>
              </a:ext>
            </a:extLst>
          </p:cNvPr>
          <p:cNvSpPr>
            <a:spLocks noGrp="1"/>
          </p:cNvSpPr>
          <p:nvPr/>
        </p:nvSpPr>
        <p:spPr>
          <a:xfrm>
            <a:off x="4267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8" name="a/tick-HF_Lung-20000">
            <a:extLst>
              <a:ext uri="{FF2B5EF4-FFF2-40B4-BE49-F238E27FC236}">
                <a16:creationId xmlns:a16="http://schemas.microsoft.com/office/drawing/2014/main" id="{FD29B66D-6F2A-48C3-8413-5D78AFDD3B5B}"/>
              </a:ext>
            </a:extLst>
          </p:cNvPr>
          <p:cNvSpPr>
            <a:spLocks noGrp="1"/>
          </p:cNvSpPr>
          <p:nvPr/>
        </p:nvSpPr>
        <p:spPr>
          <a:xfrm>
            <a:off x="4267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69" name="a/tick-label-HF_Lung-20000">
            <a:extLst>
              <a:ext uri="{FF2B5EF4-FFF2-40B4-BE49-F238E27FC236}">
                <a16:creationId xmlns:a16="http://schemas.microsoft.com/office/drawing/2014/main" id="{4C402DA3-A536-4A37-8186-F5F7C7D70AA2}"/>
              </a:ext>
            </a:extLst>
          </p:cNvPr>
          <p:cNvSpPr>
            <a:spLocks noGrp="1"/>
          </p:cNvSpPr>
          <p:nvPr/>
        </p:nvSpPr>
        <p:spPr>
          <a:xfrm>
            <a:off x="4152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20k</a:t>
            </a:r>
          </a:p>
        </p:txBody>
      </p:sp>
      <p:sp>
        <p:nvSpPr>
          <p:cNvPr id="70" name="a/grid-HF_Lung-40000">
            <a:extLst>
              <a:ext uri="{FF2B5EF4-FFF2-40B4-BE49-F238E27FC236}">
                <a16:creationId xmlns:a16="http://schemas.microsoft.com/office/drawing/2014/main" id="{A6FD12A9-0C74-426B-8031-7F67009DBC0F}"/>
              </a:ext>
            </a:extLst>
          </p:cNvPr>
          <p:cNvSpPr>
            <a:spLocks noGrp="1"/>
          </p:cNvSpPr>
          <p:nvPr/>
        </p:nvSpPr>
        <p:spPr>
          <a:xfrm>
            <a:off x="46228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71" name="a/tick-HF_Lung-40000">
            <a:extLst>
              <a:ext uri="{FF2B5EF4-FFF2-40B4-BE49-F238E27FC236}">
                <a16:creationId xmlns:a16="http://schemas.microsoft.com/office/drawing/2014/main" id="{634CF147-CD17-4A74-8071-C927AAD63078}"/>
              </a:ext>
            </a:extLst>
          </p:cNvPr>
          <p:cNvSpPr>
            <a:spLocks noGrp="1"/>
          </p:cNvSpPr>
          <p:nvPr/>
        </p:nvSpPr>
        <p:spPr>
          <a:xfrm>
            <a:off x="46228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72" name="a/tick-label-HF_Lung-40000">
            <a:extLst>
              <a:ext uri="{FF2B5EF4-FFF2-40B4-BE49-F238E27FC236}">
                <a16:creationId xmlns:a16="http://schemas.microsoft.com/office/drawing/2014/main" id="{3903B2F7-130D-4B03-A5FD-E20580F9F218}"/>
              </a:ext>
            </a:extLst>
          </p:cNvPr>
          <p:cNvSpPr>
            <a:spLocks noGrp="1"/>
          </p:cNvSpPr>
          <p:nvPr/>
        </p:nvSpPr>
        <p:spPr>
          <a:xfrm>
            <a:off x="45085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40k</a:t>
            </a:r>
          </a:p>
        </p:txBody>
      </p:sp>
      <p:sp>
        <p:nvSpPr>
          <p:cNvPr id="73" name="a/axis-HF_Lung">
            <a:extLst>
              <a:ext uri="{FF2B5EF4-FFF2-40B4-BE49-F238E27FC236}">
                <a16:creationId xmlns:a16="http://schemas.microsoft.com/office/drawing/2014/main" id="{66BA2F1D-4FE5-47AE-BAA6-6F2F5DD91282}"/>
              </a:ext>
            </a:extLst>
          </p:cNvPr>
          <p:cNvSpPr>
            <a:spLocks noGrp="1"/>
          </p:cNvSpPr>
          <p:nvPr/>
        </p:nvSpPr>
        <p:spPr>
          <a:xfrm>
            <a:off x="3911600" y="914400"/>
            <a:ext cx="711200" cy="13"/>
          </a:xfrm>
          <a:custGeom>
            <a:avLst/>
            <a:gdLst/>
            <a:ahLst/>
            <a:cxnLst/>
            <a:rect l="0" t="0" r="0" b="0"/>
            <a:pathLst>
              <a:path w="711200" h="13">
                <a:moveTo>
                  <a:pt x="0" y="0"/>
                </a:moveTo>
                <a:lnTo>
                  <a:pt x="711200" y="0"/>
                </a:lnTo>
              </a:path>
            </a:pathLst>
          </a:custGeom>
          <a:noFill/>
          <a:ln w="5715">
            <a:solidFill>
              <a:srgbClr val="8C9AA6"/>
            </a:solidFill>
          </a:ln>
        </p:spPr>
        <p:txBody>
          <a:bodyPr/>
          <a:lstStyle/>
          <a:p>
            <a:endParaRPr lang="en-US"/>
          </a:p>
        </p:txBody>
      </p:sp>
      <p:sp>
        <p:nvSpPr>
          <p:cNvPr id="74" name="a/label-HF_Lung-I">
            <a:extLst>
              <a:ext uri="{FF2B5EF4-FFF2-40B4-BE49-F238E27FC236}">
                <a16:creationId xmlns:a16="http://schemas.microsoft.com/office/drawing/2014/main" id="{09B3412D-042B-41C7-BA57-590846DCF3D9}"/>
              </a:ext>
            </a:extLst>
          </p:cNvPr>
          <p:cNvSpPr>
            <a:spLocks noGrp="1"/>
          </p:cNvSpPr>
          <p:nvPr/>
        </p:nvSpPr>
        <p:spPr>
          <a:xfrm>
            <a:off x="3505200" y="2374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a:t>
            </a:r>
          </a:p>
        </p:txBody>
      </p:sp>
      <p:sp>
        <p:nvSpPr>
          <p:cNvPr id="75" name="a/bar-HF_Lung-I">
            <a:extLst>
              <a:ext uri="{FF2B5EF4-FFF2-40B4-BE49-F238E27FC236}">
                <a16:creationId xmlns:a16="http://schemas.microsoft.com/office/drawing/2014/main" id="{9ACAFFE5-4C8D-4313-ACD7-AF3743C5AD7E}"/>
              </a:ext>
            </a:extLst>
          </p:cNvPr>
          <p:cNvSpPr>
            <a:spLocks noGrp="1"/>
          </p:cNvSpPr>
          <p:nvPr/>
        </p:nvSpPr>
        <p:spPr>
          <a:xfrm>
            <a:off x="3911600" y="267970"/>
            <a:ext cx="606209" cy="35560"/>
          </a:xfrm>
          <a:prstGeom prst="rect">
            <a:avLst/>
          </a:prstGeom>
          <a:solidFill>
            <a:srgbClr val="9365A9"/>
          </a:solidFill>
          <a:ln w="0">
            <a:noFill/>
          </a:ln>
        </p:spPr>
        <p:txBody>
          <a:bodyPr/>
          <a:lstStyle/>
          <a:p>
            <a:endParaRPr lang="en-US"/>
          </a:p>
        </p:txBody>
      </p:sp>
      <p:sp>
        <p:nvSpPr>
          <p:cNvPr id="76" name="a/count-HF_Lung-I">
            <a:extLst>
              <a:ext uri="{FF2B5EF4-FFF2-40B4-BE49-F238E27FC236}">
                <a16:creationId xmlns:a16="http://schemas.microsoft.com/office/drawing/2014/main" id="{B481BD49-E588-4431-BC1E-0E7BD0803BF1}"/>
              </a:ext>
            </a:extLst>
          </p:cNvPr>
          <p:cNvSpPr>
            <a:spLocks noGrp="1"/>
          </p:cNvSpPr>
          <p:nvPr/>
        </p:nvSpPr>
        <p:spPr>
          <a:xfrm>
            <a:off x="4660900" y="2374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34,095</a:t>
            </a:r>
          </a:p>
        </p:txBody>
      </p:sp>
      <p:sp>
        <p:nvSpPr>
          <p:cNvPr id="77" name="a/label-HF_Lung-E">
            <a:extLst>
              <a:ext uri="{FF2B5EF4-FFF2-40B4-BE49-F238E27FC236}">
                <a16:creationId xmlns:a16="http://schemas.microsoft.com/office/drawing/2014/main" id="{B9E296CE-40AE-4335-A24B-0BBCABC622FA}"/>
              </a:ext>
            </a:extLst>
          </p:cNvPr>
          <p:cNvSpPr>
            <a:spLocks noGrp="1"/>
          </p:cNvSpPr>
          <p:nvPr/>
        </p:nvSpPr>
        <p:spPr>
          <a:xfrm>
            <a:off x="3505200" y="3517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E</a:t>
            </a:r>
          </a:p>
        </p:txBody>
      </p:sp>
      <p:sp>
        <p:nvSpPr>
          <p:cNvPr id="78" name="a/bar-HF_Lung-E">
            <a:extLst>
              <a:ext uri="{FF2B5EF4-FFF2-40B4-BE49-F238E27FC236}">
                <a16:creationId xmlns:a16="http://schemas.microsoft.com/office/drawing/2014/main" id="{C620354F-0F2F-4B01-86EB-F4D8B4BFF881}"/>
              </a:ext>
            </a:extLst>
          </p:cNvPr>
          <p:cNvSpPr>
            <a:spLocks noGrp="1"/>
          </p:cNvSpPr>
          <p:nvPr/>
        </p:nvSpPr>
        <p:spPr>
          <a:xfrm>
            <a:off x="3911600" y="382270"/>
            <a:ext cx="326245" cy="35560"/>
          </a:xfrm>
          <a:prstGeom prst="rect">
            <a:avLst/>
          </a:prstGeom>
          <a:solidFill>
            <a:srgbClr val="9365A9"/>
          </a:solidFill>
          <a:ln w="0">
            <a:noFill/>
          </a:ln>
        </p:spPr>
        <p:txBody>
          <a:bodyPr/>
          <a:lstStyle/>
          <a:p>
            <a:endParaRPr lang="en-US"/>
          </a:p>
        </p:txBody>
      </p:sp>
      <p:sp>
        <p:nvSpPr>
          <p:cNvPr id="79" name="a/count-HF_Lung-E">
            <a:extLst>
              <a:ext uri="{FF2B5EF4-FFF2-40B4-BE49-F238E27FC236}">
                <a16:creationId xmlns:a16="http://schemas.microsoft.com/office/drawing/2014/main" id="{0DDF0FE3-2E89-4FDC-9200-631276E817A4}"/>
              </a:ext>
            </a:extLst>
          </p:cNvPr>
          <p:cNvSpPr>
            <a:spLocks noGrp="1"/>
          </p:cNvSpPr>
          <p:nvPr/>
        </p:nvSpPr>
        <p:spPr>
          <a:xfrm>
            <a:off x="4660900" y="3517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18,349</a:t>
            </a:r>
          </a:p>
        </p:txBody>
      </p:sp>
      <p:sp>
        <p:nvSpPr>
          <p:cNvPr id="80" name="a/label-HF_Lung-D">
            <a:extLst>
              <a:ext uri="{FF2B5EF4-FFF2-40B4-BE49-F238E27FC236}">
                <a16:creationId xmlns:a16="http://schemas.microsoft.com/office/drawing/2014/main" id="{7CF19D59-8F49-4904-B04C-776EA8A211D7}"/>
              </a:ext>
            </a:extLst>
          </p:cNvPr>
          <p:cNvSpPr>
            <a:spLocks noGrp="1"/>
          </p:cNvSpPr>
          <p:nvPr/>
        </p:nvSpPr>
        <p:spPr>
          <a:xfrm>
            <a:off x="3505200" y="4660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D</a:t>
            </a:r>
          </a:p>
        </p:txBody>
      </p:sp>
      <p:sp>
        <p:nvSpPr>
          <p:cNvPr id="81" name="a/bar-HF_Lung-D">
            <a:extLst>
              <a:ext uri="{FF2B5EF4-FFF2-40B4-BE49-F238E27FC236}">
                <a16:creationId xmlns:a16="http://schemas.microsoft.com/office/drawing/2014/main" id="{8A931964-06E1-4486-BED2-94BA4AD3F616}"/>
              </a:ext>
            </a:extLst>
          </p:cNvPr>
          <p:cNvSpPr>
            <a:spLocks noGrp="1"/>
          </p:cNvSpPr>
          <p:nvPr/>
        </p:nvSpPr>
        <p:spPr>
          <a:xfrm>
            <a:off x="3911600" y="496570"/>
            <a:ext cx="277475" cy="35560"/>
          </a:xfrm>
          <a:prstGeom prst="rect">
            <a:avLst/>
          </a:prstGeom>
          <a:solidFill>
            <a:srgbClr val="9365A9"/>
          </a:solidFill>
          <a:ln w="0">
            <a:noFill/>
          </a:ln>
        </p:spPr>
        <p:txBody>
          <a:bodyPr/>
          <a:lstStyle/>
          <a:p>
            <a:endParaRPr lang="en-US"/>
          </a:p>
        </p:txBody>
      </p:sp>
      <p:sp>
        <p:nvSpPr>
          <p:cNvPr id="82" name="a/count-HF_Lung-D">
            <a:extLst>
              <a:ext uri="{FF2B5EF4-FFF2-40B4-BE49-F238E27FC236}">
                <a16:creationId xmlns:a16="http://schemas.microsoft.com/office/drawing/2014/main" id="{E8F0822A-227A-40A3-9869-A75763FCFAB4}"/>
              </a:ext>
            </a:extLst>
          </p:cNvPr>
          <p:cNvSpPr>
            <a:spLocks noGrp="1"/>
          </p:cNvSpPr>
          <p:nvPr/>
        </p:nvSpPr>
        <p:spPr>
          <a:xfrm>
            <a:off x="4660900" y="4660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15,606</a:t>
            </a:r>
          </a:p>
        </p:txBody>
      </p:sp>
      <p:sp>
        <p:nvSpPr>
          <p:cNvPr id="83" name="a/label-HF_Lung-Wheeze">
            <a:extLst>
              <a:ext uri="{FF2B5EF4-FFF2-40B4-BE49-F238E27FC236}">
                <a16:creationId xmlns:a16="http://schemas.microsoft.com/office/drawing/2014/main" id="{18680C58-DBB9-4983-B8BF-83311F64696C}"/>
              </a:ext>
            </a:extLst>
          </p:cNvPr>
          <p:cNvSpPr>
            <a:spLocks noGrp="1"/>
          </p:cNvSpPr>
          <p:nvPr/>
        </p:nvSpPr>
        <p:spPr>
          <a:xfrm>
            <a:off x="3505200" y="5803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84" name="a/bar-HF_Lung-Wheeze">
            <a:extLst>
              <a:ext uri="{FF2B5EF4-FFF2-40B4-BE49-F238E27FC236}">
                <a16:creationId xmlns:a16="http://schemas.microsoft.com/office/drawing/2014/main" id="{4BBDBC07-0B19-4809-9500-3E5FA0EE255D}"/>
              </a:ext>
            </a:extLst>
          </p:cNvPr>
          <p:cNvSpPr>
            <a:spLocks noGrp="1"/>
          </p:cNvSpPr>
          <p:nvPr/>
        </p:nvSpPr>
        <p:spPr>
          <a:xfrm>
            <a:off x="3911600" y="610870"/>
            <a:ext cx="150365" cy="35560"/>
          </a:xfrm>
          <a:prstGeom prst="rect">
            <a:avLst/>
          </a:prstGeom>
          <a:solidFill>
            <a:srgbClr val="9365A9"/>
          </a:solidFill>
          <a:ln w="0">
            <a:noFill/>
          </a:ln>
        </p:spPr>
        <p:txBody>
          <a:bodyPr/>
          <a:lstStyle/>
          <a:p>
            <a:endParaRPr lang="en-US"/>
          </a:p>
        </p:txBody>
      </p:sp>
      <p:sp>
        <p:nvSpPr>
          <p:cNvPr id="85" name="a/count-HF_Lung-Wheeze">
            <a:extLst>
              <a:ext uri="{FF2B5EF4-FFF2-40B4-BE49-F238E27FC236}">
                <a16:creationId xmlns:a16="http://schemas.microsoft.com/office/drawing/2014/main" id="{E8913C17-656D-4958-8A3E-26F8B123B004}"/>
              </a:ext>
            </a:extLst>
          </p:cNvPr>
          <p:cNvSpPr>
            <a:spLocks noGrp="1"/>
          </p:cNvSpPr>
          <p:nvPr/>
        </p:nvSpPr>
        <p:spPr>
          <a:xfrm>
            <a:off x="4660900" y="5803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8,457</a:t>
            </a:r>
          </a:p>
        </p:txBody>
      </p:sp>
      <p:sp>
        <p:nvSpPr>
          <p:cNvPr id="86" name="a/label-HF_Lung-Rhonchi">
            <a:extLst>
              <a:ext uri="{FF2B5EF4-FFF2-40B4-BE49-F238E27FC236}">
                <a16:creationId xmlns:a16="http://schemas.microsoft.com/office/drawing/2014/main" id="{36082691-BB14-4EF8-91B1-626A8D523A08}"/>
              </a:ext>
            </a:extLst>
          </p:cNvPr>
          <p:cNvSpPr>
            <a:spLocks noGrp="1"/>
          </p:cNvSpPr>
          <p:nvPr/>
        </p:nvSpPr>
        <p:spPr>
          <a:xfrm>
            <a:off x="3505200" y="6946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Rhonchi</a:t>
            </a:r>
          </a:p>
        </p:txBody>
      </p:sp>
      <p:sp>
        <p:nvSpPr>
          <p:cNvPr id="87" name="a/bar-HF_Lung-Rhonchi">
            <a:extLst>
              <a:ext uri="{FF2B5EF4-FFF2-40B4-BE49-F238E27FC236}">
                <a16:creationId xmlns:a16="http://schemas.microsoft.com/office/drawing/2014/main" id="{298BD926-B57F-4EC6-A292-8C2F96B6EB66}"/>
              </a:ext>
            </a:extLst>
          </p:cNvPr>
          <p:cNvSpPr>
            <a:spLocks noGrp="1"/>
          </p:cNvSpPr>
          <p:nvPr/>
        </p:nvSpPr>
        <p:spPr>
          <a:xfrm>
            <a:off x="3911600" y="725170"/>
            <a:ext cx="84277" cy="35560"/>
          </a:xfrm>
          <a:prstGeom prst="rect">
            <a:avLst/>
          </a:prstGeom>
          <a:solidFill>
            <a:srgbClr val="9365A9"/>
          </a:solidFill>
          <a:ln w="0">
            <a:noFill/>
          </a:ln>
        </p:spPr>
        <p:txBody>
          <a:bodyPr/>
          <a:lstStyle/>
          <a:p>
            <a:endParaRPr lang="en-US"/>
          </a:p>
        </p:txBody>
      </p:sp>
      <p:sp>
        <p:nvSpPr>
          <p:cNvPr id="88" name="a/count-HF_Lung-Rhonchi">
            <a:extLst>
              <a:ext uri="{FF2B5EF4-FFF2-40B4-BE49-F238E27FC236}">
                <a16:creationId xmlns:a16="http://schemas.microsoft.com/office/drawing/2014/main" id="{5F56EADD-24D9-4F01-B91D-B5E69F78E32D}"/>
              </a:ext>
            </a:extLst>
          </p:cNvPr>
          <p:cNvSpPr>
            <a:spLocks noGrp="1"/>
          </p:cNvSpPr>
          <p:nvPr/>
        </p:nvSpPr>
        <p:spPr>
          <a:xfrm>
            <a:off x="4660900" y="6946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4,740</a:t>
            </a:r>
          </a:p>
        </p:txBody>
      </p:sp>
      <p:sp>
        <p:nvSpPr>
          <p:cNvPr id="89" name="a/label-HF_Lung-Stridor">
            <a:extLst>
              <a:ext uri="{FF2B5EF4-FFF2-40B4-BE49-F238E27FC236}">
                <a16:creationId xmlns:a16="http://schemas.microsoft.com/office/drawing/2014/main" id="{A124337D-2429-4C54-9254-468E292B5985}"/>
              </a:ext>
            </a:extLst>
          </p:cNvPr>
          <p:cNvSpPr>
            <a:spLocks noGrp="1"/>
          </p:cNvSpPr>
          <p:nvPr/>
        </p:nvSpPr>
        <p:spPr>
          <a:xfrm>
            <a:off x="3505200" y="8089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Stridor</a:t>
            </a:r>
          </a:p>
        </p:txBody>
      </p:sp>
      <p:sp>
        <p:nvSpPr>
          <p:cNvPr id="90" name="a/bar-HF_Lung-Stridor">
            <a:extLst>
              <a:ext uri="{FF2B5EF4-FFF2-40B4-BE49-F238E27FC236}">
                <a16:creationId xmlns:a16="http://schemas.microsoft.com/office/drawing/2014/main" id="{D1DC2F4A-FE90-45E7-AAA3-84A10EBE5E6B}"/>
              </a:ext>
            </a:extLst>
          </p:cNvPr>
          <p:cNvSpPr>
            <a:spLocks noGrp="1"/>
          </p:cNvSpPr>
          <p:nvPr/>
        </p:nvSpPr>
        <p:spPr>
          <a:xfrm>
            <a:off x="3911600" y="839470"/>
            <a:ext cx="12197" cy="35560"/>
          </a:xfrm>
          <a:prstGeom prst="rect">
            <a:avLst/>
          </a:prstGeom>
          <a:solidFill>
            <a:srgbClr val="9365A9"/>
          </a:solidFill>
          <a:ln w="0">
            <a:noFill/>
          </a:ln>
        </p:spPr>
        <p:txBody>
          <a:bodyPr/>
          <a:lstStyle/>
          <a:p>
            <a:endParaRPr lang="en-US"/>
          </a:p>
        </p:txBody>
      </p:sp>
      <p:sp>
        <p:nvSpPr>
          <p:cNvPr id="91" name="a/count-HF_Lung-Stridor">
            <a:extLst>
              <a:ext uri="{FF2B5EF4-FFF2-40B4-BE49-F238E27FC236}">
                <a16:creationId xmlns:a16="http://schemas.microsoft.com/office/drawing/2014/main" id="{3BE04520-4D06-4412-B026-A2E538A12068}"/>
              </a:ext>
            </a:extLst>
          </p:cNvPr>
          <p:cNvSpPr>
            <a:spLocks noGrp="1"/>
          </p:cNvSpPr>
          <p:nvPr/>
        </p:nvSpPr>
        <p:spPr>
          <a:xfrm>
            <a:off x="4660900" y="8089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686</a:t>
            </a:r>
          </a:p>
        </p:txBody>
      </p:sp>
      <p:sp>
        <p:nvSpPr>
          <p:cNvPr id="92" name="a/legend-KAUH">
            <a:extLst>
              <a:ext uri="{FF2B5EF4-FFF2-40B4-BE49-F238E27FC236}">
                <a16:creationId xmlns:a16="http://schemas.microsoft.com/office/drawing/2014/main" id="{2AF1F859-D4B6-45F2-B52C-E0B0C4734D00}"/>
              </a:ext>
            </a:extLst>
          </p:cNvPr>
          <p:cNvSpPr>
            <a:spLocks noGrp="1"/>
          </p:cNvSpPr>
          <p:nvPr/>
        </p:nvSpPr>
        <p:spPr>
          <a:xfrm>
            <a:off x="5149578" y="37085"/>
            <a:ext cx="50289" cy="50289"/>
          </a:xfrm>
          <a:custGeom>
            <a:avLst/>
            <a:gdLst/>
            <a:ahLst/>
            <a:cxnLst/>
            <a:rect l="0" t="0" r="0" b="0"/>
            <a:pathLst>
              <a:path w="50289" h="50289">
                <a:moveTo>
                  <a:pt x="25145" y="0"/>
                </a:moveTo>
                <a:lnTo>
                  <a:pt x="50289" y="25145"/>
                </a:lnTo>
                <a:lnTo>
                  <a:pt x="25145" y="50289"/>
                </a:lnTo>
                <a:lnTo>
                  <a:pt x="0" y="25145"/>
                </a:lnTo>
                <a:close/>
              </a:path>
            </a:pathLst>
          </a:custGeom>
          <a:solidFill>
            <a:srgbClr val="AF864B">
              <a:alpha val="100000"/>
            </a:srgbClr>
          </a:solidFill>
          <a:ln w="0">
            <a:noFill/>
          </a:ln>
        </p:spPr>
        <p:txBody>
          <a:bodyPr/>
          <a:lstStyle/>
          <a:p>
            <a:endParaRPr lang="en-US"/>
          </a:p>
        </p:txBody>
      </p:sp>
      <p:sp>
        <p:nvSpPr>
          <p:cNvPr id="93" name="a/source-KAUH">
            <a:extLst>
              <a:ext uri="{FF2B5EF4-FFF2-40B4-BE49-F238E27FC236}">
                <a16:creationId xmlns:a16="http://schemas.microsoft.com/office/drawing/2014/main" id="{545E821D-8C07-492F-B467-7971F56D922B}"/>
              </a:ext>
            </a:extLst>
          </p:cNvPr>
          <p:cNvSpPr>
            <a:spLocks noGrp="1"/>
          </p:cNvSpPr>
          <p:nvPr/>
        </p:nvSpPr>
        <p:spPr>
          <a:xfrm>
            <a:off x="5238223" y="0"/>
            <a:ext cx="979805" cy="127000"/>
          </a:xfrm>
          <a:prstGeom prst="rect">
            <a:avLst/>
          </a:prstGeom>
          <a:noFill/>
          <a:ln w="0">
            <a:noFill/>
          </a:ln>
        </p:spPr>
        <p:txBody>
          <a:bodyPr wrap="none" lIns="0" tIns="0" rIns="0" bIns="0" anchor="ctr">
            <a:noAutofit/>
          </a:bodyPr>
          <a:lstStyle/>
          <a:p>
            <a:pPr algn="l">
              <a:defRPr sz="850" b="1">
                <a:solidFill>
                  <a:srgbClr val="AF864B"/>
                </a:solidFill>
                <a:latin typeface="Arial"/>
                <a:ea typeface="Arial"/>
                <a:cs typeface="Arial"/>
              </a:defRPr>
            </a:pPr>
            <a:r>
              <a:rPr sz="850" b="1">
                <a:solidFill>
                  <a:srgbClr val="AF864B"/>
                </a:solidFill>
                <a:latin typeface="Arial"/>
                <a:ea typeface="Arial"/>
                <a:cs typeface="Arial"/>
              </a:rPr>
              <a:t>KAUH (recordings)</a:t>
            </a:r>
          </a:p>
        </p:txBody>
      </p:sp>
      <p:sp>
        <p:nvSpPr>
          <p:cNvPr id="94" name="a/scope-KAUH">
            <a:extLst>
              <a:ext uri="{FF2B5EF4-FFF2-40B4-BE49-F238E27FC236}">
                <a16:creationId xmlns:a16="http://schemas.microsoft.com/office/drawing/2014/main" id="{7A6745EF-A427-47E2-911F-DEA36380CC5A}"/>
              </a:ext>
            </a:extLst>
          </p:cNvPr>
          <p:cNvSpPr>
            <a:spLocks noGrp="1"/>
          </p:cNvSpPr>
          <p:nvPr/>
        </p:nvSpPr>
        <p:spPr>
          <a:xfrm>
            <a:off x="5041900" y="120650"/>
            <a:ext cx="13153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lang="en-US" sz="720" b="0">
                <a:solidFill>
                  <a:srgbClr val="526674"/>
                </a:solidFill>
                <a:latin typeface="Arial"/>
                <a:ea typeface="Arial"/>
                <a:cs typeface="Arial"/>
              </a:rPr>
              <a:t>External Test</a:t>
            </a:r>
            <a:endParaRPr sz="720" b="0" dirty="0">
              <a:solidFill>
                <a:srgbClr val="526674"/>
              </a:solidFill>
              <a:latin typeface="Arial"/>
              <a:ea typeface="Arial"/>
              <a:cs typeface="Arial"/>
            </a:endParaRPr>
          </a:p>
        </p:txBody>
      </p:sp>
      <p:sp>
        <p:nvSpPr>
          <p:cNvPr id="95" name="a/grid-KAUH-0">
            <a:extLst>
              <a:ext uri="{FF2B5EF4-FFF2-40B4-BE49-F238E27FC236}">
                <a16:creationId xmlns:a16="http://schemas.microsoft.com/office/drawing/2014/main" id="{7A9185D0-7643-47B6-B0DA-071A8A8542AD}"/>
              </a:ext>
            </a:extLst>
          </p:cNvPr>
          <p:cNvSpPr>
            <a:spLocks noGrp="1"/>
          </p:cNvSpPr>
          <p:nvPr/>
        </p:nvSpPr>
        <p:spPr>
          <a:xfrm>
            <a:off x="54864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6" name="a/tick-KAUH-0">
            <a:extLst>
              <a:ext uri="{FF2B5EF4-FFF2-40B4-BE49-F238E27FC236}">
                <a16:creationId xmlns:a16="http://schemas.microsoft.com/office/drawing/2014/main" id="{2A1F5EE9-8ED5-49B1-9BAE-499C5630C973}"/>
              </a:ext>
            </a:extLst>
          </p:cNvPr>
          <p:cNvSpPr>
            <a:spLocks noGrp="1"/>
          </p:cNvSpPr>
          <p:nvPr/>
        </p:nvSpPr>
        <p:spPr>
          <a:xfrm>
            <a:off x="54864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97" name="a/tick-label-KAUH-0">
            <a:extLst>
              <a:ext uri="{FF2B5EF4-FFF2-40B4-BE49-F238E27FC236}">
                <a16:creationId xmlns:a16="http://schemas.microsoft.com/office/drawing/2014/main" id="{9542392E-4322-4BAF-A328-DEA80199E3E1}"/>
              </a:ext>
            </a:extLst>
          </p:cNvPr>
          <p:cNvSpPr>
            <a:spLocks noGrp="1"/>
          </p:cNvSpPr>
          <p:nvPr/>
        </p:nvSpPr>
        <p:spPr>
          <a:xfrm>
            <a:off x="53721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98" name="a/grid-KAUH-60">
            <a:extLst>
              <a:ext uri="{FF2B5EF4-FFF2-40B4-BE49-F238E27FC236}">
                <a16:creationId xmlns:a16="http://schemas.microsoft.com/office/drawing/2014/main" id="{EBD3B47F-7806-441A-BCB0-D1399B41C1EA}"/>
              </a:ext>
            </a:extLst>
          </p:cNvPr>
          <p:cNvSpPr>
            <a:spLocks noGrp="1"/>
          </p:cNvSpPr>
          <p:nvPr/>
        </p:nvSpPr>
        <p:spPr>
          <a:xfrm>
            <a:off x="5820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9" name="a/tick-KAUH-60">
            <a:extLst>
              <a:ext uri="{FF2B5EF4-FFF2-40B4-BE49-F238E27FC236}">
                <a16:creationId xmlns:a16="http://schemas.microsoft.com/office/drawing/2014/main" id="{B585C24E-A214-4E40-9AE0-7DD5CDADFAC6}"/>
              </a:ext>
            </a:extLst>
          </p:cNvPr>
          <p:cNvSpPr>
            <a:spLocks noGrp="1"/>
          </p:cNvSpPr>
          <p:nvPr/>
        </p:nvSpPr>
        <p:spPr>
          <a:xfrm>
            <a:off x="5820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0" name="a/tick-label-KAUH-60">
            <a:extLst>
              <a:ext uri="{FF2B5EF4-FFF2-40B4-BE49-F238E27FC236}">
                <a16:creationId xmlns:a16="http://schemas.microsoft.com/office/drawing/2014/main" id="{CC649EFA-8942-4CD9-8F10-0B7C15A912E1}"/>
              </a:ext>
            </a:extLst>
          </p:cNvPr>
          <p:cNvSpPr>
            <a:spLocks noGrp="1"/>
          </p:cNvSpPr>
          <p:nvPr/>
        </p:nvSpPr>
        <p:spPr>
          <a:xfrm>
            <a:off x="5705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60</a:t>
            </a:r>
          </a:p>
        </p:txBody>
      </p:sp>
      <p:sp>
        <p:nvSpPr>
          <p:cNvPr id="101" name="a/grid-KAUH-120">
            <a:extLst>
              <a:ext uri="{FF2B5EF4-FFF2-40B4-BE49-F238E27FC236}">
                <a16:creationId xmlns:a16="http://schemas.microsoft.com/office/drawing/2014/main" id="{CCBFA194-F7BE-44E5-8D76-E585188B8389}"/>
              </a:ext>
            </a:extLst>
          </p:cNvPr>
          <p:cNvSpPr>
            <a:spLocks noGrp="1"/>
          </p:cNvSpPr>
          <p:nvPr/>
        </p:nvSpPr>
        <p:spPr>
          <a:xfrm>
            <a:off x="61540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102" name="a/tick-KAUH-120">
            <a:extLst>
              <a:ext uri="{FF2B5EF4-FFF2-40B4-BE49-F238E27FC236}">
                <a16:creationId xmlns:a16="http://schemas.microsoft.com/office/drawing/2014/main" id="{F4D22956-408A-4FF6-871B-C0887922EA06}"/>
              </a:ext>
            </a:extLst>
          </p:cNvPr>
          <p:cNvSpPr>
            <a:spLocks noGrp="1"/>
          </p:cNvSpPr>
          <p:nvPr/>
        </p:nvSpPr>
        <p:spPr>
          <a:xfrm>
            <a:off x="61540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3" name="a/tick-label-KAUH-120">
            <a:extLst>
              <a:ext uri="{FF2B5EF4-FFF2-40B4-BE49-F238E27FC236}">
                <a16:creationId xmlns:a16="http://schemas.microsoft.com/office/drawing/2014/main" id="{9379CD0D-F04D-4B6E-8C6B-40131E60BF56}"/>
              </a:ext>
            </a:extLst>
          </p:cNvPr>
          <p:cNvSpPr>
            <a:spLocks noGrp="1"/>
          </p:cNvSpPr>
          <p:nvPr/>
        </p:nvSpPr>
        <p:spPr>
          <a:xfrm>
            <a:off x="60397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120</a:t>
            </a:r>
          </a:p>
        </p:txBody>
      </p:sp>
      <p:sp>
        <p:nvSpPr>
          <p:cNvPr id="104" name="a/axis-KAUH">
            <a:extLst>
              <a:ext uri="{FF2B5EF4-FFF2-40B4-BE49-F238E27FC236}">
                <a16:creationId xmlns:a16="http://schemas.microsoft.com/office/drawing/2014/main" id="{53D86162-49A6-41E0-A462-667099A3E526}"/>
              </a:ext>
            </a:extLst>
          </p:cNvPr>
          <p:cNvSpPr>
            <a:spLocks noGrp="1"/>
          </p:cNvSpPr>
          <p:nvPr/>
        </p:nvSpPr>
        <p:spPr>
          <a:xfrm>
            <a:off x="5486400" y="914400"/>
            <a:ext cx="667600" cy="13"/>
          </a:xfrm>
          <a:custGeom>
            <a:avLst/>
            <a:gdLst/>
            <a:ahLst/>
            <a:cxnLst/>
            <a:rect l="0" t="0" r="0" b="0"/>
            <a:pathLst>
              <a:path w="667600" h="13">
                <a:moveTo>
                  <a:pt x="0" y="0"/>
                </a:moveTo>
                <a:lnTo>
                  <a:pt x="667600" y="0"/>
                </a:lnTo>
              </a:path>
            </a:pathLst>
          </a:custGeom>
          <a:noFill/>
          <a:ln w="5715">
            <a:solidFill>
              <a:srgbClr val="8C9AA6"/>
            </a:solidFill>
          </a:ln>
        </p:spPr>
        <p:txBody>
          <a:bodyPr/>
          <a:lstStyle/>
          <a:p>
            <a:endParaRPr lang="en-US"/>
          </a:p>
        </p:txBody>
      </p:sp>
      <p:sp>
        <p:nvSpPr>
          <p:cNvPr id="105" name="a/label-KAUH-N">
            <a:extLst>
              <a:ext uri="{FF2B5EF4-FFF2-40B4-BE49-F238E27FC236}">
                <a16:creationId xmlns:a16="http://schemas.microsoft.com/office/drawing/2014/main" id="{F5AFE05C-474D-4236-B91C-83DC2DC65B9D}"/>
              </a:ext>
            </a:extLst>
          </p:cNvPr>
          <p:cNvSpPr>
            <a:spLocks noGrp="1"/>
          </p:cNvSpPr>
          <p:nvPr/>
        </p:nvSpPr>
        <p:spPr>
          <a:xfrm>
            <a:off x="5041900" y="2184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a:t>
            </a:r>
          </a:p>
        </p:txBody>
      </p:sp>
      <p:sp>
        <p:nvSpPr>
          <p:cNvPr id="106" name="a/bar-KAUH-N">
            <a:extLst>
              <a:ext uri="{FF2B5EF4-FFF2-40B4-BE49-F238E27FC236}">
                <a16:creationId xmlns:a16="http://schemas.microsoft.com/office/drawing/2014/main" id="{95223276-E7BF-4DDE-9371-4E36EEE2A8AF}"/>
              </a:ext>
            </a:extLst>
          </p:cNvPr>
          <p:cNvSpPr>
            <a:spLocks noGrp="1"/>
          </p:cNvSpPr>
          <p:nvPr/>
        </p:nvSpPr>
        <p:spPr>
          <a:xfrm>
            <a:off x="5486400" y="248920"/>
            <a:ext cx="584150" cy="35560"/>
          </a:xfrm>
          <a:prstGeom prst="rect">
            <a:avLst/>
          </a:prstGeom>
          <a:solidFill>
            <a:srgbClr val="AF864B"/>
          </a:solidFill>
          <a:ln w="0">
            <a:noFill/>
          </a:ln>
        </p:spPr>
        <p:txBody>
          <a:bodyPr/>
          <a:lstStyle/>
          <a:p>
            <a:endParaRPr lang="en-US"/>
          </a:p>
        </p:txBody>
      </p:sp>
      <p:sp>
        <p:nvSpPr>
          <p:cNvPr id="107" name="a/count-KAUH-N">
            <a:extLst>
              <a:ext uri="{FF2B5EF4-FFF2-40B4-BE49-F238E27FC236}">
                <a16:creationId xmlns:a16="http://schemas.microsoft.com/office/drawing/2014/main" id="{65C54633-7D22-4397-9876-DC4C452EC93F}"/>
              </a:ext>
            </a:extLst>
          </p:cNvPr>
          <p:cNvSpPr>
            <a:spLocks noGrp="1"/>
          </p:cNvSpPr>
          <p:nvPr/>
        </p:nvSpPr>
        <p:spPr>
          <a:xfrm>
            <a:off x="6192100" y="2184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105</a:t>
            </a:r>
          </a:p>
        </p:txBody>
      </p:sp>
      <p:sp>
        <p:nvSpPr>
          <p:cNvPr id="108" name="a/label-KAUH-C">
            <a:extLst>
              <a:ext uri="{FF2B5EF4-FFF2-40B4-BE49-F238E27FC236}">
                <a16:creationId xmlns:a16="http://schemas.microsoft.com/office/drawing/2014/main" id="{BF083447-490E-424E-95CD-AC2B0CD8A79D}"/>
              </a:ext>
            </a:extLst>
          </p:cNvPr>
          <p:cNvSpPr>
            <a:spLocks noGrp="1"/>
          </p:cNvSpPr>
          <p:nvPr/>
        </p:nvSpPr>
        <p:spPr>
          <a:xfrm>
            <a:off x="5041900" y="2946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a:t>
            </a:r>
          </a:p>
        </p:txBody>
      </p:sp>
      <p:sp>
        <p:nvSpPr>
          <p:cNvPr id="109" name="a/bar-KAUH-C">
            <a:extLst>
              <a:ext uri="{FF2B5EF4-FFF2-40B4-BE49-F238E27FC236}">
                <a16:creationId xmlns:a16="http://schemas.microsoft.com/office/drawing/2014/main" id="{53104A5B-9A5E-4862-ABDA-5503E0652256}"/>
              </a:ext>
            </a:extLst>
          </p:cNvPr>
          <p:cNvSpPr>
            <a:spLocks noGrp="1"/>
          </p:cNvSpPr>
          <p:nvPr/>
        </p:nvSpPr>
        <p:spPr>
          <a:xfrm>
            <a:off x="5486400" y="325120"/>
            <a:ext cx="116830" cy="35560"/>
          </a:xfrm>
          <a:prstGeom prst="rect">
            <a:avLst/>
          </a:prstGeom>
          <a:solidFill>
            <a:srgbClr val="AF864B"/>
          </a:solidFill>
          <a:ln w="0">
            <a:noFill/>
          </a:ln>
        </p:spPr>
        <p:txBody>
          <a:bodyPr/>
          <a:lstStyle/>
          <a:p>
            <a:endParaRPr lang="en-US"/>
          </a:p>
        </p:txBody>
      </p:sp>
      <p:sp>
        <p:nvSpPr>
          <p:cNvPr id="110" name="a/count-KAUH-C">
            <a:extLst>
              <a:ext uri="{FF2B5EF4-FFF2-40B4-BE49-F238E27FC236}">
                <a16:creationId xmlns:a16="http://schemas.microsoft.com/office/drawing/2014/main" id="{485D17C2-D937-497A-AED6-124926777DDB}"/>
              </a:ext>
            </a:extLst>
          </p:cNvPr>
          <p:cNvSpPr>
            <a:spLocks noGrp="1"/>
          </p:cNvSpPr>
          <p:nvPr/>
        </p:nvSpPr>
        <p:spPr>
          <a:xfrm>
            <a:off x="6192100" y="2946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21</a:t>
            </a:r>
          </a:p>
        </p:txBody>
      </p:sp>
      <p:sp>
        <p:nvSpPr>
          <p:cNvPr id="111" name="a/label-KAUH-IC">
            <a:extLst>
              <a:ext uri="{FF2B5EF4-FFF2-40B4-BE49-F238E27FC236}">
                <a16:creationId xmlns:a16="http://schemas.microsoft.com/office/drawing/2014/main" id="{060478E4-78FF-4395-B156-85156EDE57B9}"/>
              </a:ext>
            </a:extLst>
          </p:cNvPr>
          <p:cNvSpPr>
            <a:spLocks noGrp="1"/>
          </p:cNvSpPr>
          <p:nvPr/>
        </p:nvSpPr>
        <p:spPr>
          <a:xfrm>
            <a:off x="5041900" y="3708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IC</a:t>
            </a:r>
          </a:p>
        </p:txBody>
      </p:sp>
      <p:sp>
        <p:nvSpPr>
          <p:cNvPr id="112" name="a/bar-KAUH-IC">
            <a:extLst>
              <a:ext uri="{FF2B5EF4-FFF2-40B4-BE49-F238E27FC236}">
                <a16:creationId xmlns:a16="http://schemas.microsoft.com/office/drawing/2014/main" id="{21C11CD7-B858-4B67-B738-EF71466BBFE3}"/>
              </a:ext>
            </a:extLst>
          </p:cNvPr>
          <p:cNvSpPr>
            <a:spLocks noGrp="1"/>
          </p:cNvSpPr>
          <p:nvPr/>
        </p:nvSpPr>
        <p:spPr>
          <a:xfrm>
            <a:off x="5486400" y="401320"/>
            <a:ext cx="16690" cy="35560"/>
          </a:xfrm>
          <a:prstGeom prst="rect">
            <a:avLst/>
          </a:prstGeom>
          <a:solidFill>
            <a:srgbClr val="AF864B"/>
          </a:solidFill>
          <a:ln w="0">
            <a:noFill/>
          </a:ln>
        </p:spPr>
        <p:txBody>
          <a:bodyPr/>
          <a:lstStyle/>
          <a:p>
            <a:endParaRPr lang="en-US"/>
          </a:p>
        </p:txBody>
      </p:sp>
      <p:sp>
        <p:nvSpPr>
          <p:cNvPr id="113" name="a/count-KAUH-IC">
            <a:extLst>
              <a:ext uri="{FF2B5EF4-FFF2-40B4-BE49-F238E27FC236}">
                <a16:creationId xmlns:a16="http://schemas.microsoft.com/office/drawing/2014/main" id="{EDAE3A3D-4A4E-4AD1-8849-41951B2EA978}"/>
              </a:ext>
            </a:extLst>
          </p:cNvPr>
          <p:cNvSpPr>
            <a:spLocks noGrp="1"/>
          </p:cNvSpPr>
          <p:nvPr/>
        </p:nvSpPr>
        <p:spPr>
          <a:xfrm>
            <a:off x="6192100" y="3708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a:t>
            </a:r>
          </a:p>
        </p:txBody>
      </p:sp>
      <p:sp>
        <p:nvSpPr>
          <p:cNvPr id="114" name="a/label-KAUH-EW">
            <a:extLst>
              <a:ext uri="{FF2B5EF4-FFF2-40B4-BE49-F238E27FC236}">
                <a16:creationId xmlns:a16="http://schemas.microsoft.com/office/drawing/2014/main" id="{2D62C4F7-488C-47B4-B9BC-E5BA18CDD681}"/>
              </a:ext>
            </a:extLst>
          </p:cNvPr>
          <p:cNvSpPr>
            <a:spLocks noGrp="1"/>
          </p:cNvSpPr>
          <p:nvPr/>
        </p:nvSpPr>
        <p:spPr>
          <a:xfrm>
            <a:off x="5041900" y="4470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EW</a:t>
            </a:r>
          </a:p>
        </p:txBody>
      </p:sp>
      <p:sp>
        <p:nvSpPr>
          <p:cNvPr id="115" name="a/bar-KAUH-EW">
            <a:extLst>
              <a:ext uri="{FF2B5EF4-FFF2-40B4-BE49-F238E27FC236}">
                <a16:creationId xmlns:a16="http://schemas.microsoft.com/office/drawing/2014/main" id="{55E4BA57-C7C7-4FBC-A9FF-686AFE1ACF3A}"/>
              </a:ext>
            </a:extLst>
          </p:cNvPr>
          <p:cNvSpPr>
            <a:spLocks noGrp="1"/>
          </p:cNvSpPr>
          <p:nvPr/>
        </p:nvSpPr>
        <p:spPr>
          <a:xfrm>
            <a:off x="5486400" y="477520"/>
            <a:ext cx="650910" cy="35560"/>
          </a:xfrm>
          <a:prstGeom prst="rect">
            <a:avLst/>
          </a:prstGeom>
          <a:solidFill>
            <a:srgbClr val="AF864B"/>
          </a:solidFill>
          <a:ln w="0">
            <a:noFill/>
          </a:ln>
        </p:spPr>
        <p:txBody>
          <a:bodyPr/>
          <a:lstStyle/>
          <a:p>
            <a:endParaRPr lang="en-US"/>
          </a:p>
        </p:txBody>
      </p:sp>
      <p:sp>
        <p:nvSpPr>
          <p:cNvPr id="116" name="a/count-KAUH-EW">
            <a:extLst>
              <a:ext uri="{FF2B5EF4-FFF2-40B4-BE49-F238E27FC236}">
                <a16:creationId xmlns:a16="http://schemas.microsoft.com/office/drawing/2014/main" id="{6F0F8F38-0F07-4F49-BD93-D4F07FEC172C}"/>
              </a:ext>
            </a:extLst>
          </p:cNvPr>
          <p:cNvSpPr>
            <a:spLocks noGrp="1"/>
          </p:cNvSpPr>
          <p:nvPr/>
        </p:nvSpPr>
        <p:spPr>
          <a:xfrm>
            <a:off x="6192100" y="4470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117</a:t>
            </a:r>
          </a:p>
        </p:txBody>
      </p:sp>
      <p:sp>
        <p:nvSpPr>
          <p:cNvPr id="117" name="a/label-KAUH-IEW">
            <a:extLst>
              <a:ext uri="{FF2B5EF4-FFF2-40B4-BE49-F238E27FC236}">
                <a16:creationId xmlns:a16="http://schemas.microsoft.com/office/drawing/2014/main" id="{E2820706-8762-4AFD-80C5-12DE48E88A9F}"/>
              </a:ext>
            </a:extLst>
          </p:cNvPr>
          <p:cNvSpPr>
            <a:spLocks noGrp="1"/>
          </p:cNvSpPr>
          <p:nvPr/>
        </p:nvSpPr>
        <p:spPr>
          <a:xfrm>
            <a:off x="5041900" y="5232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IEW</a:t>
            </a:r>
          </a:p>
        </p:txBody>
      </p:sp>
      <p:sp>
        <p:nvSpPr>
          <p:cNvPr id="118" name="a/bar-KAUH-IEW">
            <a:extLst>
              <a:ext uri="{FF2B5EF4-FFF2-40B4-BE49-F238E27FC236}">
                <a16:creationId xmlns:a16="http://schemas.microsoft.com/office/drawing/2014/main" id="{09E5D01D-E714-4484-A29D-B70F8C67BC18}"/>
              </a:ext>
            </a:extLst>
          </p:cNvPr>
          <p:cNvSpPr>
            <a:spLocks noGrp="1"/>
          </p:cNvSpPr>
          <p:nvPr/>
        </p:nvSpPr>
        <p:spPr>
          <a:xfrm>
            <a:off x="5486400" y="553720"/>
            <a:ext cx="33380" cy="35560"/>
          </a:xfrm>
          <a:prstGeom prst="rect">
            <a:avLst/>
          </a:prstGeom>
          <a:solidFill>
            <a:srgbClr val="AF864B"/>
          </a:solidFill>
          <a:ln w="0">
            <a:noFill/>
          </a:ln>
        </p:spPr>
        <p:txBody>
          <a:bodyPr/>
          <a:lstStyle/>
          <a:p>
            <a:endParaRPr lang="en-US"/>
          </a:p>
        </p:txBody>
      </p:sp>
      <p:sp>
        <p:nvSpPr>
          <p:cNvPr id="119" name="a/count-KAUH-IEW">
            <a:extLst>
              <a:ext uri="{FF2B5EF4-FFF2-40B4-BE49-F238E27FC236}">
                <a16:creationId xmlns:a16="http://schemas.microsoft.com/office/drawing/2014/main" id="{F2AE1210-BB3B-4F69-B4F7-CCB2B35238E1}"/>
              </a:ext>
            </a:extLst>
          </p:cNvPr>
          <p:cNvSpPr>
            <a:spLocks noGrp="1"/>
          </p:cNvSpPr>
          <p:nvPr/>
        </p:nvSpPr>
        <p:spPr>
          <a:xfrm>
            <a:off x="6192100" y="5232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20" name="a/label-KAUH-ICEW">
            <a:extLst>
              <a:ext uri="{FF2B5EF4-FFF2-40B4-BE49-F238E27FC236}">
                <a16:creationId xmlns:a16="http://schemas.microsoft.com/office/drawing/2014/main" id="{61C46FA8-5172-42A5-B65D-E20421C95F7D}"/>
              </a:ext>
            </a:extLst>
          </p:cNvPr>
          <p:cNvSpPr>
            <a:spLocks noGrp="1"/>
          </p:cNvSpPr>
          <p:nvPr/>
        </p:nvSpPr>
        <p:spPr>
          <a:xfrm>
            <a:off x="5041900" y="5994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ICEW</a:t>
            </a:r>
          </a:p>
        </p:txBody>
      </p:sp>
      <p:sp>
        <p:nvSpPr>
          <p:cNvPr id="121" name="a/bar-KAUH-ICEW">
            <a:extLst>
              <a:ext uri="{FF2B5EF4-FFF2-40B4-BE49-F238E27FC236}">
                <a16:creationId xmlns:a16="http://schemas.microsoft.com/office/drawing/2014/main" id="{56DED2E2-927F-4969-867A-A055543F3DF7}"/>
              </a:ext>
            </a:extLst>
          </p:cNvPr>
          <p:cNvSpPr>
            <a:spLocks noGrp="1"/>
          </p:cNvSpPr>
          <p:nvPr/>
        </p:nvSpPr>
        <p:spPr>
          <a:xfrm>
            <a:off x="5486400" y="629920"/>
            <a:ext cx="33380" cy="35560"/>
          </a:xfrm>
          <a:prstGeom prst="rect">
            <a:avLst/>
          </a:prstGeom>
          <a:solidFill>
            <a:srgbClr val="AF864B"/>
          </a:solidFill>
          <a:ln w="0">
            <a:noFill/>
          </a:ln>
        </p:spPr>
        <p:txBody>
          <a:bodyPr/>
          <a:lstStyle/>
          <a:p>
            <a:endParaRPr lang="en-US"/>
          </a:p>
        </p:txBody>
      </p:sp>
      <p:sp>
        <p:nvSpPr>
          <p:cNvPr id="122" name="a/count-KAUH-ICEW">
            <a:extLst>
              <a:ext uri="{FF2B5EF4-FFF2-40B4-BE49-F238E27FC236}">
                <a16:creationId xmlns:a16="http://schemas.microsoft.com/office/drawing/2014/main" id="{C6B861BA-8C97-4276-B8A5-500CB69E74FF}"/>
              </a:ext>
            </a:extLst>
          </p:cNvPr>
          <p:cNvSpPr>
            <a:spLocks noGrp="1"/>
          </p:cNvSpPr>
          <p:nvPr/>
        </p:nvSpPr>
        <p:spPr>
          <a:xfrm>
            <a:off x="6192100" y="5994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23" name="a/label-KAUH-Crep">
            <a:extLst>
              <a:ext uri="{FF2B5EF4-FFF2-40B4-BE49-F238E27FC236}">
                <a16:creationId xmlns:a16="http://schemas.microsoft.com/office/drawing/2014/main" id="{F1FFB351-949F-4102-8B35-6BFC19636684}"/>
              </a:ext>
            </a:extLst>
          </p:cNvPr>
          <p:cNvSpPr>
            <a:spLocks noGrp="1"/>
          </p:cNvSpPr>
          <p:nvPr/>
        </p:nvSpPr>
        <p:spPr>
          <a:xfrm>
            <a:off x="5041900" y="6756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Crep</a:t>
            </a:r>
          </a:p>
        </p:txBody>
      </p:sp>
      <p:sp>
        <p:nvSpPr>
          <p:cNvPr id="124" name="a/bar-KAUH-Crep">
            <a:extLst>
              <a:ext uri="{FF2B5EF4-FFF2-40B4-BE49-F238E27FC236}">
                <a16:creationId xmlns:a16="http://schemas.microsoft.com/office/drawing/2014/main" id="{981B8378-0F37-442C-8647-CA53266D8E81}"/>
              </a:ext>
            </a:extLst>
          </p:cNvPr>
          <p:cNvSpPr>
            <a:spLocks noGrp="1"/>
          </p:cNvSpPr>
          <p:nvPr/>
        </p:nvSpPr>
        <p:spPr>
          <a:xfrm>
            <a:off x="5486400" y="706120"/>
            <a:ext cx="383870" cy="35560"/>
          </a:xfrm>
          <a:prstGeom prst="rect">
            <a:avLst/>
          </a:prstGeom>
          <a:solidFill>
            <a:srgbClr val="AF864B"/>
          </a:solidFill>
          <a:ln w="0">
            <a:noFill/>
          </a:ln>
        </p:spPr>
        <p:txBody>
          <a:bodyPr/>
          <a:lstStyle/>
          <a:p>
            <a:endParaRPr lang="en-US"/>
          </a:p>
        </p:txBody>
      </p:sp>
      <p:sp>
        <p:nvSpPr>
          <p:cNvPr id="125" name="a/count-KAUH-Crep">
            <a:extLst>
              <a:ext uri="{FF2B5EF4-FFF2-40B4-BE49-F238E27FC236}">
                <a16:creationId xmlns:a16="http://schemas.microsoft.com/office/drawing/2014/main" id="{A8894BCA-7FF8-47C8-8EAC-CA1498237D59}"/>
              </a:ext>
            </a:extLst>
          </p:cNvPr>
          <p:cNvSpPr>
            <a:spLocks noGrp="1"/>
          </p:cNvSpPr>
          <p:nvPr/>
        </p:nvSpPr>
        <p:spPr>
          <a:xfrm>
            <a:off x="6192100" y="6756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69</a:t>
            </a:r>
          </a:p>
        </p:txBody>
      </p:sp>
      <p:sp>
        <p:nvSpPr>
          <p:cNvPr id="126" name="a/label-KAUH-Bronchial">
            <a:extLst>
              <a:ext uri="{FF2B5EF4-FFF2-40B4-BE49-F238E27FC236}">
                <a16:creationId xmlns:a16="http://schemas.microsoft.com/office/drawing/2014/main" id="{FF846EED-A87A-45AE-92DB-03FA35DA4601}"/>
              </a:ext>
            </a:extLst>
          </p:cNvPr>
          <p:cNvSpPr>
            <a:spLocks noGrp="1"/>
          </p:cNvSpPr>
          <p:nvPr/>
        </p:nvSpPr>
        <p:spPr>
          <a:xfrm>
            <a:off x="5041900" y="7518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Bronchial</a:t>
            </a:r>
          </a:p>
        </p:txBody>
      </p:sp>
      <p:sp>
        <p:nvSpPr>
          <p:cNvPr id="127" name="a/bar-KAUH-Bronchial">
            <a:extLst>
              <a:ext uri="{FF2B5EF4-FFF2-40B4-BE49-F238E27FC236}">
                <a16:creationId xmlns:a16="http://schemas.microsoft.com/office/drawing/2014/main" id="{B6542CE1-354E-4F5B-8B38-9BC6A306E0BA}"/>
              </a:ext>
            </a:extLst>
          </p:cNvPr>
          <p:cNvSpPr>
            <a:spLocks noGrp="1"/>
          </p:cNvSpPr>
          <p:nvPr/>
        </p:nvSpPr>
        <p:spPr>
          <a:xfrm>
            <a:off x="5486400" y="782320"/>
            <a:ext cx="16690" cy="35560"/>
          </a:xfrm>
          <a:prstGeom prst="rect">
            <a:avLst/>
          </a:prstGeom>
          <a:solidFill>
            <a:srgbClr val="AF864B"/>
          </a:solidFill>
          <a:ln w="0">
            <a:noFill/>
          </a:ln>
        </p:spPr>
        <p:txBody>
          <a:bodyPr/>
          <a:lstStyle/>
          <a:p>
            <a:endParaRPr lang="en-US"/>
          </a:p>
        </p:txBody>
      </p:sp>
      <p:sp>
        <p:nvSpPr>
          <p:cNvPr id="128" name="a/count-KAUH-Bronchial">
            <a:extLst>
              <a:ext uri="{FF2B5EF4-FFF2-40B4-BE49-F238E27FC236}">
                <a16:creationId xmlns:a16="http://schemas.microsoft.com/office/drawing/2014/main" id="{E229551E-808F-4A03-A161-ECEC1F7EA26E}"/>
              </a:ext>
            </a:extLst>
          </p:cNvPr>
          <p:cNvSpPr>
            <a:spLocks noGrp="1"/>
          </p:cNvSpPr>
          <p:nvPr/>
        </p:nvSpPr>
        <p:spPr>
          <a:xfrm>
            <a:off x="6192100" y="7518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a:t>
            </a:r>
          </a:p>
        </p:txBody>
      </p:sp>
      <p:sp>
        <p:nvSpPr>
          <p:cNvPr id="129" name="a/label-KAUH-ICB">
            <a:extLst>
              <a:ext uri="{FF2B5EF4-FFF2-40B4-BE49-F238E27FC236}">
                <a16:creationId xmlns:a16="http://schemas.microsoft.com/office/drawing/2014/main" id="{6E81A7AD-5A0B-4022-BB59-4B7EB726F23A}"/>
              </a:ext>
            </a:extLst>
          </p:cNvPr>
          <p:cNvSpPr>
            <a:spLocks noGrp="1"/>
          </p:cNvSpPr>
          <p:nvPr/>
        </p:nvSpPr>
        <p:spPr>
          <a:xfrm>
            <a:off x="5041900" y="8280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ICB</a:t>
            </a:r>
          </a:p>
        </p:txBody>
      </p:sp>
      <p:sp>
        <p:nvSpPr>
          <p:cNvPr id="130" name="a/bar-KAUH-ICB">
            <a:extLst>
              <a:ext uri="{FF2B5EF4-FFF2-40B4-BE49-F238E27FC236}">
                <a16:creationId xmlns:a16="http://schemas.microsoft.com/office/drawing/2014/main" id="{2362271C-83CA-478D-941B-12C84FCF7CEC}"/>
              </a:ext>
            </a:extLst>
          </p:cNvPr>
          <p:cNvSpPr>
            <a:spLocks noGrp="1"/>
          </p:cNvSpPr>
          <p:nvPr/>
        </p:nvSpPr>
        <p:spPr>
          <a:xfrm>
            <a:off x="5486400" y="858520"/>
            <a:ext cx="33380" cy="35560"/>
          </a:xfrm>
          <a:prstGeom prst="rect">
            <a:avLst/>
          </a:prstGeom>
          <a:solidFill>
            <a:srgbClr val="AF864B"/>
          </a:solidFill>
          <a:ln w="0">
            <a:noFill/>
          </a:ln>
        </p:spPr>
        <p:txBody>
          <a:bodyPr/>
          <a:lstStyle/>
          <a:p>
            <a:endParaRPr lang="en-US"/>
          </a:p>
        </p:txBody>
      </p:sp>
      <p:sp>
        <p:nvSpPr>
          <p:cNvPr id="131" name="a/count-KAUH-ICB">
            <a:extLst>
              <a:ext uri="{FF2B5EF4-FFF2-40B4-BE49-F238E27FC236}">
                <a16:creationId xmlns:a16="http://schemas.microsoft.com/office/drawing/2014/main" id="{182DC7A0-3D3F-4E36-B44F-E91E3F2A0C27}"/>
              </a:ext>
            </a:extLst>
          </p:cNvPr>
          <p:cNvSpPr>
            <a:spLocks noGrp="1"/>
          </p:cNvSpPr>
          <p:nvPr/>
        </p:nvSpPr>
        <p:spPr>
          <a:xfrm>
            <a:off x="6192100" y="8280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32" name="panel-separator">
            <a:extLst>
              <a:ext uri="{FF2B5EF4-FFF2-40B4-BE49-F238E27FC236}">
                <a16:creationId xmlns:a16="http://schemas.microsoft.com/office/drawing/2014/main" id="{E76A2E6F-9C6F-4B2E-A2DA-7089344CF904}"/>
              </a:ext>
            </a:extLst>
          </p:cNvPr>
          <p:cNvSpPr>
            <a:spLocks noGrp="1"/>
          </p:cNvSpPr>
          <p:nvPr/>
        </p:nvSpPr>
        <p:spPr>
          <a:xfrm>
            <a:off x="50800" y="1028700"/>
            <a:ext cx="6306400" cy="13"/>
          </a:xfrm>
          <a:custGeom>
            <a:avLst/>
            <a:gdLst/>
            <a:ahLst/>
            <a:cxnLst/>
            <a:rect l="0" t="0" r="0" b="0"/>
            <a:pathLst>
              <a:path w="6306400" h="13">
                <a:moveTo>
                  <a:pt x="0" y="0"/>
                </a:moveTo>
                <a:lnTo>
                  <a:pt x="6306400" y="0"/>
                </a:lnTo>
              </a:path>
            </a:pathLst>
          </a:custGeom>
          <a:noFill/>
          <a:ln w="5715">
            <a:solidFill>
              <a:srgbClr val="DCE4E9"/>
            </a:solidFill>
          </a:ln>
        </p:spPr>
        <p:txBody>
          <a:bodyPr/>
          <a:lstStyle/>
          <a:p>
            <a:endParaRPr lang="en-US"/>
          </a:p>
        </p:txBody>
      </p:sp>
      <p:sp>
        <p:nvSpPr>
          <p:cNvPr id="133" name="b/panel-b">
            <a:extLst>
              <a:ext uri="{FF2B5EF4-FFF2-40B4-BE49-F238E27FC236}">
                <a16:creationId xmlns:a16="http://schemas.microsoft.com/office/drawing/2014/main" id="{AA89C70B-79DF-40A8-9F73-B4CE9347CC27}"/>
              </a:ext>
            </a:extLst>
          </p:cNvPr>
          <p:cNvSpPr>
            <a:spLocks noGrp="1"/>
          </p:cNvSpPr>
          <p:nvPr/>
        </p:nvSpPr>
        <p:spPr>
          <a:xfrm>
            <a:off x="25400" y="1066800"/>
            <a:ext cx="1295400" cy="127000"/>
          </a:xfrm>
          <a:prstGeom prst="rect">
            <a:avLst/>
          </a:prstGeom>
          <a:noFill/>
          <a:ln w="0">
            <a:noFill/>
          </a:ln>
        </p:spPr>
        <p:txBody>
          <a:bodyPr wrap="none" lIns="0" tIns="0" rIns="0" bIns="0" anchor="ctr">
            <a:noAutofit/>
          </a:bodyPr>
          <a:lstStyle/>
          <a:p>
            <a:pPr algn="l">
              <a:defRPr sz="850" b="1">
                <a:solidFill>
                  <a:srgbClr val="263D50"/>
                </a:solidFill>
                <a:latin typeface="Arial"/>
                <a:ea typeface="Arial"/>
                <a:cs typeface="Arial"/>
              </a:defRPr>
            </a:pPr>
            <a:r>
              <a:rPr sz="850" b="1" dirty="0">
                <a:solidFill>
                  <a:srgbClr val="263D50"/>
                </a:solidFill>
                <a:latin typeface="Arial"/>
                <a:ea typeface="Arial"/>
                <a:cs typeface="Arial"/>
              </a:rPr>
              <a:t>(b)</a:t>
            </a:r>
          </a:p>
        </p:txBody>
      </p:sp>
      <p:sp>
        <p:nvSpPr>
          <p:cNvPr id="134" name="b/pca-zero-horizontal">
            <a:extLst>
              <a:ext uri="{FF2B5EF4-FFF2-40B4-BE49-F238E27FC236}">
                <a16:creationId xmlns:a16="http://schemas.microsoft.com/office/drawing/2014/main" id="{F0A61C4B-2C59-4484-92F0-2CC9E894E5A2}"/>
              </a:ext>
            </a:extLst>
          </p:cNvPr>
          <p:cNvSpPr>
            <a:spLocks noGrp="1"/>
          </p:cNvSpPr>
          <p:nvPr/>
        </p:nvSpPr>
        <p:spPr>
          <a:xfrm>
            <a:off x="292100" y="1647568"/>
            <a:ext cx="823784" cy="13"/>
          </a:xfrm>
          <a:custGeom>
            <a:avLst/>
            <a:gdLst/>
            <a:ahLst/>
            <a:cxnLst/>
            <a:rect l="0" t="0" r="0" b="0"/>
            <a:pathLst>
              <a:path w="823784" h="13">
                <a:moveTo>
                  <a:pt x="0" y="0"/>
                </a:moveTo>
                <a:lnTo>
                  <a:pt x="823784" y="0"/>
                </a:lnTo>
              </a:path>
            </a:pathLst>
          </a:custGeom>
          <a:noFill/>
          <a:ln w="4445">
            <a:solidFill>
              <a:srgbClr val="DCE4E9"/>
            </a:solidFill>
          </a:ln>
        </p:spPr>
        <p:txBody>
          <a:bodyPr/>
          <a:lstStyle/>
          <a:p>
            <a:endParaRPr lang="en-US"/>
          </a:p>
        </p:txBody>
      </p:sp>
      <p:sp>
        <p:nvSpPr>
          <p:cNvPr id="135" name="b/pca-zero-vertical">
            <a:extLst>
              <a:ext uri="{FF2B5EF4-FFF2-40B4-BE49-F238E27FC236}">
                <a16:creationId xmlns:a16="http://schemas.microsoft.com/office/drawing/2014/main" id="{A29CFDCB-1EDB-491A-B256-04BE4A75EC6D}"/>
              </a:ext>
            </a:extLst>
          </p:cNvPr>
          <p:cNvSpPr>
            <a:spLocks noGrp="1"/>
          </p:cNvSpPr>
          <p:nvPr/>
        </p:nvSpPr>
        <p:spPr>
          <a:xfrm>
            <a:off x="588662" y="1219200"/>
            <a:ext cx="13" cy="609600"/>
          </a:xfrm>
          <a:custGeom>
            <a:avLst/>
            <a:gdLst/>
            <a:ahLst/>
            <a:cxnLst/>
            <a:rect l="0" t="0" r="0" b="0"/>
            <a:pathLst>
              <a:path w="13" h="609600">
                <a:moveTo>
                  <a:pt x="0" y="0"/>
                </a:moveTo>
                <a:lnTo>
                  <a:pt x="0" y="609600"/>
                </a:lnTo>
              </a:path>
            </a:pathLst>
          </a:custGeom>
          <a:noFill/>
          <a:ln w="4445">
            <a:solidFill>
              <a:srgbClr val="DCE4E9"/>
            </a:solidFill>
          </a:ln>
        </p:spPr>
        <p:txBody>
          <a:bodyPr/>
          <a:lstStyle/>
          <a:p>
            <a:endParaRPr lang="en-US"/>
          </a:p>
        </p:txBody>
      </p:sp>
      <p:sp>
        <p:nvSpPr>
          <p:cNvPr id="136" name="b/pca-left-axis">
            <a:extLst>
              <a:ext uri="{FF2B5EF4-FFF2-40B4-BE49-F238E27FC236}">
                <a16:creationId xmlns:a16="http://schemas.microsoft.com/office/drawing/2014/main" id="{BD080A2E-A22A-48F0-9498-5E0E868412D3}"/>
              </a:ext>
            </a:extLst>
          </p:cNvPr>
          <p:cNvSpPr>
            <a:spLocks noGrp="1"/>
          </p:cNvSpPr>
          <p:nvPr/>
        </p:nvSpPr>
        <p:spPr>
          <a:xfrm>
            <a:off x="292100" y="1219200"/>
            <a:ext cx="13" cy="609600"/>
          </a:xfrm>
          <a:custGeom>
            <a:avLst/>
            <a:gdLst/>
            <a:ahLst/>
            <a:cxnLst/>
            <a:rect l="0" t="0" r="0" b="0"/>
            <a:pathLst>
              <a:path w="13" h="609600">
                <a:moveTo>
                  <a:pt x="0" y="0"/>
                </a:moveTo>
                <a:lnTo>
                  <a:pt x="0" y="609600"/>
                </a:lnTo>
              </a:path>
            </a:pathLst>
          </a:custGeom>
          <a:noFill/>
          <a:ln w="5715">
            <a:solidFill>
              <a:srgbClr val="8C9AA6"/>
            </a:solidFill>
          </a:ln>
        </p:spPr>
        <p:txBody>
          <a:bodyPr/>
          <a:lstStyle/>
          <a:p>
            <a:endParaRPr lang="en-US"/>
          </a:p>
        </p:txBody>
      </p:sp>
      <p:sp>
        <p:nvSpPr>
          <p:cNvPr id="137" name="b/pca-bottom-axis">
            <a:extLst>
              <a:ext uri="{FF2B5EF4-FFF2-40B4-BE49-F238E27FC236}">
                <a16:creationId xmlns:a16="http://schemas.microsoft.com/office/drawing/2014/main" id="{5BDE04E4-5023-4F95-87C5-B24451ED5728}"/>
              </a:ext>
            </a:extLst>
          </p:cNvPr>
          <p:cNvSpPr>
            <a:spLocks noGrp="1"/>
          </p:cNvSpPr>
          <p:nvPr/>
        </p:nvSpPr>
        <p:spPr>
          <a:xfrm>
            <a:off x="292100" y="1828800"/>
            <a:ext cx="823784" cy="13"/>
          </a:xfrm>
          <a:custGeom>
            <a:avLst/>
            <a:gdLst/>
            <a:ahLst/>
            <a:cxnLst/>
            <a:rect l="0" t="0" r="0" b="0"/>
            <a:pathLst>
              <a:path w="823784" h="13">
                <a:moveTo>
                  <a:pt x="0" y="0"/>
                </a:moveTo>
                <a:lnTo>
                  <a:pt x="823784" y="0"/>
                </a:lnTo>
              </a:path>
            </a:pathLst>
          </a:custGeom>
          <a:noFill/>
          <a:ln w="5715">
            <a:solidFill>
              <a:srgbClr val="8C9AA6"/>
            </a:solidFill>
          </a:ln>
        </p:spPr>
        <p:txBody>
          <a:bodyPr/>
          <a:lstStyle/>
          <a:p>
            <a:endParaRPr lang="en-US"/>
          </a:p>
        </p:txBody>
      </p:sp>
      <p:sp>
        <p:nvSpPr>
          <p:cNvPr id="138" name="b/x-tick--4">
            <a:extLst>
              <a:ext uri="{FF2B5EF4-FFF2-40B4-BE49-F238E27FC236}">
                <a16:creationId xmlns:a16="http://schemas.microsoft.com/office/drawing/2014/main" id="{5DA3986F-023A-488A-B212-0A84DC4F9121}"/>
              </a:ext>
            </a:extLst>
          </p:cNvPr>
          <p:cNvSpPr>
            <a:spLocks noGrp="1"/>
          </p:cNvSpPr>
          <p:nvPr/>
        </p:nvSpPr>
        <p:spPr>
          <a:xfrm>
            <a:off x="325051"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39" name="b/x-label--4">
            <a:extLst>
              <a:ext uri="{FF2B5EF4-FFF2-40B4-BE49-F238E27FC236}">
                <a16:creationId xmlns:a16="http://schemas.microsoft.com/office/drawing/2014/main" id="{CEDB401D-E093-4ABE-8F06-4D5891411A47}"/>
              </a:ext>
            </a:extLst>
          </p:cNvPr>
          <p:cNvSpPr>
            <a:spLocks noGrp="1"/>
          </p:cNvSpPr>
          <p:nvPr/>
        </p:nvSpPr>
        <p:spPr>
          <a:xfrm>
            <a:off x="223451"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-4</a:t>
            </a:r>
          </a:p>
        </p:txBody>
      </p:sp>
      <p:sp>
        <p:nvSpPr>
          <p:cNvPr id="140" name="b/x-tick-0">
            <a:extLst>
              <a:ext uri="{FF2B5EF4-FFF2-40B4-BE49-F238E27FC236}">
                <a16:creationId xmlns:a16="http://schemas.microsoft.com/office/drawing/2014/main" id="{1DFF38D1-F3DC-419A-A638-AD6E873102E1}"/>
              </a:ext>
            </a:extLst>
          </p:cNvPr>
          <p:cNvSpPr>
            <a:spLocks noGrp="1"/>
          </p:cNvSpPr>
          <p:nvPr/>
        </p:nvSpPr>
        <p:spPr>
          <a:xfrm>
            <a:off x="588662"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1" name="b/x-label-0">
            <a:extLst>
              <a:ext uri="{FF2B5EF4-FFF2-40B4-BE49-F238E27FC236}">
                <a16:creationId xmlns:a16="http://schemas.microsoft.com/office/drawing/2014/main" id="{85090B30-1AB9-455E-942C-D85AB3AD2E84}"/>
              </a:ext>
            </a:extLst>
          </p:cNvPr>
          <p:cNvSpPr>
            <a:spLocks noGrp="1"/>
          </p:cNvSpPr>
          <p:nvPr/>
        </p:nvSpPr>
        <p:spPr>
          <a:xfrm>
            <a:off x="487062"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0</a:t>
            </a:r>
          </a:p>
        </p:txBody>
      </p:sp>
      <p:sp>
        <p:nvSpPr>
          <p:cNvPr id="142" name="b/x-tick-4">
            <a:extLst>
              <a:ext uri="{FF2B5EF4-FFF2-40B4-BE49-F238E27FC236}">
                <a16:creationId xmlns:a16="http://schemas.microsoft.com/office/drawing/2014/main" id="{7D1B220A-B7A6-4DF8-AE8B-1E8DCA9AE05D}"/>
              </a:ext>
            </a:extLst>
          </p:cNvPr>
          <p:cNvSpPr>
            <a:spLocks noGrp="1"/>
          </p:cNvSpPr>
          <p:nvPr/>
        </p:nvSpPr>
        <p:spPr>
          <a:xfrm>
            <a:off x="852273"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3" name="b/x-label-4">
            <a:extLst>
              <a:ext uri="{FF2B5EF4-FFF2-40B4-BE49-F238E27FC236}">
                <a16:creationId xmlns:a16="http://schemas.microsoft.com/office/drawing/2014/main" id="{326C5CDB-4D05-4BB5-8A56-9760EB22FC57}"/>
              </a:ext>
            </a:extLst>
          </p:cNvPr>
          <p:cNvSpPr>
            <a:spLocks noGrp="1"/>
          </p:cNvSpPr>
          <p:nvPr/>
        </p:nvSpPr>
        <p:spPr>
          <a:xfrm>
            <a:off x="750673"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4</a:t>
            </a:r>
          </a:p>
        </p:txBody>
      </p:sp>
      <p:sp>
        <p:nvSpPr>
          <p:cNvPr id="144" name="b/x-tick-8">
            <a:extLst>
              <a:ext uri="{FF2B5EF4-FFF2-40B4-BE49-F238E27FC236}">
                <a16:creationId xmlns:a16="http://schemas.microsoft.com/office/drawing/2014/main" id="{F9AD8BE1-6D6E-4130-B6E1-A991713339F4}"/>
              </a:ext>
            </a:extLst>
          </p:cNvPr>
          <p:cNvSpPr>
            <a:spLocks noGrp="1"/>
          </p:cNvSpPr>
          <p:nvPr/>
        </p:nvSpPr>
        <p:spPr>
          <a:xfrm>
            <a:off x="1115884"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5" name="b/x-label-8">
            <a:extLst>
              <a:ext uri="{FF2B5EF4-FFF2-40B4-BE49-F238E27FC236}">
                <a16:creationId xmlns:a16="http://schemas.microsoft.com/office/drawing/2014/main" id="{0A4E22F0-7034-4352-B42E-FCF721CB8F53}"/>
              </a:ext>
            </a:extLst>
          </p:cNvPr>
          <p:cNvSpPr>
            <a:spLocks noGrp="1"/>
          </p:cNvSpPr>
          <p:nvPr/>
        </p:nvSpPr>
        <p:spPr>
          <a:xfrm>
            <a:off x="1014284"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8</a:t>
            </a:r>
          </a:p>
        </p:txBody>
      </p:sp>
      <p:sp>
        <p:nvSpPr>
          <p:cNvPr id="146" name="b/y-tick--2">
            <a:extLst>
              <a:ext uri="{FF2B5EF4-FFF2-40B4-BE49-F238E27FC236}">
                <a16:creationId xmlns:a16="http://schemas.microsoft.com/office/drawing/2014/main" id="{55895462-B016-4D95-BC84-35212490595F}"/>
              </a:ext>
            </a:extLst>
          </p:cNvPr>
          <p:cNvSpPr>
            <a:spLocks noGrp="1"/>
          </p:cNvSpPr>
          <p:nvPr/>
        </p:nvSpPr>
        <p:spPr>
          <a:xfrm>
            <a:off x="273050" y="1779373"/>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47" name="b/y-label--2">
            <a:extLst>
              <a:ext uri="{FF2B5EF4-FFF2-40B4-BE49-F238E27FC236}">
                <a16:creationId xmlns:a16="http://schemas.microsoft.com/office/drawing/2014/main" id="{C162879E-F314-4B2E-A7BA-9FDAA9E21812}"/>
              </a:ext>
            </a:extLst>
          </p:cNvPr>
          <p:cNvSpPr>
            <a:spLocks noGrp="1"/>
          </p:cNvSpPr>
          <p:nvPr/>
        </p:nvSpPr>
        <p:spPr>
          <a:xfrm>
            <a:off x="139700" y="1733653"/>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-2</a:t>
            </a:r>
          </a:p>
        </p:txBody>
      </p:sp>
      <p:sp>
        <p:nvSpPr>
          <p:cNvPr id="148" name="b/y-tick-2">
            <a:extLst>
              <a:ext uri="{FF2B5EF4-FFF2-40B4-BE49-F238E27FC236}">
                <a16:creationId xmlns:a16="http://schemas.microsoft.com/office/drawing/2014/main" id="{1B7810D5-8A2E-405D-89C2-47FB904D3A96}"/>
              </a:ext>
            </a:extLst>
          </p:cNvPr>
          <p:cNvSpPr>
            <a:spLocks noGrp="1"/>
          </p:cNvSpPr>
          <p:nvPr/>
        </p:nvSpPr>
        <p:spPr>
          <a:xfrm>
            <a:off x="273050" y="1515762"/>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49" name="b/y-label-2">
            <a:extLst>
              <a:ext uri="{FF2B5EF4-FFF2-40B4-BE49-F238E27FC236}">
                <a16:creationId xmlns:a16="http://schemas.microsoft.com/office/drawing/2014/main" id="{5199004D-0A82-4EDE-8980-7697EF138E84}"/>
              </a:ext>
            </a:extLst>
          </p:cNvPr>
          <p:cNvSpPr>
            <a:spLocks noGrp="1"/>
          </p:cNvSpPr>
          <p:nvPr/>
        </p:nvSpPr>
        <p:spPr>
          <a:xfrm>
            <a:off x="139700" y="1470042"/>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2</a:t>
            </a:r>
          </a:p>
        </p:txBody>
      </p:sp>
      <p:sp>
        <p:nvSpPr>
          <p:cNvPr id="150" name="b/y-tick-6">
            <a:extLst>
              <a:ext uri="{FF2B5EF4-FFF2-40B4-BE49-F238E27FC236}">
                <a16:creationId xmlns:a16="http://schemas.microsoft.com/office/drawing/2014/main" id="{200BDAB5-62B0-4C65-A62B-400F3CAD9A16}"/>
              </a:ext>
            </a:extLst>
          </p:cNvPr>
          <p:cNvSpPr>
            <a:spLocks noGrp="1"/>
          </p:cNvSpPr>
          <p:nvPr/>
        </p:nvSpPr>
        <p:spPr>
          <a:xfrm>
            <a:off x="273050" y="1252151"/>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51" name="b/y-label-6">
            <a:extLst>
              <a:ext uri="{FF2B5EF4-FFF2-40B4-BE49-F238E27FC236}">
                <a16:creationId xmlns:a16="http://schemas.microsoft.com/office/drawing/2014/main" id="{22E808BA-63E1-48DA-90B3-6CE97B41D935}"/>
              </a:ext>
            </a:extLst>
          </p:cNvPr>
          <p:cNvSpPr>
            <a:spLocks noGrp="1"/>
          </p:cNvSpPr>
          <p:nvPr/>
        </p:nvSpPr>
        <p:spPr>
          <a:xfrm>
            <a:off x="139700" y="1206431"/>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6</a:t>
            </a:r>
          </a:p>
        </p:txBody>
      </p:sp>
      <p:sp>
        <p:nvSpPr>
          <p:cNvPr id="152" name="b/pc1-title">
            <a:extLst>
              <a:ext uri="{FF2B5EF4-FFF2-40B4-BE49-F238E27FC236}">
                <a16:creationId xmlns:a16="http://schemas.microsoft.com/office/drawing/2014/main" id="{08DF583C-F4ED-4848-8DA7-1E381DA6D7F6}"/>
              </a:ext>
            </a:extLst>
          </p:cNvPr>
          <p:cNvSpPr>
            <a:spLocks noGrp="1"/>
          </p:cNvSpPr>
          <p:nvPr/>
        </p:nvSpPr>
        <p:spPr>
          <a:xfrm>
            <a:off x="292100" y="1940560"/>
            <a:ext cx="823784" cy="9144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PC1 (63.15%)</a:t>
            </a:r>
          </a:p>
        </p:txBody>
      </p:sp>
      <p:sp>
        <p:nvSpPr>
          <p:cNvPr id="153" name="b/pc2-title">
            <a:extLst>
              <a:ext uri="{FF2B5EF4-FFF2-40B4-BE49-F238E27FC236}">
                <a16:creationId xmlns:a16="http://schemas.microsoft.com/office/drawing/2014/main" id="{2B60AB1F-99A5-45EB-926E-396479AC003A}"/>
              </a:ext>
            </a:extLst>
          </p:cNvPr>
          <p:cNvSpPr>
            <a:spLocks noGrp="1"/>
          </p:cNvSpPr>
          <p:nvPr/>
        </p:nvSpPr>
        <p:spPr>
          <a:xfrm rot="16200000">
            <a:off x="-285750" y="1478280"/>
            <a:ext cx="711200" cy="9144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PC2 (33.25%)</a:t>
            </a:r>
          </a:p>
        </p:txBody>
      </p:sp>
      <p:sp>
        <p:nvSpPr>
          <p:cNvPr id="154" name="b/pca-KAUH-165">
            <a:extLst>
              <a:ext uri="{FF2B5EF4-FFF2-40B4-BE49-F238E27FC236}">
                <a16:creationId xmlns:a16="http://schemas.microsoft.com/office/drawing/2014/main" id="{884A6E68-2411-44BA-AFDB-8BDFD2AAA553}"/>
              </a:ext>
            </a:extLst>
          </p:cNvPr>
          <p:cNvSpPr>
            <a:spLocks noGrp="1"/>
          </p:cNvSpPr>
          <p:nvPr/>
        </p:nvSpPr>
        <p:spPr>
          <a:xfrm>
            <a:off x="515891" y="166898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5" name="b/pca-KAUH-166">
            <a:extLst>
              <a:ext uri="{FF2B5EF4-FFF2-40B4-BE49-F238E27FC236}">
                <a16:creationId xmlns:a16="http://schemas.microsoft.com/office/drawing/2014/main" id="{B019073B-8410-4073-9A02-C93BED5D1E07}"/>
              </a:ext>
            </a:extLst>
          </p:cNvPr>
          <p:cNvSpPr>
            <a:spLocks noGrp="1"/>
          </p:cNvSpPr>
          <p:nvPr/>
        </p:nvSpPr>
        <p:spPr>
          <a:xfrm>
            <a:off x="561934" y="16936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6" name="b/pca-KAUH-167">
            <a:extLst>
              <a:ext uri="{FF2B5EF4-FFF2-40B4-BE49-F238E27FC236}">
                <a16:creationId xmlns:a16="http://schemas.microsoft.com/office/drawing/2014/main" id="{F46BA487-FD75-45BD-953C-F65FC4A8D0A8}"/>
              </a:ext>
            </a:extLst>
          </p:cNvPr>
          <p:cNvSpPr>
            <a:spLocks noGrp="1"/>
          </p:cNvSpPr>
          <p:nvPr/>
        </p:nvSpPr>
        <p:spPr>
          <a:xfrm>
            <a:off x="531663" y="165757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7" name="b/pca-KAUH-168">
            <a:extLst>
              <a:ext uri="{FF2B5EF4-FFF2-40B4-BE49-F238E27FC236}">
                <a16:creationId xmlns:a16="http://schemas.microsoft.com/office/drawing/2014/main" id="{80366B6C-B422-4C94-AA4C-28390CE75B53}"/>
              </a:ext>
            </a:extLst>
          </p:cNvPr>
          <p:cNvSpPr>
            <a:spLocks noGrp="1"/>
          </p:cNvSpPr>
          <p:nvPr/>
        </p:nvSpPr>
        <p:spPr>
          <a:xfrm>
            <a:off x="480006" y="165744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8" name="b/pca-KAUH-169">
            <a:extLst>
              <a:ext uri="{FF2B5EF4-FFF2-40B4-BE49-F238E27FC236}">
                <a16:creationId xmlns:a16="http://schemas.microsoft.com/office/drawing/2014/main" id="{6925CC6C-9057-4CF0-9132-BDF1D3509BD7}"/>
              </a:ext>
            </a:extLst>
          </p:cNvPr>
          <p:cNvSpPr>
            <a:spLocks noGrp="1"/>
          </p:cNvSpPr>
          <p:nvPr/>
        </p:nvSpPr>
        <p:spPr>
          <a:xfrm>
            <a:off x="468079" y="168225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9" name="b/pca-KAUH-170">
            <a:extLst>
              <a:ext uri="{FF2B5EF4-FFF2-40B4-BE49-F238E27FC236}">
                <a16:creationId xmlns:a16="http://schemas.microsoft.com/office/drawing/2014/main" id="{1FF300CF-52F2-454E-A4A5-B2F356B6EBA5}"/>
              </a:ext>
            </a:extLst>
          </p:cNvPr>
          <p:cNvSpPr>
            <a:spLocks noGrp="1"/>
          </p:cNvSpPr>
          <p:nvPr/>
        </p:nvSpPr>
        <p:spPr>
          <a:xfrm>
            <a:off x="541484" y="171258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0" name="b/pca-KAUH-171">
            <a:extLst>
              <a:ext uri="{FF2B5EF4-FFF2-40B4-BE49-F238E27FC236}">
                <a16:creationId xmlns:a16="http://schemas.microsoft.com/office/drawing/2014/main" id="{3A353335-9AD2-4744-B99A-C745EAA8F8A7}"/>
              </a:ext>
            </a:extLst>
          </p:cNvPr>
          <p:cNvSpPr>
            <a:spLocks noGrp="1"/>
          </p:cNvSpPr>
          <p:nvPr/>
        </p:nvSpPr>
        <p:spPr>
          <a:xfrm>
            <a:off x="433706" y="166019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1" name="b/pca-KAUH-172">
            <a:extLst>
              <a:ext uri="{FF2B5EF4-FFF2-40B4-BE49-F238E27FC236}">
                <a16:creationId xmlns:a16="http://schemas.microsoft.com/office/drawing/2014/main" id="{C76DBA1D-BD6F-4CF0-B933-AFCD2D87A1F0}"/>
              </a:ext>
            </a:extLst>
          </p:cNvPr>
          <p:cNvSpPr>
            <a:spLocks noGrp="1"/>
          </p:cNvSpPr>
          <p:nvPr/>
        </p:nvSpPr>
        <p:spPr>
          <a:xfrm>
            <a:off x="519792" y="167512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2" name="b/pca-KAUH-173">
            <a:extLst>
              <a:ext uri="{FF2B5EF4-FFF2-40B4-BE49-F238E27FC236}">
                <a16:creationId xmlns:a16="http://schemas.microsoft.com/office/drawing/2014/main" id="{042F7D54-F561-48B2-82B5-36560CEAC1F0}"/>
              </a:ext>
            </a:extLst>
          </p:cNvPr>
          <p:cNvSpPr>
            <a:spLocks noGrp="1"/>
          </p:cNvSpPr>
          <p:nvPr/>
        </p:nvSpPr>
        <p:spPr>
          <a:xfrm>
            <a:off x="579815" y="158315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3" name="b/pca-KAUH-174">
            <a:extLst>
              <a:ext uri="{FF2B5EF4-FFF2-40B4-BE49-F238E27FC236}">
                <a16:creationId xmlns:a16="http://schemas.microsoft.com/office/drawing/2014/main" id="{8EABEFDA-1164-4764-B378-3072EBE0B3AA}"/>
              </a:ext>
            </a:extLst>
          </p:cNvPr>
          <p:cNvSpPr>
            <a:spLocks noGrp="1"/>
          </p:cNvSpPr>
          <p:nvPr/>
        </p:nvSpPr>
        <p:spPr>
          <a:xfrm>
            <a:off x="455635" y="166007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4" name="b/pca-KAUH-175">
            <a:extLst>
              <a:ext uri="{FF2B5EF4-FFF2-40B4-BE49-F238E27FC236}">
                <a16:creationId xmlns:a16="http://schemas.microsoft.com/office/drawing/2014/main" id="{08642C48-D38D-4ADB-8120-C0576F2699F4}"/>
              </a:ext>
            </a:extLst>
          </p:cNvPr>
          <p:cNvSpPr>
            <a:spLocks noGrp="1"/>
          </p:cNvSpPr>
          <p:nvPr/>
        </p:nvSpPr>
        <p:spPr>
          <a:xfrm>
            <a:off x="572480" y="171242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5" name="b/pca-KAUH-176">
            <a:extLst>
              <a:ext uri="{FF2B5EF4-FFF2-40B4-BE49-F238E27FC236}">
                <a16:creationId xmlns:a16="http://schemas.microsoft.com/office/drawing/2014/main" id="{6FE27AA6-7F5D-4F9C-B1CC-BAA035969D87}"/>
              </a:ext>
            </a:extLst>
          </p:cNvPr>
          <p:cNvSpPr>
            <a:spLocks noGrp="1"/>
          </p:cNvSpPr>
          <p:nvPr/>
        </p:nvSpPr>
        <p:spPr>
          <a:xfrm>
            <a:off x="467508" y="166859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6" name="b/pca-KAUH-177">
            <a:extLst>
              <a:ext uri="{FF2B5EF4-FFF2-40B4-BE49-F238E27FC236}">
                <a16:creationId xmlns:a16="http://schemas.microsoft.com/office/drawing/2014/main" id="{CB206122-EDC8-4864-B4CC-0B0D85012A58}"/>
              </a:ext>
            </a:extLst>
          </p:cNvPr>
          <p:cNvSpPr>
            <a:spLocks noGrp="1"/>
          </p:cNvSpPr>
          <p:nvPr/>
        </p:nvSpPr>
        <p:spPr>
          <a:xfrm>
            <a:off x="568318" y="168331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7" name="b/pca-KAUH-178">
            <a:extLst>
              <a:ext uri="{FF2B5EF4-FFF2-40B4-BE49-F238E27FC236}">
                <a16:creationId xmlns:a16="http://schemas.microsoft.com/office/drawing/2014/main" id="{ADB38762-4388-46FD-B3E9-986638B01694}"/>
              </a:ext>
            </a:extLst>
          </p:cNvPr>
          <p:cNvSpPr>
            <a:spLocks noGrp="1"/>
          </p:cNvSpPr>
          <p:nvPr/>
        </p:nvSpPr>
        <p:spPr>
          <a:xfrm>
            <a:off x="499063" y="165003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8" name="b/pca-KAUH-179">
            <a:extLst>
              <a:ext uri="{FF2B5EF4-FFF2-40B4-BE49-F238E27FC236}">
                <a16:creationId xmlns:a16="http://schemas.microsoft.com/office/drawing/2014/main" id="{168E6A68-728D-4A0C-8578-26F5022EE4AA}"/>
              </a:ext>
            </a:extLst>
          </p:cNvPr>
          <p:cNvSpPr>
            <a:spLocks noGrp="1"/>
          </p:cNvSpPr>
          <p:nvPr/>
        </p:nvSpPr>
        <p:spPr>
          <a:xfrm>
            <a:off x="594279" y="169275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9" name="b/pca-KAUH-180">
            <a:extLst>
              <a:ext uri="{FF2B5EF4-FFF2-40B4-BE49-F238E27FC236}">
                <a16:creationId xmlns:a16="http://schemas.microsoft.com/office/drawing/2014/main" id="{473CEBA8-4476-4F25-BF67-9607FDDC50AD}"/>
              </a:ext>
            </a:extLst>
          </p:cNvPr>
          <p:cNvSpPr>
            <a:spLocks noGrp="1"/>
          </p:cNvSpPr>
          <p:nvPr/>
        </p:nvSpPr>
        <p:spPr>
          <a:xfrm>
            <a:off x="445187" y="166986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0" name="b/pca-KAUH-181">
            <a:extLst>
              <a:ext uri="{FF2B5EF4-FFF2-40B4-BE49-F238E27FC236}">
                <a16:creationId xmlns:a16="http://schemas.microsoft.com/office/drawing/2014/main" id="{B860758F-CD40-4A81-B9D7-9499464DFDF9}"/>
              </a:ext>
            </a:extLst>
          </p:cNvPr>
          <p:cNvSpPr>
            <a:spLocks noGrp="1"/>
          </p:cNvSpPr>
          <p:nvPr/>
        </p:nvSpPr>
        <p:spPr>
          <a:xfrm>
            <a:off x="562884" y="169461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1" name="b/pca-KAUH-182">
            <a:extLst>
              <a:ext uri="{FF2B5EF4-FFF2-40B4-BE49-F238E27FC236}">
                <a16:creationId xmlns:a16="http://schemas.microsoft.com/office/drawing/2014/main" id="{56FA5477-57C3-4ACD-AA53-211626354FD2}"/>
              </a:ext>
            </a:extLst>
          </p:cNvPr>
          <p:cNvSpPr>
            <a:spLocks noGrp="1"/>
          </p:cNvSpPr>
          <p:nvPr/>
        </p:nvSpPr>
        <p:spPr>
          <a:xfrm>
            <a:off x="441453" y="166092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2" name="b/pca-KAUH-183">
            <a:extLst>
              <a:ext uri="{FF2B5EF4-FFF2-40B4-BE49-F238E27FC236}">
                <a16:creationId xmlns:a16="http://schemas.microsoft.com/office/drawing/2014/main" id="{629E97EF-A828-4E5F-B88B-CA0B3BB4C367}"/>
              </a:ext>
            </a:extLst>
          </p:cNvPr>
          <p:cNvSpPr>
            <a:spLocks noGrp="1"/>
          </p:cNvSpPr>
          <p:nvPr/>
        </p:nvSpPr>
        <p:spPr>
          <a:xfrm>
            <a:off x="554866" y="170875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3" name="b/pca-KAUH-184">
            <a:extLst>
              <a:ext uri="{FF2B5EF4-FFF2-40B4-BE49-F238E27FC236}">
                <a16:creationId xmlns:a16="http://schemas.microsoft.com/office/drawing/2014/main" id="{82DCE981-E490-447B-892D-C9279B8744C6}"/>
              </a:ext>
            </a:extLst>
          </p:cNvPr>
          <p:cNvSpPr>
            <a:spLocks noGrp="1"/>
          </p:cNvSpPr>
          <p:nvPr/>
        </p:nvSpPr>
        <p:spPr>
          <a:xfrm>
            <a:off x="648744" y="169201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4" name="b/pca-KAUH-185">
            <a:extLst>
              <a:ext uri="{FF2B5EF4-FFF2-40B4-BE49-F238E27FC236}">
                <a16:creationId xmlns:a16="http://schemas.microsoft.com/office/drawing/2014/main" id="{33061837-927B-42C3-B252-93CB67D0BFB1}"/>
              </a:ext>
            </a:extLst>
          </p:cNvPr>
          <p:cNvSpPr>
            <a:spLocks noGrp="1"/>
          </p:cNvSpPr>
          <p:nvPr/>
        </p:nvSpPr>
        <p:spPr>
          <a:xfrm>
            <a:off x="476203" y="16698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5" name="b/pca-KAUH-186">
            <a:extLst>
              <a:ext uri="{FF2B5EF4-FFF2-40B4-BE49-F238E27FC236}">
                <a16:creationId xmlns:a16="http://schemas.microsoft.com/office/drawing/2014/main" id="{65125477-D6AC-4F5E-A8A3-30A33C5C98B6}"/>
              </a:ext>
            </a:extLst>
          </p:cNvPr>
          <p:cNvSpPr>
            <a:spLocks noGrp="1"/>
          </p:cNvSpPr>
          <p:nvPr/>
        </p:nvSpPr>
        <p:spPr>
          <a:xfrm>
            <a:off x="511421" y="168823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6" name="b/pca-KAUH-187">
            <a:extLst>
              <a:ext uri="{FF2B5EF4-FFF2-40B4-BE49-F238E27FC236}">
                <a16:creationId xmlns:a16="http://schemas.microsoft.com/office/drawing/2014/main" id="{08465DF1-85AC-4165-8849-62F24563E777}"/>
              </a:ext>
            </a:extLst>
          </p:cNvPr>
          <p:cNvSpPr>
            <a:spLocks noGrp="1"/>
          </p:cNvSpPr>
          <p:nvPr/>
        </p:nvSpPr>
        <p:spPr>
          <a:xfrm>
            <a:off x="500475" y="167217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7" name="b/pca-KAUH-188">
            <a:extLst>
              <a:ext uri="{FF2B5EF4-FFF2-40B4-BE49-F238E27FC236}">
                <a16:creationId xmlns:a16="http://schemas.microsoft.com/office/drawing/2014/main" id="{6F6EC54C-75D4-425B-9384-DD9ED8579045}"/>
              </a:ext>
            </a:extLst>
          </p:cNvPr>
          <p:cNvSpPr>
            <a:spLocks noGrp="1"/>
          </p:cNvSpPr>
          <p:nvPr/>
        </p:nvSpPr>
        <p:spPr>
          <a:xfrm>
            <a:off x="523268" y="169568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8" name="b/pca-KAUH-189">
            <a:extLst>
              <a:ext uri="{FF2B5EF4-FFF2-40B4-BE49-F238E27FC236}">
                <a16:creationId xmlns:a16="http://schemas.microsoft.com/office/drawing/2014/main" id="{D47DE309-A8B2-4CDD-A1DF-DFC2BEF4777A}"/>
              </a:ext>
            </a:extLst>
          </p:cNvPr>
          <p:cNvSpPr>
            <a:spLocks noGrp="1"/>
          </p:cNvSpPr>
          <p:nvPr/>
        </p:nvSpPr>
        <p:spPr>
          <a:xfrm>
            <a:off x="665081" y="17223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9" name="b/pca-KAUH-190">
            <a:extLst>
              <a:ext uri="{FF2B5EF4-FFF2-40B4-BE49-F238E27FC236}">
                <a16:creationId xmlns:a16="http://schemas.microsoft.com/office/drawing/2014/main" id="{A2BCC7A5-F0E0-489C-8721-AF3FAA39CA48}"/>
              </a:ext>
            </a:extLst>
          </p:cNvPr>
          <p:cNvSpPr>
            <a:spLocks noGrp="1"/>
          </p:cNvSpPr>
          <p:nvPr/>
        </p:nvSpPr>
        <p:spPr>
          <a:xfrm>
            <a:off x="492936" y="16691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0" name="b/pca-KAUH-191">
            <a:extLst>
              <a:ext uri="{FF2B5EF4-FFF2-40B4-BE49-F238E27FC236}">
                <a16:creationId xmlns:a16="http://schemas.microsoft.com/office/drawing/2014/main" id="{17C7F668-D69C-4530-9290-837895DC2A91}"/>
              </a:ext>
            </a:extLst>
          </p:cNvPr>
          <p:cNvSpPr>
            <a:spLocks noGrp="1"/>
          </p:cNvSpPr>
          <p:nvPr/>
        </p:nvSpPr>
        <p:spPr>
          <a:xfrm>
            <a:off x="494022" y="166279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1" name="b/pca-KAUH-192">
            <a:extLst>
              <a:ext uri="{FF2B5EF4-FFF2-40B4-BE49-F238E27FC236}">
                <a16:creationId xmlns:a16="http://schemas.microsoft.com/office/drawing/2014/main" id="{E9722B0D-4915-4B11-9BC1-F59E4A050E3C}"/>
              </a:ext>
            </a:extLst>
          </p:cNvPr>
          <p:cNvSpPr>
            <a:spLocks noGrp="1"/>
          </p:cNvSpPr>
          <p:nvPr/>
        </p:nvSpPr>
        <p:spPr>
          <a:xfrm>
            <a:off x="624435" y="170696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2" name="b/pca-KAUH-193">
            <a:extLst>
              <a:ext uri="{FF2B5EF4-FFF2-40B4-BE49-F238E27FC236}">
                <a16:creationId xmlns:a16="http://schemas.microsoft.com/office/drawing/2014/main" id="{36FAE49F-18FE-4E8C-A32F-B697FAAB1961}"/>
              </a:ext>
            </a:extLst>
          </p:cNvPr>
          <p:cNvSpPr>
            <a:spLocks noGrp="1"/>
          </p:cNvSpPr>
          <p:nvPr/>
        </p:nvSpPr>
        <p:spPr>
          <a:xfrm>
            <a:off x="620363" y="171396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3" name="b/pca-KAUH-194">
            <a:extLst>
              <a:ext uri="{FF2B5EF4-FFF2-40B4-BE49-F238E27FC236}">
                <a16:creationId xmlns:a16="http://schemas.microsoft.com/office/drawing/2014/main" id="{922F30AA-7A25-455B-80A3-93EFC92C7801}"/>
              </a:ext>
            </a:extLst>
          </p:cNvPr>
          <p:cNvSpPr>
            <a:spLocks noGrp="1"/>
          </p:cNvSpPr>
          <p:nvPr/>
        </p:nvSpPr>
        <p:spPr>
          <a:xfrm>
            <a:off x="609506" y="16789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4" name="b/pca-KAUH-195">
            <a:extLst>
              <a:ext uri="{FF2B5EF4-FFF2-40B4-BE49-F238E27FC236}">
                <a16:creationId xmlns:a16="http://schemas.microsoft.com/office/drawing/2014/main" id="{03BF2831-A63C-4BBB-A213-9A698DA789D4}"/>
              </a:ext>
            </a:extLst>
          </p:cNvPr>
          <p:cNvSpPr>
            <a:spLocks noGrp="1"/>
          </p:cNvSpPr>
          <p:nvPr/>
        </p:nvSpPr>
        <p:spPr>
          <a:xfrm>
            <a:off x="536354" y="168466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5" name="b/pca-KAUH-196">
            <a:extLst>
              <a:ext uri="{FF2B5EF4-FFF2-40B4-BE49-F238E27FC236}">
                <a16:creationId xmlns:a16="http://schemas.microsoft.com/office/drawing/2014/main" id="{E45FA35E-A2F0-41A1-A51E-A28AAA97AA96}"/>
              </a:ext>
            </a:extLst>
          </p:cNvPr>
          <p:cNvSpPr>
            <a:spLocks noGrp="1"/>
          </p:cNvSpPr>
          <p:nvPr/>
        </p:nvSpPr>
        <p:spPr>
          <a:xfrm>
            <a:off x="614668" y="17032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6" name="b/pca-KAUH-197">
            <a:extLst>
              <a:ext uri="{FF2B5EF4-FFF2-40B4-BE49-F238E27FC236}">
                <a16:creationId xmlns:a16="http://schemas.microsoft.com/office/drawing/2014/main" id="{EC2230F9-6008-408D-864E-2B2B6386E6DD}"/>
              </a:ext>
            </a:extLst>
          </p:cNvPr>
          <p:cNvSpPr>
            <a:spLocks noGrp="1"/>
          </p:cNvSpPr>
          <p:nvPr/>
        </p:nvSpPr>
        <p:spPr>
          <a:xfrm>
            <a:off x="513789" y="16799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7" name="b/pca-KAUH-198">
            <a:extLst>
              <a:ext uri="{FF2B5EF4-FFF2-40B4-BE49-F238E27FC236}">
                <a16:creationId xmlns:a16="http://schemas.microsoft.com/office/drawing/2014/main" id="{93DFFB81-5403-4A48-9736-B47E63FAA4EA}"/>
              </a:ext>
            </a:extLst>
          </p:cNvPr>
          <p:cNvSpPr>
            <a:spLocks noGrp="1"/>
          </p:cNvSpPr>
          <p:nvPr/>
        </p:nvSpPr>
        <p:spPr>
          <a:xfrm>
            <a:off x="519543" y="167876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8" name="b/pca-KAUH-199">
            <a:extLst>
              <a:ext uri="{FF2B5EF4-FFF2-40B4-BE49-F238E27FC236}">
                <a16:creationId xmlns:a16="http://schemas.microsoft.com/office/drawing/2014/main" id="{F2CF0A8D-799E-4F5E-B6AD-766F33F73573}"/>
              </a:ext>
            </a:extLst>
          </p:cNvPr>
          <p:cNvSpPr>
            <a:spLocks noGrp="1"/>
          </p:cNvSpPr>
          <p:nvPr/>
        </p:nvSpPr>
        <p:spPr>
          <a:xfrm>
            <a:off x="458082" y="166363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9" name="b/pca-KAUH-200">
            <a:extLst>
              <a:ext uri="{FF2B5EF4-FFF2-40B4-BE49-F238E27FC236}">
                <a16:creationId xmlns:a16="http://schemas.microsoft.com/office/drawing/2014/main" id="{695034C3-226B-4188-9058-8CC912464EEA}"/>
              </a:ext>
            </a:extLst>
          </p:cNvPr>
          <p:cNvSpPr>
            <a:spLocks noGrp="1"/>
          </p:cNvSpPr>
          <p:nvPr/>
        </p:nvSpPr>
        <p:spPr>
          <a:xfrm>
            <a:off x="451346" y="152041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0" name="b/pca-KAUH-201">
            <a:extLst>
              <a:ext uri="{FF2B5EF4-FFF2-40B4-BE49-F238E27FC236}">
                <a16:creationId xmlns:a16="http://schemas.microsoft.com/office/drawing/2014/main" id="{A2DEBE31-BEC0-48B2-9BCD-3AAA5D3A9F7F}"/>
              </a:ext>
            </a:extLst>
          </p:cNvPr>
          <p:cNvSpPr>
            <a:spLocks noGrp="1"/>
          </p:cNvSpPr>
          <p:nvPr/>
        </p:nvSpPr>
        <p:spPr>
          <a:xfrm>
            <a:off x="433690" y="165866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1" name="b/pca-KAUH-202">
            <a:extLst>
              <a:ext uri="{FF2B5EF4-FFF2-40B4-BE49-F238E27FC236}">
                <a16:creationId xmlns:a16="http://schemas.microsoft.com/office/drawing/2014/main" id="{90B59E2F-CDAC-4A44-8F6F-7202459DF634}"/>
              </a:ext>
            </a:extLst>
          </p:cNvPr>
          <p:cNvSpPr>
            <a:spLocks noGrp="1"/>
          </p:cNvSpPr>
          <p:nvPr/>
        </p:nvSpPr>
        <p:spPr>
          <a:xfrm>
            <a:off x="552268" y="169422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2" name="b/pca-KAUH-203">
            <a:extLst>
              <a:ext uri="{FF2B5EF4-FFF2-40B4-BE49-F238E27FC236}">
                <a16:creationId xmlns:a16="http://schemas.microsoft.com/office/drawing/2014/main" id="{E740ACF1-FC59-40C7-B49E-CA557341A2F2}"/>
              </a:ext>
            </a:extLst>
          </p:cNvPr>
          <p:cNvSpPr>
            <a:spLocks noGrp="1"/>
          </p:cNvSpPr>
          <p:nvPr/>
        </p:nvSpPr>
        <p:spPr>
          <a:xfrm>
            <a:off x="572547" y="17117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3" name="b/pca-KAUH-204">
            <a:extLst>
              <a:ext uri="{FF2B5EF4-FFF2-40B4-BE49-F238E27FC236}">
                <a16:creationId xmlns:a16="http://schemas.microsoft.com/office/drawing/2014/main" id="{708F043C-9735-4461-93C1-8A75D554C3A2}"/>
              </a:ext>
            </a:extLst>
          </p:cNvPr>
          <p:cNvSpPr>
            <a:spLocks noGrp="1"/>
          </p:cNvSpPr>
          <p:nvPr/>
        </p:nvSpPr>
        <p:spPr>
          <a:xfrm>
            <a:off x="565063" y="145081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4" name="b/pca-KAUH-205">
            <a:extLst>
              <a:ext uri="{FF2B5EF4-FFF2-40B4-BE49-F238E27FC236}">
                <a16:creationId xmlns:a16="http://schemas.microsoft.com/office/drawing/2014/main" id="{B98F6C8C-152B-4C0C-B73F-5C9BB3D1C015}"/>
              </a:ext>
            </a:extLst>
          </p:cNvPr>
          <p:cNvSpPr>
            <a:spLocks noGrp="1"/>
          </p:cNvSpPr>
          <p:nvPr/>
        </p:nvSpPr>
        <p:spPr>
          <a:xfrm>
            <a:off x="683966" y="171693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5" name="b/pca-KAUH-206">
            <a:extLst>
              <a:ext uri="{FF2B5EF4-FFF2-40B4-BE49-F238E27FC236}">
                <a16:creationId xmlns:a16="http://schemas.microsoft.com/office/drawing/2014/main" id="{A54D4DF3-11E6-4E6C-9946-20E13C8A6A3E}"/>
              </a:ext>
            </a:extLst>
          </p:cNvPr>
          <p:cNvSpPr>
            <a:spLocks noGrp="1"/>
          </p:cNvSpPr>
          <p:nvPr/>
        </p:nvSpPr>
        <p:spPr>
          <a:xfrm>
            <a:off x="563945" y="170981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6" name="b/pca-KAUH-207">
            <a:extLst>
              <a:ext uri="{FF2B5EF4-FFF2-40B4-BE49-F238E27FC236}">
                <a16:creationId xmlns:a16="http://schemas.microsoft.com/office/drawing/2014/main" id="{8FB6A7FB-D957-437C-8D82-0444094254C5}"/>
              </a:ext>
            </a:extLst>
          </p:cNvPr>
          <p:cNvSpPr>
            <a:spLocks noGrp="1"/>
          </p:cNvSpPr>
          <p:nvPr/>
        </p:nvSpPr>
        <p:spPr>
          <a:xfrm>
            <a:off x="471001" y="167273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7" name="b/pca-KAUH-208">
            <a:extLst>
              <a:ext uri="{FF2B5EF4-FFF2-40B4-BE49-F238E27FC236}">
                <a16:creationId xmlns:a16="http://schemas.microsoft.com/office/drawing/2014/main" id="{958EC56D-8D41-4ADC-92C1-97525387BADB}"/>
              </a:ext>
            </a:extLst>
          </p:cNvPr>
          <p:cNvSpPr>
            <a:spLocks noGrp="1"/>
          </p:cNvSpPr>
          <p:nvPr/>
        </p:nvSpPr>
        <p:spPr>
          <a:xfrm>
            <a:off x="493167" y="161549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8" name="b/pca-KAUH-209">
            <a:extLst>
              <a:ext uri="{FF2B5EF4-FFF2-40B4-BE49-F238E27FC236}">
                <a16:creationId xmlns:a16="http://schemas.microsoft.com/office/drawing/2014/main" id="{44983517-D139-4101-BA27-5B30D4404C85}"/>
              </a:ext>
            </a:extLst>
          </p:cNvPr>
          <p:cNvSpPr>
            <a:spLocks noGrp="1"/>
          </p:cNvSpPr>
          <p:nvPr/>
        </p:nvSpPr>
        <p:spPr>
          <a:xfrm>
            <a:off x="534556" y="167403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9" name="b/pca-KAUH-210">
            <a:extLst>
              <a:ext uri="{FF2B5EF4-FFF2-40B4-BE49-F238E27FC236}">
                <a16:creationId xmlns:a16="http://schemas.microsoft.com/office/drawing/2014/main" id="{876AB2C0-3C59-4417-971F-29FF0FB7C0B2}"/>
              </a:ext>
            </a:extLst>
          </p:cNvPr>
          <p:cNvSpPr>
            <a:spLocks noGrp="1"/>
          </p:cNvSpPr>
          <p:nvPr/>
        </p:nvSpPr>
        <p:spPr>
          <a:xfrm>
            <a:off x="526442" y="17061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0" name="b/pca-KAUH-211">
            <a:extLst>
              <a:ext uri="{FF2B5EF4-FFF2-40B4-BE49-F238E27FC236}">
                <a16:creationId xmlns:a16="http://schemas.microsoft.com/office/drawing/2014/main" id="{163D37AF-30A7-4992-9974-1CD088792CAB}"/>
              </a:ext>
            </a:extLst>
          </p:cNvPr>
          <p:cNvSpPr>
            <a:spLocks noGrp="1"/>
          </p:cNvSpPr>
          <p:nvPr/>
        </p:nvSpPr>
        <p:spPr>
          <a:xfrm>
            <a:off x="595589" y="170570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1" name="b/pca-KAUH-212">
            <a:extLst>
              <a:ext uri="{FF2B5EF4-FFF2-40B4-BE49-F238E27FC236}">
                <a16:creationId xmlns:a16="http://schemas.microsoft.com/office/drawing/2014/main" id="{C7AE3208-AE07-4C6A-8EFB-1CCA075319BC}"/>
              </a:ext>
            </a:extLst>
          </p:cNvPr>
          <p:cNvSpPr>
            <a:spLocks noGrp="1"/>
          </p:cNvSpPr>
          <p:nvPr/>
        </p:nvSpPr>
        <p:spPr>
          <a:xfrm>
            <a:off x="488457" y="168225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2" name="b/pca-KAUH-213">
            <a:extLst>
              <a:ext uri="{FF2B5EF4-FFF2-40B4-BE49-F238E27FC236}">
                <a16:creationId xmlns:a16="http://schemas.microsoft.com/office/drawing/2014/main" id="{D357CAC9-3880-4224-8818-2F484F53E593}"/>
              </a:ext>
            </a:extLst>
          </p:cNvPr>
          <p:cNvSpPr>
            <a:spLocks noGrp="1"/>
          </p:cNvSpPr>
          <p:nvPr/>
        </p:nvSpPr>
        <p:spPr>
          <a:xfrm>
            <a:off x="383912" y="161728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3" name="b/pca-KAUH-214">
            <a:extLst>
              <a:ext uri="{FF2B5EF4-FFF2-40B4-BE49-F238E27FC236}">
                <a16:creationId xmlns:a16="http://schemas.microsoft.com/office/drawing/2014/main" id="{F4592DCF-0A61-4EB0-908C-77BA0499A2ED}"/>
              </a:ext>
            </a:extLst>
          </p:cNvPr>
          <p:cNvSpPr>
            <a:spLocks noGrp="1"/>
          </p:cNvSpPr>
          <p:nvPr/>
        </p:nvSpPr>
        <p:spPr>
          <a:xfrm>
            <a:off x="649559" y="162892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4" name="b/pca-KAUH-215">
            <a:extLst>
              <a:ext uri="{FF2B5EF4-FFF2-40B4-BE49-F238E27FC236}">
                <a16:creationId xmlns:a16="http://schemas.microsoft.com/office/drawing/2014/main" id="{F307F0A6-6573-4013-8B67-9F26E13839C6}"/>
              </a:ext>
            </a:extLst>
          </p:cNvPr>
          <p:cNvSpPr>
            <a:spLocks noGrp="1"/>
          </p:cNvSpPr>
          <p:nvPr/>
        </p:nvSpPr>
        <p:spPr>
          <a:xfrm>
            <a:off x="497449" y="165872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5" name="b/pca-KAUH-216">
            <a:extLst>
              <a:ext uri="{FF2B5EF4-FFF2-40B4-BE49-F238E27FC236}">
                <a16:creationId xmlns:a16="http://schemas.microsoft.com/office/drawing/2014/main" id="{A4DF5638-57DF-4830-B97F-A28397EC164A}"/>
              </a:ext>
            </a:extLst>
          </p:cNvPr>
          <p:cNvSpPr>
            <a:spLocks noGrp="1"/>
          </p:cNvSpPr>
          <p:nvPr/>
        </p:nvSpPr>
        <p:spPr>
          <a:xfrm>
            <a:off x="512373" y="167418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6" name="b/pca-KAUH-217">
            <a:extLst>
              <a:ext uri="{FF2B5EF4-FFF2-40B4-BE49-F238E27FC236}">
                <a16:creationId xmlns:a16="http://schemas.microsoft.com/office/drawing/2014/main" id="{0CB51AD3-964D-4AB3-8A47-BF7B9BBE2128}"/>
              </a:ext>
            </a:extLst>
          </p:cNvPr>
          <p:cNvSpPr>
            <a:spLocks noGrp="1"/>
          </p:cNvSpPr>
          <p:nvPr/>
        </p:nvSpPr>
        <p:spPr>
          <a:xfrm>
            <a:off x="607777" y="167225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7" name="b/pca-KAUH-218">
            <a:extLst>
              <a:ext uri="{FF2B5EF4-FFF2-40B4-BE49-F238E27FC236}">
                <a16:creationId xmlns:a16="http://schemas.microsoft.com/office/drawing/2014/main" id="{0C69BDC4-7FDA-4D5B-AD60-81310A6CA4A4}"/>
              </a:ext>
            </a:extLst>
          </p:cNvPr>
          <p:cNvSpPr>
            <a:spLocks noGrp="1"/>
          </p:cNvSpPr>
          <p:nvPr/>
        </p:nvSpPr>
        <p:spPr>
          <a:xfrm>
            <a:off x="520829" y="168147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8" name="b/pca-KAUH-219">
            <a:extLst>
              <a:ext uri="{FF2B5EF4-FFF2-40B4-BE49-F238E27FC236}">
                <a16:creationId xmlns:a16="http://schemas.microsoft.com/office/drawing/2014/main" id="{CE61ADA9-3617-47BB-98B3-E85D21FD1F62}"/>
              </a:ext>
            </a:extLst>
          </p:cNvPr>
          <p:cNvSpPr>
            <a:spLocks noGrp="1"/>
          </p:cNvSpPr>
          <p:nvPr/>
        </p:nvSpPr>
        <p:spPr>
          <a:xfrm>
            <a:off x="489710" y="168936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9" name="b/pca-KAUH-220">
            <a:extLst>
              <a:ext uri="{FF2B5EF4-FFF2-40B4-BE49-F238E27FC236}">
                <a16:creationId xmlns:a16="http://schemas.microsoft.com/office/drawing/2014/main" id="{D1FF3673-627C-46AD-B462-EDB2C64D27A0}"/>
              </a:ext>
            </a:extLst>
          </p:cNvPr>
          <p:cNvSpPr>
            <a:spLocks noGrp="1"/>
          </p:cNvSpPr>
          <p:nvPr/>
        </p:nvSpPr>
        <p:spPr>
          <a:xfrm>
            <a:off x="548695" y="169259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0" name="b/pca-KAUH-221">
            <a:extLst>
              <a:ext uri="{FF2B5EF4-FFF2-40B4-BE49-F238E27FC236}">
                <a16:creationId xmlns:a16="http://schemas.microsoft.com/office/drawing/2014/main" id="{1D2A3A0F-5C28-4100-B036-E98D62A8F5B4}"/>
              </a:ext>
            </a:extLst>
          </p:cNvPr>
          <p:cNvSpPr>
            <a:spLocks noGrp="1"/>
          </p:cNvSpPr>
          <p:nvPr/>
        </p:nvSpPr>
        <p:spPr>
          <a:xfrm>
            <a:off x="620391" y="17261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1" name="b/pca-KAUH-222">
            <a:extLst>
              <a:ext uri="{FF2B5EF4-FFF2-40B4-BE49-F238E27FC236}">
                <a16:creationId xmlns:a16="http://schemas.microsoft.com/office/drawing/2014/main" id="{16E4D2D0-5F82-4F49-A18E-A9F6329325EA}"/>
              </a:ext>
            </a:extLst>
          </p:cNvPr>
          <p:cNvSpPr>
            <a:spLocks noGrp="1"/>
          </p:cNvSpPr>
          <p:nvPr/>
        </p:nvSpPr>
        <p:spPr>
          <a:xfrm>
            <a:off x="545729" y="16884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2" name="b/pca-KAUH-223">
            <a:extLst>
              <a:ext uri="{FF2B5EF4-FFF2-40B4-BE49-F238E27FC236}">
                <a16:creationId xmlns:a16="http://schemas.microsoft.com/office/drawing/2014/main" id="{CB4A9314-2EAA-47E3-8E31-28D468832F95}"/>
              </a:ext>
            </a:extLst>
          </p:cNvPr>
          <p:cNvSpPr>
            <a:spLocks noGrp="1"/>
          </p:cNvSpPr>
          <p:nvPr/>
        </p:nvSpPr>
        <p:spPr>
          <a:xfrm>
            <a:off x="599489" y="169499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3" name="b/pca-KAUH-224">
            <a:extLst>
              <a:ext uri="{FF2B5EF4-FFF2-40B4-BE49-F238E27FC236}">
                <a16:creationId xmlns:a16="http://schemas.microsoft.com/office/drawing/2014/main" id="{F40937D7-D3CA-494D-B6EB-7158215D0271}"/>
              </a:ext>
            </a:extLst>
          </p:cNvPr>
          <p:cNvSpPr>
            <a:spLocks noGrp="1"/>
          </p:cNvSpPr>
          <p:nvPr/>
        </p:nvSpPr>
        <p:spPr>
          <a:xfrm>
            <a:off x="469151" y="165929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4" name="b/pca-KAUH-225">
            <a:extLst>
              <a:ext uri="{FF2B5EF4-FFF2-40B4-BE49-F238E27FC236}">
                <a16:creationId xmlns:a16="http://schemas.microsoft.com/office/drawing/2014/main" id="{42AA5239-3D86-43F2-A31E-9F3A0C14328B}"/>
              </a:ext>
            </a:extLst>
          </p:cNvPr>
          <p:cNvSpPr>
            <a:spLocks noGrp="1"/>
          </p:cNvSpPr>
          <p:nvPr/>
        </p:nvSpPr>
        <p:spPr>
          <a:xfrm>
            <a:off x="506823" y="168931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5" name="b/pca-KAUH-226">
            <a:extLst>
              <a:ext uri="{FF2B5EF4-FFF2-40B4-BE49-F238E27FC236}">
                <a16:creationId xmlns:a16="http://schemas.microsoft.com/office/drawing/2014/main" id="{FD7C4ADE-FD47-404E-B4C9-18951395D4B6}"/>
              </a:ext>
            </a:extLst>
          </p:cNvPr>
          <p:cNvSpPr>
            <a:spLocks noGrp="1"/>
          </p:cNvSpPr>
          <p:nvPr/>
        </p:nvSpPr>
        <p:spPr>
          <a:xfrm>
            <a:off x="537542" y="170331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6" name="b/pca-KAUH-227">
            <a:extLst>
              <a:ext uri="{FF2B5EF4-FFF2-40B4-BE49-F238E27FC236}">
                <a16:creationId xmlns:a16="http://schemas.microsoft.com/office/drawing/2014/main" id="{B386DD0A-9186-4361-B917-66D3A4D35E83}"/>
              </a:ext>
            </a:extLst>
          </p:cNvPr>
          <p:cNvSpPr>
            <a:spLocks noGrp="1"/>
          </p:cNvSpPr>
          <p:nvPr/>
        </p:nvSpPr>
        <p:spPr>
          <a:xfrm>
            <a:off x="537349" y="169482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7" name="b/pca-KAUH-228">
            <a:extLst>
              <a:ext uri="{FF2B5EF4-FFF2-40B4-BE49-F238E27FC236}">
                <a16:creationId xmlns:a16="http://schemas.microsoft.com/office/drawing/2014/main" id="{32881488-EB06-4C76-BDC1-6E72C38E135A}"/>
              </a:ext>
            </a:extLst>
          </p:cNvPr>
          <p:cNvSpPr>
            <a:spLocks noGrp="1"/>
          </p:cNvSpPr>
          <p:nvPr/>
        </p:nvSpPr>
        <p:spPr>
          <a:xfrm>
            <a:off x="477325" y="167239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8" name="b/pca-KAUH-229">
            <a:extLst>
              <a:ext uri="{FF2B5EF4-FFF2-40B4-BE49-F238E27FC236}">
                <a16:creationId xmlns:a16="http://schemas.microsoft.com/office/drawing/2014/main" id="{8227162D-7E97-4CD9-BDBD-BFFECF50F156}"/>
              </a:ext>
            </a:extLst>
          </p:cNvPr>
          <p:cNvSpPr>
            <a:spLocks noGrp="1"/>
          </p:cNvSpPr>
          <p:nvPr/>
        </p:nvSpPr>
        <p:spPr>
          <a:xfrm>
            <a:off x="453636" y="166665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9" name="b/pca-KAUH-230">
            <a:extLst>
              <a:ext uri="{FF2B5EF4-FFF2-40B4-BE49-F238E27FC236}">
                <a16:creationId xmlns:a16="http://schemas.microsoft.com/office/drawing/2014/main" id="{B0A680C7-F675-40F7-B80C-1BCBFBFA9C64}"/>
              </a:ext>
            </a:extLst>
          </p:cNvPr>
          <p:cNvSpPr>
            <a:spLocks noGrp="1"/>
          </p:cNvSpPr>
          <p:nvPr/>
        </p:nvSpPr>
        <p:spPr>
          <a:xfrm>
            <a:off x="441465" y="166300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0" name="b/pca-KAUH-231">
            <a:extLst>
              <a:ext uri="{FF2B5EF4-FFF2-40B4-BE49-F238E27FC236}">
                <a16:creationId xmlns:a16="http://schemas.microsoft.com/office/drawing/2014/main" id="{8D64DC18-5AF2-42F1-B4A5-6AE3C25838E8}"/>
              </a:ext>
            </a:extLst>
          </p:cNvPr>
          <p:cNvSpPr>
            <a:spLocks noGrp="1"/>
          </p:cNvSpPr>
          <p:nvPr/>
        </p:nvSpPr>
        <p:spPr>
          <a:xfrm>
            <a:off x="621634" y="167797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1" name="b/pca-KAUH-232">
            <a:extLst>
              <a:ext uri="{FF2B5EF4-FFF2-40B4-BE49-F238E27FC236}">
                <a16:creationId xmlns:a16="http://schemas.microsoft.com/office/drawing/2014/main" id="{9FD84775-8984-49DE-A675-C00701716596}"/>
              </a:ext>
            </a:extLst>
          </p:cNvPr>
          <p:cNvSpPr>
            <a:spLocks noGrp="1"/>
          </p:cNvSpPr>
          <p:nvPr/>
        </p:nvSpPr>
        <p:spPr>
          <a:xfrm>
            <a:off x="541551" y="170370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2" name="b/pca-KAUH-233">
            <a:extLst>
              <a:ext uri="{FF2B5EF4-FFF2-40B4-BE49-F238E27FC236}">
                <a16:creationId xmlns:a16="http://schemas.microsoft.com/office/drawing/2014/main" id="{8D2857F6-DD34-4487-B89A-11C850023807}"/>
              </a:ext>
            </a:extLst>
          </p:cNvPr>
          <p:cNvSpPr>
            <a:spLocks noGrp="1"/>
          </p:cNvSpPr>
          <p:nvPr/>
        </p:nvSpPr>
        <p:spPr>
          <a:xfrm>
            <a:off x="445553" y="167350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3" name="b/pca-KAUH-234">
            <a:extLst>
              <a:ext uri="{FF2B5EF4-FFF2-40B4-BE49-F238E27FC236}">
                <a16:creationId xmlns:a16="http://schemas.microsoft.com/office/drawing/2014/main" id="{5FAAC994-F607-4075-AAE7-39FF09E85338}"/>
              </a:ext>
            </a:extLst>
          </p:cNvPr>
          <p:cNvSpPr>
            <a:spLocks noGrp="1"/>
          </p:cNvSpPr>
          <p:nvPr/>
        </p:nvSpPr>
        <p:spPr>
          <a:xfrm>
            <a:off x="683576" y="17220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4" name="b/pca-KAUH-235">
            <a:extLst>
              <a:ext uri="{FF2B5EF4-FFF2-40B4-BE49-F238E27FC236}">
                <a16:creationId xmlns:a16="http://schemas.microsoft.com/office/drawing/2014/main" id="{D574B005-9F90-49B0-A5C8-10A58236232E}"/>
              </a:ext>
            </a:extLst>
          </p:cNvPr>
          <p:cNvSpPr>
            <a:spLocks noGrp="1"/>
          </p:cNvSpPr>
          <p:nvPr/>
        </p:nvSpPr>
        <p:spPr>
          <a:xfrm>
            <a:off x="563798" y="170173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5" name="b/pca-KAUH-236">
            <a:extLst>
              <a:ext uri="{FF2B5EF4-FFF2-40B4-BE49-F238E27FC236}">
                <a16:creationId xmlns:a16="http://schemas.microsoft.com/office/drawing/2014/main" id="{E10D7D82-5FBF-4865-9693-66A8D693E27A}"/>
              </a:ext>
            </a:extLst>
          </p:cNvPr>
          <p:cNvSpPr>
            <a:spLocks noGrp="1"/>
          </p:cNvSpPr>
          <p:nvPr/>
        </p:nvSpPr>
        <p:spPr>
          <a:xfrm>
            <a:off x="475666" y="166134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6" name="b/pca-KAUH-237">
            <a:extLst>
              <a:ext uri="{FF2B5EF4-FFF2-40B4-BE49-F238E27FC236}">
                <a16:creationId xmlns:a16="http://schemas.microsoft.com/office/drawing/2014/main" id="{AD1BBA6D-1ECE-4A4A-A77F-20BD4E61DD80}"/>
              </a:ext>
            </a:extLst>
          </p:cNvPr>
          <p:cNvSpPr>
            <a:spLocks noGrp="1"/>
          </p:cNvSpPr>
          <p:nvPr/>
        </p:nvSpPr>
        <p:spPr>
          <a:xfrm>
            <a:off x="460167" y="16751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7" name="b/pca-KAUH-238">
            <a:extLst>
              <a:ext uri="{FF2B5EF4-FFF2-40B4-BE49-F238E27FC236}">
                <a16:creationId xmlns:a16="http://schemas.microsoft.com/office/drawing/2014/main" id="{7F2591B8-7354-41F1-8F48-FFF087DE6856}"/>
              </a:ext>
            </a:extLst>
          </p:cNvPr>
          <p:cNvSpPr>
            <a:spLocks noGrp="1"/>
          </p:cNvSpPr>
          <p:nvPr/>
        </p:nvSpPr>
        <p:spPr>
          <a:xfrm>
            <a:off x="448529" y="160558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8" name="b/pca-KAUH-239">
            <a:extLst>
              <a:ext uri="{FF2B5EF4-FFF2-40B4-BE49-F238E27FC236}">
                <a16:creationId xmlns:a16="http://schemas.microsoft.com/office/drawing/2014/main" id="{07AD83B5-199C-4DD9-BD16-F503A1710906}"/>
              </a:ext>
            </a:extLst>
          </p:cNvPr>
          <p:cNvSpPr>
            <a:spLocks noGrp="1"/>
          </p:cNvSpPr>
          <p:nvPr/>
        </p:nvSpPr>
        <p:spPr>
          <a:xfrm>
            <a:off x="591152" y="17102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9" name="b/pca-KAUH-240">
            <a:extLst>
              <a:ext uri="{FF2B5EF4-FFF2-40B4-BE49-F238E27FC236}">
                <a16:creationId xmlns:a16="http://schemas.microsoft.com/office/drawing/2014/main" id="{17353543-457C-46EB-9FAB-843DAC559BE0}"/>
              </a:ext>
            </a:extLst>
          </p:cNvPr>
          <p:cNvSpPr>
            <a:spLocks noGrp="1"/>
          </p:cNvSpPr>
          <p:nvPr/>
        </p:nvSpPr>
        <p:spPr>
          <a:xfrm>
            <a:off x="564048" y="170839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0" name="b/pca-KAUH-241">
            <a:extLst>
              <a:ext uri="{FF2B5EF4-FFF2-40B4-BE49-F238E27FC236}">
                <a16:creationId xmlns:a16="http://schemas.microsoft.com/office/drawing/2014/main" id="{71A7BDFF-D7A1-4101-AC4E-F17AF74EFDD0}"/>
              </a:ext>
            </a:extLst>
          </p:cNvPr>
          <p:cNvSpPr>
            <a:spLocks noGrp="1"/>
          </p:cNvSpPr>
          <p:nvPr/>
        </p:nvSpPr>
        <p:spPr>
          <a:xfrm>
            <a:off x="395137" y="163727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1" name="b/pca-KAUH-242">
            <a:extLst>
              <a:ext uri="{FF2B5EF4-FFF2-40B4-BE49-F238E27FC236}">
                <a16:creationId xmlns:a16="http://schemas.microsoft.com/office/drawing/2014/main" id="{B0B3FA68-9F9C-48A3-BB67-8040CE154AD5}"/>
              </a:ext>
            </a:extLst>
          </p:cNvPr>
          <p:cNvSpPr>
            <a:spLocks noGrp="1"/>
          </p:cNvSpPr>
          <p:nvPr/>
        </p:nvSpPr>
        <p:spPr>
          <a:xfrm>
            <a:off x="555513" y="169917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2" name="b/pca-KAUH-243">
            <a:extLst>
              <a:ext uri="{FF2B5EF4-FFF2-40B4-BE49-F238E27FC236}">
                <a16:creationId xmlns:a16="http://schemas.microsoft.com/office/drawing/2014/main" id="{6FC5AD41-F9DC-4991-A0C9-A95E2CED49AF}"/>
              </a:ext>
            </a:extLst>
          </p:cNvPr>
          <p:cNvSpPr>
            <a:spLocks noGrp="1"/>
          </p:cNvSpPr>
          <p:nvPr/>
        </p:nvSpPr>
        <p:spPr>
          <a:xfrm>
            <a:off x="621549" y="17062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3" name="b/pca-KAUH-244">
            <a:extLst>
              <a:ext uri="{FF2B5EF4-FFF2-40B4-BE49-F238E27FC236}">
                <a16:creationId xmlns:a16="http://schemas.microsoft.com/office/drawing/2014/main" id="{16DE66DD-D6B9-47AB-BEF7-14BFDBD17716}"/>
              </a:ext>
            </a:extLst>
          </p:cNvPr>
          <p:cNvSpPr>
            <a:spLocks noGrp="1"/>
          </p:cNvSpPr>
          <p:nvPr/>
        </p:nvSpPr>
        <p:spPr>
          <a:xfrm>
            <a:off x="445954" y="161578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4" name="b/pca-KAUH-245">
            <a:extLst>
              <a:ext uri="{FF2B5EF4-FFF2-40B4-BE49-F238E27FC236}">
                <a16:creationId xmlns:a16="http://schemas.microsoft.com/office/drawing/2014/main" id="{4E7467AA-0A2A-4BAE-8220-088B77DDDD01}"/>
              </a:ext>
            </a:extLst>
          </p:cNvPr>
          <p:cNvSpPr>
            <a:spLocks noGrp="1"/>
          </p:cNvSpPr>
          <p:nvPr/>
        </p:nvSpPr>
        <p:spPr>
          <a:xfrm>
            <a:off x="521439" y="17043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5" name="b/pca-KAUH-246">
            <a:extLst>
              <a:ext uri="{FF2B5EF4-FFF2-40B4-BE49-F238E27FC236}">
                <a16:creationId xmlns:a16="http://schemas.microsoft.com/office/drawing/2014/main" id="{C0240721-70E3-4259-934E-30813EFC0D2F}"/>
              </a:ext>
            </a:extLst>
          </p:cNvPr>
          <p:cNvSpPr>
            <a:spLocks noGrp="1"/>
          </p:cNvSpPr>
          <p:nvPr/>
        </p:nvSpPr>
        <p:spPr>
          <a:xfrm>
            <a:off x="481058" y="168752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6" name="b/pca-KAUH-247">
            <a:extLst>
              <a:ext uri="{FF2B5EF4-FFF2-40B4-BE49-F238E27FC236}">
                <a16:creationId xmlns:a16="http://schemas.microsoft.com/office/drawing/2014/main" id="{BDBDA6BC-87D9-4B86-A2A8-DAD51A81DE26}"/>
              </a:ext>
            </a:extLst>
          </p:cNvPr>
          <p:cNvSpPr>
            <a:spLocks noGrp="1"/>
          </p:cNvSpPr>
          <p:nvPr/>
        </p:nvSpPr>
        <p:spPr>
          <a:xfrm>
            <a:off x="591976" y="170449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7" name="b/pca-KAUH-248">
            <a:extLst>
              <a:ext uri="{FF2B5EF4-FFF2-40B4-BE49-F238E27FC236}">
                <a16:creationId xmlns:a16="http://schemas.microsoft.com/office/drawing/2014/main" id="{C030B8CB-3AC2-4F8D-BADE-09F93B3B4DCB}"/>
              </a:ext>
            </a:extLst>
          </p:cNvPr>
          <p:cNvSpPr>
            <a:spLocks noGrp="1"/>
          </p:cNvSpPr>
          <p:nvPr/>
        </p:nvSpPr>
        <p:spPr>
          <a:xfrm>
            <a:off x="590188" y="171702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8" name="b/pca-KAUH-249">
            <a:extLst>
              <a:ext uri="{FF2B5EF4-FFF2-40B4-BE49-F238E27FC236}">
                <a16:creationId xmlns:a16="http://schemas.microsoft.com/office/drawing/2014/main" id="{127A7633-D3E2-4218-8D1F-D9E18866AD88}"/>
              </a:ext>
            </a:extLst>
          </p:cNvPr>
          <p:cNvSpPr>
            <a:spLocks noGrp="1"/>
          </p:cNvSpPr>
          <p:nvPr/>
        </p:nvSpPr>
        <p:spPr>
          <a:xfrm>
            <a:off x="399698" y="162863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9" name="b/pca-KAUH-250">
            <a:extLst>
              <a:ext uri="{FF2B5EF4-FFF2-40B4-BE49-F238E27FC236}">
                <a16:creationId xmlns:a16="http://schemas.microsoft.com/office/drawing/2014/main" id="{94325883-A74F-4D20-B1D7-C6EA9F5BDCEE}"/>
              </a:ext>
            </a:extLst>
          </p:cNvPr>
          <p:cNvSpPr>
            <a:spLocks noGrp="1"/>
          </p:cNvSpPr>
          <p:nvPr/>
        </p:nvSpPr>
        <p:spPr>
          <a:xfrm>
            <a:off x="451405" y="166759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0" name="b/pca-KAUH-251">
            <a:extLst>
              <a:ext uri="{FF2B5EF4-FFF2-40B4-BE49-F238E27FC236}">
                <a16:creationId xmlns:a16="http://schemas.microsoft.com/office/drawing/2014/main" id="{A754F0FA-15A6-42AF-A4A4-6D48EEC918BB}"/>
              </a:ext>
            </a:extLst>
          </p:cNvPr>
          <p:cNvSpPr>
            <a:spLocks noGrp="1"/>
          </p:cNvSpPr>
          <p:nvPr/>
        </p:nvSpPr>
        <p:spPr>
          <a:xfrm>
            <a:off x="581356" y="169860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1" name="b/pca-KAUH-252">
            <a:extLst>
              <a:ext uri="{FF2B5EF4-FFF2-40B4-BE49-F238E27FC236}">
                <a16:creationId xmlns:a16="http://schemas.microsoft.com/office/drawing/2014/main" id="{65C6543E-387B-4524-85DE-43E64E48A351}"/>
              </a:ext>
            </a:extLst>
          </p:cNvPr>
          <p:cNvSpPr>
            <a:spLocks noGrp="1"/>
          </p:cNvSpPr>
          <p:nvPr/>
        </p:nvSpPr>
        <p:spPr>
          <a:xfrm>
            <a:off x="590730" y="162316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2" name="b/pca-KAUH-253">
            <a:extLst>
              <a:ext uri="{FF2B5EF4-FFF2-40B4-BE49-F238E27FC236}">
                <a16:creationId xmlns:a16="http://schemas.microsoft.com/office/drawing/2014/main" id="{D7B7EB62-AB1F-4E62-B73D-EAD333C9BD5F}"/>
              </a:ext>
            </a:extLst>
          </p:cNvPr>
          <p:cNvSpPr>
            <a:spLocks noGrp="1"/>
          </p:cNvSpPr>
          <p:nvPr/>
        </p:nvSpPr>
        <p:spPr>
          <a:xfrm>
            <a:off x="496750" y="167311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3" name="b/pca-KAUH-254">
            <a:extLst>
              <a:ext uri="{FF2B5EF4-FFF2-40B4-BE49-F238E27FC236}">
                <a16:creationId xmlns:a16="http://schemas.microsoft.com/office/drawing/2014/main" id="{E7DCAE47-2C9B-455D-8B2D-40B2EBD91793}"/>
              </a:ext>
            </a:extLst>
          </p:cNvPr>
          <p:cNvSpPr>
            <a:spLocks noGrp="1"/>
          </p:cNvSpPr>
          <p:nvPr/>
        </p:nvSpPr>
        <p:spPr>
          <a:xfrm>
            <a:off x="548924" y="167217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4" name="b/pca-KAUH-255">
            <a:extLst>
              <a:ext uri="{FF2B5EF4-FFF2-40B4-BE49-F238E27FC236}">
                <a16:creationId xmlns:a16="http://schemas.microsoft.com/office/drawing/2014/main" id="{A4FBFE1B-8D4B-4556-ABCF-19BAC8E02A5A}"/>
              </a:ext>
            </a:extLst>
          </p:cNvPr>
          <p:cNvSpPr>
            <a:spLocks noGrp="1"/>
          </p:cNvSpPr>
          <p:nvPr/>
        </p:nvSpPr>
        <p:spPr>
          <a:xfrm>
            <a:off x="523974" y="168244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5" name="b/pca-KAUH-256">
            <a:extLst>
              <a:ext uri="{FF2B5EF4-FFF2-40B4-BE49-F238E27FC236}">
                <a16:creationId xmlns:a16="http://schemas.microsoft.com/office/drawing/2014/main" id="{A922BB9F-D9CC-429A-A386-A4546507A6BA}"/>
              </a:ext>
            </a:extLst>
          </p:cNvPr>
          <p:cNvSpPr>
            <a:spLocks noGrp="1"/>
          </p:cNvSpPr>
          <p:nvPr/>
        </p:nvSpPr>
        <p:spPr>
          <a:xfrm>
            <a:off x="595249" y="168994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6" name="b/pca-KAUH-257">
            <a:extLst>
              <a:ext uri="{FF2B5EF4-FFF2-40B4-BE49-F238E27FC236}">
                <a16:creationId xmlns:a16="http://schemas.microsoft.com/office/drawing/2014/main" id="{3FD45440-6071-40F9-9DCE-BA74C16EE6A8}"/>
              </a:ext>
            </a:extLst>
          </p:cNvPr>
          <p:cNvSpPr>
            <a:spLocks noGrp="1"/>
          </p:cNvSpPr>
          <p:nvPr/>
        </p:nvSpPr>
        <p:spPr>
          <a:xfrm>
            <a:off x="500346" y="16623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7" name="b/pca-KAUH-258">
            <a:extLst>
              <a:ext uri="{FF2B5EF4-FFF2-40B4-BE49-F238E27FC236}">
                <a16:creationId xmlns:a16="http://schemas.microsoft.com/office/drawing/2014/main" id="{A2FE06D5-15CA-47AF-84BC-89D7D18DBA17}"/>
              </a:ext>
            </a:extLst>
          </p:cNvPr>
          <p:cNvSpPr>
            <a:spLocks noGrp="1"/>
          </p:cNvSpPr>
          <p:nvPr/>
        </p:nvSpPr>
        <p:spPr>
          <a:xfrm>
            <a:off x="641792" y="172212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8" name="b/pca-KAUH-259">
            <a:extLst>
              <a:ext uri="{FF2B5EF4-FFF2-40B4-BE49-F238E27FC236}">
                <a16:creationId xmlns:a16="http://schemas.microsoft.com/office/drawing/2014/main" id="{AC64665C-2080-4268-8677-8FD3F0F9A4D0}"/>
              </a:ext>
            </a:extLst>
          </p:cNvPr>
          <p:cNvSpPr>
            <a:spLocks noGrp="1"/>
          </p:cNvSpPr>
          <p:nvPr/>
        </p:nvSpPr>
        <p:spPr>
          <a:xfrm>
            <a:off x="537814" y="168224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9" name="b/pca-KAUH-260">
            <a:extLst>
              <a:ext uri="{FF2B5EF4-FFF2-40B4-BE49-F238E27FC236}">
                <a16:creationId xmlns:a16="http://schemas.microsoft.com/office/drawing/2014/main" id="{21B15322-1362-46E1-877E-C13BD17F633E}"/>
              </a:ext>
            </a:extLst>
          </p:cNvPr>
          <p:cNvSpPr>
            <a:spLocks noGrp="1"/>
          </p:cNvSpPr>
          <p:nvPr/>
        </p:nvSpPr>
        <p:spPr>
          <a:xfrm>
            <a:off x="562389" y="168221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0" name="b/pca-KAUH-261">
            <a:extLst>
              <a:ext uri="{FF2B5EF4-FFF2-40B4-BE49-F238E27FC236}">
                <a16:creationId xmlns:a16="http://schemas.microsoft.com/office/drawing/2014/main" id="{F9F09C13-19BF-4C83-9A48-EC3327E05B87}"/>
              </a:ext>
            </a:extLst>
          </p:cNvPr>
          <p:cNvSpPr>
            <a:spLocks noGrp="1"/>
          </p:cNvSpPr>
          <p:nvPr/>
        </p:nvSpPr>
        <p:spPr>
          <a:xfrm>
            <a:off x="659700" y="17172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1" name="b/pca-KAUH-262">
            <a:extLst>
              <a:ext uri="{FF2B5EF4-FFF2-40B4-BE49-F238E27FC236}">
                <a16:creationId xmlns:a16="http://schemas.microsoft.com/office/drawing/2014/main" id="{0F76F791-E713-4260-8AAF-9CB81560F634}"/>
              </a:ext>
            </a:extLst>
          </p:cNvPr>
          <p:cNvSpPr>
            <a:spLocks noGrp="1"/>
          </p:cNvSpPr>
          <p:nvPr/>
        </p:nvSpPr>
        <p:spPr>
          <a:xfrm>
            <a:off x="469826" y="165372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2" name="b/pca-KAUH-263">
            <a:extLst>
              <a:ext uri="{FF2B5EF4-FFF2-40B4-BE49-F238E27FC236}">
                <a16:creationId xmlns:a16="http://schemas.microsoft.com/office/drawing/2014/main" id="{5610DBDF-6ED0-4185-9359-0BF3D19AF44B}"/>
              </a:ext>
            </a:extLst>
          </p:cNvPr>
          <p:cNvSpPr>
            <a:spLocks noGrp="1"/>
          </p:cNvSpPr>
          <p:nvPr/>
        </p:nvSpPr>
        <p:spPr>
          <a:xfrm>
            <a:off x="628536" y="164468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3" name="b/pca-KAUH-264">
            <a:extLst>
              <a:ext uri="{FF2B5EF4-FFF2-40B4-BE49-F238E27FC236}">
                <a16:creationId xmlns:a16="http://schemas.microsoft.com/office/drawing/2014/main" id="{2CA1A6FD-BED3-4D7B-A8A8-5CD815C92FD2}"/>
              </a:ext>
            </a:extLst>
          </p:cNvPr>
          <p:cNvSpPr>
            <a:spLocks noGrp="1"/>
          </p:cNvSpPr>
          <p:nvPr/>
        </p:nvSpPr>
        <p:spPr>
          <a:xfrm>
            <a:off x="613169" y="172556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4" name="b/pca-KAUH-265">
            <a:extLst>
              <a:ext uri="{FF2B5EF4-FFF2-40B4-BE49-F238E27FC236}">
                <a16:creationId xmlns:a16="http://schemas.microsoft.com/office/drawing/2014/main" id="{2428EB7A-8841-4252-A1F8-E621F800F935}"/>
              </a:ext>
            </a:extLst>
          </p:cNvPr>
          <p:cNvSpPr>
            <a:spLocks noGrp="1"/>
          </p:cNvSpPr>
          <p:nvPr/>
        </p:nvSpPr>
        <p:spPr>
          <a:xfrm>
            <a:off x="570501" y="171955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5" name="b/pca-KAUH-266">
            <a:extLst>
              <a:ext uri="{FF2B5EF4-FFF2-40B4-BE49-F238E27FC236}">
                <a16:creationId xmlns:a16="http://schemas.microsoft.com/office/drawing/2014/main" id="{59F55054-4FE6-4990-B5C9-86017374CB1A}"/>
              </a:ext>
            </a:extLst>
          </p:cNvPr>
          <p:cNvSpPr>
            <a:spLocks noGrp="1"/>
          </p:cNvSpPr>
          <p:nvPr/>
        </p:nvSpPr>
        <p:spPr>
          <a:xfrm>
            <a:off x="328359" y="159597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6" name="b/pca-KAUH-267">
            <a:extLst>
              <a:ext uri="{FF2B5EF4-FFF2-40B4-BE49-F238E27FC236}">
                <a16:creationId xmlns:a16="http://schemas.microsoft.com/office/drawing/2014/main" id="{BDECB4D5-9F4A-4ACF-81C5-D637B4317E07}"/>
              </a:ext>
            </a:extLst>
          </p:cNvPr>
          <p:cNvSpPr>
            <a:spLocks noGrp="1"/>
          </p:cNvSpPr>
          <p:nvPr/>
        </p:nvSpPr>
        <p:spPr>
          <a:xfrm>
            <a:off x="571230" y="168450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7" name="b/pca-KAUH-268">
            <a:extLst>
              <a:ext uri="{FF2B5EF4-FFF2-40B4-BE49-F238E27FC236}">
                <a16:creationId xmlns:a16="http://schemas.microsoft.com/office/drawing/2014/main" id="{63024717-4928-45DE-ADFD-A7B9C7245E5A}"/>
              </a:ext>
            </a:extLst>
          </p:cNvPr>
          <p:cNvSpPr>
            <a:spLocks noGrp="1"/>
          </p:cNvSpPr>
          <p:nvPr/>
        </p:nvSpPr>
        <p:spPr>
          <a:xfrm>
            <a:off x="575452" y="169126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8" name="b/pca-KAUH-269">
            <a:extLst>
              <a:ext uri="{FF2B5EF4-FFF2-40B4-BE49-F238E27FC236}">
                <a16:creationId xmlns:a16="http://schemas.microsoft.com/office/drawing/2014/main" id="{E2DFCE61-DC95-4D37-8B52-40593EEA33A0}"/>
              </a:ext>
            </a:extLst>
          </p:cNvPr>
          <p:cNvSpPr>
            <a:spLocks noGrp="1"/>
          </p:cNvSpPr>
          <p:nvPr/>
        </p:nvSpPr>
        <p:spPr>
          <a:xfrm>
            <a:off x="458361" y="165937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9" name="b/pca-KAUH-270">
            <a:extLst>
              <a:ext uri="{FF2B5EF4-FFF2-40B4-BE49-F238E27FC236}">
                <a16:creationId xmlns:a16="http://schemas.microsoft.com/office/drawing/2014/main" id="{DA44E782-75D2-4BED-B8C4-DC4454B90AE5}"/>
              </a:ext>
            </a:extLst>
          </p:cNvPr>
          <p:cNvSpPr>
            <a:spLocks noGrp="1"/>
          </p:cNvSpPr>
          <p:nvPr/>
        </p:nvSpPr>
        <p:spPr>
          <a:xfrm>
            <a:off x="600527" y="171080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0" name="b/pca-KAUH-271">
            <a:extLst>
              <a:ext uri="{FF2B5EF4-FFF2-40B4-BE49-F238E27FC236}">
                <a16:creationId xmlns:a16="http://schemas.microsoft.com/office/drawing/2014/main" id="{038B1CDF-ADEB-468B-9275-E50F1C884978}"/>
              </a:ext>
            </a:extLst>
          </p:cNvPr>
          <p:cNvSpPr>
            <a:spLocks noGrp="1"/>
          </p:cNvSpPr>
          <p:nvPr/>
        </p:nvSpPr>
        <p:spPr>
          <a:xfrm>
            <a:off x="427100" y="16399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1" name="b/pca-KAUH-272">
            <a:extLst>
              <a:ext uri="{FF2B5EF4-FFF2-40B4-BE49-F238E27FC236}">
                <a16:creationId xmlns:a16="http://schemas.microsoft.com/office/drawing/2014/main" id="{3B38565F-A003-4C58-AC6F-3F2FA8F20A24}"/>
              </a:ext>
            </a:extLst>
          </p:cNvPr>
          <p:cNvSpPr>
            <a:spLocks noGrp="1"/>
          </p:cNvSpPr>
          <p:nvPr/>
        </p:nvSpPr>
        <p:spPr>
          <a:xfrm>
            <a:off x="486356" y="168186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2" name="b/pca-KAUH-273">
            <a:extLst>
              <a:ext uri="{FF2B5EF4-FFF2-40B4-BE49-F238E27FC236}">
                <a16:creationId xmlns:a16="http://schemas.microsoft.com/office/drawing/2014/main" id="{E74B2EDD-C8E9-4763-ACAC-81D7430C8DB7}"/>
              </a:ext>
            </a:extLst>
          </p:cNvPr>
          <p:cNvSpPr>
            <a:spLocks noGrp="1"/>
          </p:cNvSpPr>
          <p:nvPr/>
        </p:nvSpPr>
        <p:spPr>
          <a:xfrm>
            <a:off x="517544" y="169148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3" name="b/pca-KAUH-274">
            <a:extLst>
              <a:ext uri="{FF2B5EF4-FFF2-40B4-BE49-F238E27FC236}">
                <a16:creationId xmlns:a16="http://schemas.microsoft.com/office/drawing/2014/main" id="{43FF7696-9365-465E-9BCF-6D445BEB40A0}"/>
              </a:ext>
            </a:extLst>
          </p:cNvPr>
          <p:cNvSpPr>
            <a:spLocks noGrp="1"/>
          </p:cNvSpPr>
          <p:nvPr/>
        </p:nvSpPr>
        <p:spPr>
          <a:xfrm>
            <a:off x="543644" y="169965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4" name="b/pca-KAUH-275">
            <a:extLst>
              <a:ext uri="{FF2B5EF4-FFF2-40B4-BE49-F238E27FC236}">
                <a16:creationId xmlns:a16="http://schemas.microsoft.com/office/drawing/2014/main" id="{95905971-C076-47AB-B61E-B6018F879C98}"/>
              </a:ext>
            </a:extLst>
          </p:cNvPr>
          <p:cNvSpPr>
            <a:spLocks noGrp="1"/>
          </p:cNvSpPr>
          <p:nvPr/>
        </p:nvSpPr>
        <p:spPr>
          <a:xfrm>
            <a:off x="421652" y="165552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5" name="b/pca-KAUH-276">
            <a:extLst>
              <a:ext uri="{FF2B5EF4-FFF2-40B4-BE49-F238E27FC236}">
                <a16:creationId xmlns:a16="http://schemas.microsoft.com/office/drawing/2014/main" id="{A002FC5E-EADA-4030-AD4B-04B709851C5F}"/>
              </a:ext>
            </a:extLst>
          </p:cNvPr>
          <p:cNvSpPr>
            <a:spLocks noGrp="1"/>
          </p:cNvSpPr>
          <p:nvPr/>
        </p:nvSpPr>
        <p:spPr>
          <a:xfrm>
            <a:off x="643275" y="17143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6" name="b/pca-ICBHI-039">
            <a:extLst>
              <a:ext uri="{FF2B5EF4-FFF2-40B4-BE49-F238E27FC236}">
                <a16:creationId xmlns:a16="http://schemas.microsoft.com/office/drawing/2014/main" id="{28A863F4-BE52-48AC-AB0D-D5DA6BE95362}"/>
              </a:ext>
            </a:extLst>
          </p:cNvPr>
          <p:cNvSpPr>
            <a:spLocks noGrp="1"/>
          </p:cNvSpPr>
          <p:nvPr/>
        </p:nvSpPr>
        <p:spPr>
          <a:xfrm>
            <a:off x="472016" y="1666451"/>
            <a:ext cx="16618" cy="16618"/>
          </a:xfrm>
          <a:prstGeom prst="ellipse">
            <a:avLst/>
          </a:prstGeom>
          <a:solidFill>
            <a:srgbClr val="3B739E">
              <a:alpha val="64000"/>
            </a:srgbClr>
          </a:solidFill>
          <a:ln w="0">
            <a:noFill/>
          </a:ln>
        </p:spPr>
        <p:txBody>
          <a:bodyPr/>
          <a:lstStyle/>
          <a:p>
            <a:endParaRPr lang="en-US"/>
          </a:p>
        </p:txBody>
      </p:sp>
      <p:sp>
        <p:nvSpPr>
          <p:cNvPr id="267" name="b/pca-ICBHI-040">
            <a:extLst>
              <a:ext uri="{FF2B5EF4-FFF2-40B4-BE49-F238E27FC236}">
                <a16:creationId xmlns:a16="http://schemas.microsoft.com/office/drawing/2014/main" id="{AD824548-3AEB-4C45-AEF0-9499386965E7}"/>
              </a:ext>
            </a:extLst>
          </p:cNvPr>
          <p:cNvSpPr>
            <a:spLocks noGrp="1"/>
          </p:cNvSpPr>
          <p:nvPr/>
        </p:nvSpPr>
        <p:spPr>
          <a:xfrm>
            <a:off x="546987" y="1688104"/>
            <a:ext cx="16618" cy="16618"/>
          </a:xfrm>
          <a:prstGeom prst="ellipse">
            <a:avLst/>
          </a:prstGeom>
          <a:solidFill>
            <a:srgbClr val="3B739E">
              <a:alpha val="64000"/>
            </a:srgbClr>
          </a:solidFill>
          <a:ln w="0">
            <a:noFill/>
          </a:ln>
        </p:spPr>
        <p:txBody>
          <a:bodyPr/>
          <a:lstStyle/>
          <a:p>
            <a:endParaRPr lang="en-US"/>
          </a:p>
        </p:txBody>
      </p:sp>
      <p:sp>
        <p:nvSpPr>
          <p:cNvPr id="268" name="b/pca-ICBHI-041">
            <a:extLst>
              <a:ext uri="{FF2B5EF4-FFF2-40B4-BE49-F238E27FC236}">
                <a16:creationId xmlns:a16="http://schemas.microsoft.com/office/drawing/2014/main" id="{4D934CA9-5AE7-4E35-B614-73357BB28D1A}"/>
              </a:ext>
            </a:extLst>
          </p:cNvPr>
          <p:cNvSpPr>
            <a:spLocks noGrp="1"/>
          </p:cNvSpPr>
          <p:nvPr/>
        </p:nvSpPr>
        <p:spPr>
          <a:xfrm>
            <a:off x="647764" y="1687087"/>
            <a:ext cx="16618" cy="16618"/>
          </a:xfrm>
          <a:prstGeom prst="ellipse">
            <a:avLst/>
          </a:prstGeom>
          <a:solidFill>
            <a:srgbClr val="3B739E">
              <a:alpha val="64000"/>
            </a:srgbClr>
          </a:solidFill>
          <a:ln w="0">
            <a:noFill/>
          </a:ln>
        </p:spPr>
        <p:txBody>
          <a:bodyPr/>
          <a:lstStyle/>
          <a:p>
            <a:endParaRPr lang="en-US"/>
          </a:p>
        </p:txBody>
      </p:sp>
      <p:sp>
        <p:nvSpPr>
          <p:cNvPr id="269" name="b/pca-ICBHI-042">
            <a:extLst>
              <a:ext uri="{FF2B5EF4-FFF2-40B4-BE49-F238E27FC236}">
                <a16:creationId xmlns:a16="http://schemas.microsoft.com/office/drawing/2014/main" id="{99362F9B-7C32-4D4C-B7D7-9C11AAFABB3A}"/>
              </a:ext>
            </a:extLst>
          </p:cNvPr>
          <p:cNvSpPr>
            <a:spLocks noGrp="1"/>
          </p:cNvSpPr>
          <p:nvPr/>
        </p:nvSpPr>
        <p:spPr>
          <a:xfrm>
            <a:off x="630852" y="1541722"/>
            <a:ext cx="16618" cy="16618"/>
          </a:xfrm>
          <a:prstGeom prst="ellipse">
            <a:avLst/>
          </a:prstGeom>
          <a:solidFill>
            <a:srgbClr val="3B739E">
              <a:alpha val="64000"/>
            </a:srgbClr>
          </a:solidFill>
          <a:ln w="0">
            <a:noFill/>
          </a:ln>
        </p:spPr>
        <p:txBody>
          <a:bodyPr/>
          <a:lstStyle/>
          <a:p>
            <a:endParaRPr lang="en-US"/>
          </a:p>
        </p:txBody>
      </p:sp>
      <p:sp>
        <p:nvSpPr>
          <p:cNvPr id="270" name="b/pca-ICBHI-043">
            <a:extLst>
              <a:ext uri="{FF2B5EF4-FFF2-40B4-BE49-F238E27FC236}">
                <a16:creationId xmlns:a16="http://schemas.microsoft.com/office/drawing/2014/main" id="{87F01EC9-2D9D-4095-96DF-B6C8CDF883D2}"/>
              </a:ext>
            </a:extLst>
          </p:cNvPr>
          <p:cNvSpPr>
            <a:spLocks noGrp="1"/>
          </p:cNvSpPr>
          <p:nvPr/>
        </p:nvSpPr>
        <p:spPr>
          <a:xfrm>
            <a:off x="1064145" y="1245897"/>
            <a:ext cx="16618" cy="16618"/>
          </a:xfrm>
          <a:prstGeom prst="ellipse">
            <a:avLst/>
          </a:prstGeom>
          <a:solidFill>
            <a:srgbClr val="3B739E">
              <a:alpha val="64000"/>
            </a:srgbClr>
          </a:solidFill>
          <a:ln w="0">
            <a:noFill/>
          </a:ln>
        </p:spPr>
        <p:txBody>
          <a:bodyPr/>
          <a:lstStyle/>
          <a:p>
            <a:endParaRPr lang="en-US"/>
          </a:p>
        </p:txBody>
      </p:sp>
      <p:sp>
        <p:nvSpPr>
          <p:cNvPr id="271" name="b/pca-ICBHI-044">
            <a:extLst>
              <a:ext uri="{FF2B5EF4-FFF2-40B4-BE49-F238E27FC236}">
                <a16:creationId xmlns:a16="http://schemas.microsoft.com/office/drawing/2014/main" id="{A0DB227F-ABC3-4861-94DD-CFF84BA9AAFC}"/>
              </a:ext>
            </a:extLst>
          </p:cNvPr>
          <p:cNvSpPr>
            <a:spLocks noGrp="1"/>
          </p:cNvSpPr>
          <p:nvPr/>
        </p:nvSpPr>
        <p:spPr>
          <a:xfrm>
            <a:off x="389571" y="1581695"/>
            <a:ext cx="16618" cy="16618"/>
          </a:xfrm>
          <a:prstGeom prst="ellipse">
            <a:avLst/>
          </a:prstGeom>
          <a:solidFill>
            <a:srgbClr val="3B739E">
              <a:alpha val="64000"/>
            </a:srgbClr>
          </a:solidFill>
          <a:ln w="0">
            <a:noFill/>
          </a:ln>
        </p:spPr>
        <p:txBody>
          <a:bodyPr/>
          <a:lstStyle/>
          <a:p>
            <a:endParaRPr lang="en-US"/>
          </a:p>
        </p:txBody>
      </p:sp>
      <p:sp>
        <p:nvSpPr>
          <p:cNvPr id="272" name="b/pca-ICBHI-045">
            <a:extLst>
              <a:ext uri="{FF2B5EF4-FFF2-40B4-BE49-F238E27FC236}">
                <a16:creationId xmlns:a16="http://schemas.microsoft.com/office/drawing/2014/main" id="{B983A5BB-0BED-46D3-9712-D0ED2A52607C}"/>
              </a:ext>
            </a:extLst>
          </p:cNvPr>
          <p:cNvSpPr>
            <a:spLocks noGrp="1"/>
          </p:cNvSpPr>
          <p:nvPr/>
        </p:nvSpPr>
        <p:spPr>
          <a:xfrm>
            <a:off x="517040" y="1677727"/>
            <a:ext cx="16618" cy="16618"/>
          </a:xfrm>
          <a:prstGeom prst="ellipse">
            <a:avLst/>
          </a:prstGeom>
          <a:solidFill>
            <a:srgbClr val="3B739E">
              <a:alpha val="64000"/>
            </a:srgbClr>
          </a:solidFill>
          <a:ln w="0">
            <a:noFill/>
          </a:ln>
        </p:spPr>
        <p:txBody>
          <a:bodyPr/>
          <a:lstStyle/>
          <a:p>
            <a:endParaRPr lang="en-US"/>
          </a:p>
        </p:txBody>
      </p:sp>
      <p:sp>
        <p:nvSpPr>
          <p:cNvPr id="273" name="b/pca-ICBHI-046">
            <a:extLst>
              <a:ext uri="{FF2B5EF4-FFF2-40B4-BE49-F238E27FC236}">
                <a16:creationId xmlns:a16="http://schemas.microsoft.com/office/drawing/2014/main" id="{92D5147F-10BC-4DA4-B44B-7A7FF6DBBD68}"/>
              </a:ext>
            </a:extLst>
          </p:cNvPr>
          <p:cNvSpPr>
            <a:spLocks noGrp="1"/>
          </p:cNvSpPr>
          <p:nvPr/>
        </p:nvSpPr>
        <p:spPr>
          <a:xfrm>
            <a:off x="441625" y="1661700"/>
            <a:ext cx="16618" cy="16618"/>
          </a:xfrm>
          <a:prstGeom prst="ellipse">
            <a:avLst/>
          </a:prstGeom>
          <a:solidFill>
            <a:srgbClr val="3B739E">
              <a:alpha val="64000"/>
            </a:srgbClr>
          </a:solidFill>
          <a:ln w="0">
            <a:noFill/>
          </a:ln>
        </p:spPr>
        <p:txBody>
          <a:bodyPr/>
          <a:lstStyle/>
          <a:p>
            <a:endParaRPr lang="en-US"/>
          </a:p>
        </p:txBody>
      </p:sp>
      <p:sp>
        <p:nvSpPr>
          <p:cNvPr id="274" name="b/pca-ICBHI-047">
            <a:extLst>
              <a:ext uri="{FF2B5EF4-FFF2-40B4-BE49-F238E27FC236}">
                <a16:creationId xmlns:a16="http://schemas.microsoft.com/office/drawing/2014/main" id="{7474627C-1381-4A03-944C-841E3DE0B506}"/>
              </a:ext>
            </a:extLst>
          </p:cNvPr>
          <p:cNvSpPr>
            <a:spLocks noGrp="1"/>
          </p:cNvSpPr>
          <p:nvPr/>
        </p:nvSpPr>
        <p:spPr>
          <a:xfrm>
            <a:off x="526500" y="1641545"/>
            <a:ext cx="16618" cy="16618"/>
          </a:xfrm>
          <a:prstGeom prst="ellipse">
            <a:avLst/>
          </a:prstGeom>
          <a:solidFill>
            <a:srgbClr val="3B739E">
              <a:alpha val="64000"/>
            </a:srgbClr>
          </a:solidFill>
          <a:ln w="0">
            <a:noFill/>
          </a:ln>
        </p:spPr>
        <p:txBody>
          <a:bodyPr/>
          <a:lstStyle/>
          <a:p>
            <a:endParaRPr lang="en-US"/>
          </a:p>
        </p:txBody>
      </p:sp>
      <p:sp>
        <p:nvSpPr>
          <p:cNvPr id="275" name="b/pca-ICBHI-048">
            <a:extLst>
              <a:ext uri="{FF2B5EF4-FFF2-40B4-BE49-F238E27FC236}">
                <a16:creationId xmlns:a16="http://schemas.microsoft.com/office/drawing/2014/main" id="{66398A0E-E41B-4437-AB19-B0A37024C8F9}"/>
              </a:ext>
            </a:extLst>
          </p:cNvPr>
          <p:cNvSpPr>
            <a:spLocks noGrp="1"/>
          </p:cNvSpPr>
          <p:nvPr/>
        </p:nvSpPr>
        <p:spPr>
          <a:xfrm>
            <a:off x="538751" y="1661055"/>
            <a:ext cx="16618" cy="16618"/>
          </a:xfrm>
          <a:prstGeom prst="ellipse">
            <a:avLst/>
          </a:prstGeom>
          <a:solidFill>
            <a:srgbClr val="3B739E">
              <a:alpha val="64000"/>
            </a:srgbClr>
          </a:solidFill>
          <a:ln w="0">
            <a:noFill/>
          </a:ln>
        </p:spPr>
        <p:txBody>
          <a:bodyPr/>
          <a:lstStyle/>
          <a:p>
            <a:endParaRPr lang="en-US"/>
          </a:p>
        </p:txBody>
      </p:sp>
      <p:sp>
        <p:nvSpPr>
          <p:cNvPr id="276" name="b/pca-ICBHI-049">
            <a:extLst>
              <a:ext uri="{FF2B5EF4-FFF2-40B4-BE49-F238E27FC236}">
                <a16:creationId xmlns:a16="http://schemas.microsoft.com/office/drawing/2014/main" id="{EE860CE2-1074-4207-9080-41FAC35E9ED1}"/>
              </a:ext>
            </a:extLst>
          </p:cNvPr>
          <p:cNvSpPr>
            <a:spLocks noGrp="1"/>
          </p:cNvSpPr>
          <p:nvPr/>
        </p:nvSpPr>
        <p:spPr>
          <a:xfrm>
            <a:off x="860023" y="1654392"/>
            <a:ext cx="16618" cy="16618"/>
          </a:xfrm>
          <a:prstGeom prst="ellipse">
            <a:avLst/>
          </a:prstGeom>
          <a:solidFill>
            <a:srgbClr val="3B739E">
              <a:alpha val="64000"/>
            </a:srgbClr>
          </a:solidFill>
          <a:ln w="0">
            <a:noFill/>
          </a:ln>
        </p:spPr>
        <p:txBody>
          <a:bodyPr/>
          <a:lstStyle/>
          <a:p>
            <a:endParaRPr lang="en-US"/>
          </a:p>
        </p:txBody>
      </p:sp>
      <p:sp>
        <p:nvSpPr>
          <p:cNvPr id="277" name="b/pca-ICBHI-050">
            <a:extLst>
              <a:ext uri="{FF2B5EF4-FFF2-40B4-BE49-F238E27FC236}">
                <a16:creationId xmlns:a16="http://schemas.microsoft.com/office/drawing/2014/main" id="{E7FE86F5-5D82-43AB-B005-653390B328FE}"/>
              </a:ext>
            </a:extLst>
          </p:cNvPr>
          <p:cNvSpPr>
            <a:spLocks noGrp="1"/>
          </p:cNvSpPr>
          <p:nvPr/>
        </p:nvSpPr>
        <p:spPr>
          <a:xfrm>
            <a:off x="530466" y="1701810"/>
            <a:ext cx="16618" cy="16618"/>
          </a:xfrm>
          <a:prstGeom prst="ellipse">
            <a:avLst/>
          </a:prstGeom>
          <a:solidFill>
            <a:srgbClr val="3B739E">
              <a:alpha val="64000"/>
            </a:srgbClr>
          </a:solidFill>
          <a:ln w="0">
            <a:noFill/>
          </a:ln>
        </p:spPr>
        <p:txBody>
          <a:bodyPr/>
          <a:lstStyle/>
          <a:p>
            <a:endParaRPr lang="en-US"/>
          </a:p>
        </p:txBody>
      </p:sp>
      <p:sp>
        <p:nvSpPr>
          <p:cNvPr id="278" name="b/pca-ICBHI-051">
            <a:extLst>
              <a:ext uri="{FF2B5EF4-FFF2-40B4-BE49-F238E27FC236}">
                <a16:creationId xmlns:a16="http://schemas.microsoft.com/office/drawing/2014/main" id="{6A0DB745-2FCC-491A-AB91-8ED354A47FEB}"/>
              </a:ext>
            </a:extLst>
          </p:cNvPr>
          <p:cNvSpPr>
            <a:spLocks noGrp="1"/>
          </p:cNvSpPr>
          <p:nvPr/>
        </p:nvSpPr>
        <p:spPr>
          <a:xfrm>
            <a:off x="543026" y="1569298"/>
            <a:ext cx="16618" cy="16618"/>
          </a:xfrm>
          <a:prstGeom prst="ellipse">
            <a:avLst/>
          </a:prstGeom>
          <a:solidFill>
            <a:srgbClr val="3B739E">
              <a:alpha val="64000"/>
            </a:srgbClr>
          </a:solidFill>
          <a:ln w="0">
            <a:noFill/>
          </a:ln>
        </p:spPr>
        <p:txBody>
          <a:bodyPr/>
          <a:lstStyle/>
          <a:p>
            <a:endParaRPr lang="en-US"/>
          </a:p>
        </p:txBody>
      </p:sp>
      <p:sp>
        <p:nvSpPr>
          <p:cNvPr id="279" name="b/pca-ICBHI-052">
            <a:extLst>
              <a:ext uri="{FF2B5EF4-FFF2-40B4-BE49-F238E27FC236}">
                <a16:creationId xmlns:a16="http://schemas.microsoft.com/office/drawing/2014/main" id="{FC797004-FEA3-45DE-9298-C01DDE0A273B}"/>
              </a:ext>
            </a:extLst>
          </p:cNvPr>
          <p:cNvSpPr>
            <a:spLocks noGrp="1"/>
          </p:cNvSpPr>
          <p:nvPr/>
        </p:nvSpPr>
        <p:spPr>
          <a:xfrm>
            <a:off x="535591" y="1648831"/>
            <a:ext cx="16618" cy="16618"/>
          </a:xfrm>
          <a:prstGeom prst="ellipse">
            <a:avLst/>
          </a:prstGeom>
          <a:solidFill>
            <a:srgbClr val="3B739E">
              <a:alpha val="64000"/>
            </a:srgbClr>
          </a:solidFill>
          <a:ln w="0">
            <a:noFill/>
          </a:ln>
        </p:spPr>
        <p:txBody>
          <a:bodyPr/>
          <a:lstStyle/>
          <a:p>
            <a:endParaRPr lang="en-US"/>
          </a:p>
        </p:txBody>
      </p:sp>
      <p:sp>
        <p:nvSpPr>
          <p:cNvPr id="280" name="b/pca-ICBHI-053">
            <a:extLst>
              <a:ext uri="{FF2B5EF4-FFF2-40B4-BE49-F238E27FC236}">
                <a16:creationId xmlns:a16="http://schemas.microsoft.com/office/drawing/2014/main" id="{EC52FD47-1B57-4021-B862-6E4EB8AA3602}"/>
              </a:ext>
            </a:extLst>
          </p:cNvPr>
          <p:cNvSpPr>
            <a:spLocks noGrp="1"/>
          </p:cNvSpPr>
          <p:nvPr/>
        </p:nvSpPr>
        <p:spPr>
          <a:xfrm>
            <a:off x="576253" y="1715800"/>
            <a:ext cx="16618" cy="16618"/>
          </a:xfrm>
          <a:prstGeom prst="ellipse">
            <a:avLst/>
          </a:prstGeom>
          <a:solidFill>
            <a:srgbClr val="3B739E">
              <a:alpha val="64000"/>
            </a:srgbClr>
          </a:solidFill>
          <a:ln w="0">
            <a:noFill/>
          </a:ln>
        </p:spPr>
        <p:txBody>
          <a:bodyPr/>
          <a:lstStyle/>
          <a:p>
            <a:endParaRPr lang="en-US"/>
          </a:p>
        </p:txBody>
      </p:sp>
      <p:sp>
        <p:nvSpPr>
          <p:cNvPr id="281" name="b/pca-ICBHI-054">
            <a:extLst>
              <a:ext uri="{FF2B5EF4-FFF2-40B4-BE49-F238E27FC236}">
                <a16:creationId xmlns:a16="http://schemas.microsoft.com/office/drawing/2014/main" id="{2DC46404-EB53-4F26-AB98-55D6CD96DB06}"/>
              </a:ext>
            </a:extLst>
          </p:cNvPr>
          <p:cNvSpPr>
            <a:spLocks noGrp="1"/>
          </p:cNvSpPr>
          <p:nvPr/>
        </p:nvSpPr>
        <p:spPr>
          <a:xfrm>
            <a:off x="801723" y="1425239"/>
            <a:ext cx="16618" cy="16618"/>
          </a:xfrm>
          <a:prstGeom prst="ellipse">
            <a:avLst/>
          </a:prstGeom>
          <a:solidFill>
            <a:srgbClr val="3B739E">
              <a:alpha val="64000"/>
            </a:srgbClr>
          </a:solidFill>
          <a:ln w="0">
            <a:noFill/>
          </a:ln>
        </p:spPr>
        <p:txBody>
          <a:bodyPr/>
          <a:lstStyle/>
          <a:p>
            <a:endParaRPr lang="en-US"/>
          </a:p>
        </p:txBody>
      </p:sp>
      <p:sp>
        <p:nvSpPr>
          <p:cNvPr id="282" name="b/pca-ICBHI-055">
            <a:extLst>
              <a:ext uri="{FF2B5EF4-FFF2-40B4-BE49-F238E27FC236}">
                <a16:creationId xmlns:a16="http://schemas.microsoft.com/office/drawing/2014/main" id="{91633ACF-27E9-402B-AC63-948A4FA6C75E}"/>
              </a:ext>
            </a:extLst>
          </p:cNvPr>
          <p:cNvSpPr>
            <a:spLocks noGrp="1"/>
          </p:cNvSpPr>
          <p:nvPr/>
        </p:nvSpPr>
        <p:spPr>
          <a:xfrm>
            <a:off x="664046" y="1728158"/>
            <a:ext cx="16618" cy="16618"/>
          </a:xfrm>
          <a:prstGeom prst="ellipse">
            <a:avLst/>
          </a:prstGeom>
          <a:solidFill>
            <a:srgbClr val="3B739E">
              <a:alpha val="64000"/>
            </a:srgbClr>
          </a:solidFill>
          <a:ln w="0">
            <a:noFill/>
          </a:ln>
        </p:spPr>
        <p:txBody>
          <a:bodyPr/>
          <a:lstStyle/>
          <a:p>
            <a:endParaRPr lang="en-US"/>
          </a:p>
        </p:txBody>
      </p:sp>
      <p:sp>
        <p:nvSpPr>
          <p:cNvPr id="283" name="b/pca-ICBHI-056">
            <a:extLst>
              <a:ext uri="{FF2B5EF4-FFF2-40B4-BE49-F238E27FC236}">
                <a16:creationId xmlns:a16="http://schemas.microsoft.com/office/drawing/2014/main" id="{D0A845DC-1A38-4E89-9456-E55CEECB4690}"/>
              </a:ext>
            </a:extLst>
          </p:cNvPr>
          <p:cNvSpPr>
            <a:spLocks noGrp="1"/>
          </p:cNvSpPr>
          <p:nvPr/>
        </p:nvSpPr>
        <p:spPr>
          <a:xfrm>
            <a:off x="580899" y="1572712"/>
            <a:ext cx="16618" cy="16618"/>
          </a:xfrm>
          <a:prstGeom prst="ellipse">
            <a:avLst/>
          </a:prstGeom>
          <a:solidFill>
            <a:srgbClr val="3B739E">
              <a:alpha val="64000"/>
            </a:srgbClr>
          </a:solidFill>
          <a:ln w="0">
            <a:noFill/>
          </a:ln>
        </p:spPr>
        <p:txBody>
          <a:bodyPr/>
          <a:lstStyle/>
          <a:p>
            <a:endParaRPr lang="en-US"/>
          </a:p>
        </p:txBody>
      </p:sp>
      <p:sp>
        <p:nvSpPr>
          <p:cNvPr id="284" name="b/pca-ICBHI-057">
            <a:extLst>
              <a:ext uri="{FF2B5EF4-FFF2-40B4-BE49-F238E27FC236}">
                <a16:creationId xmlns:a16="http://schemas.microsoft.com/office/drawing/2014/main" id="{20FD6756-9D41-4DA6-8388-A52F6AB6C1E3}"/>
              </a:ext>
            </a:extLst>
          </p:cNvPr>
          <p:cNvSpPr>
            <a:spLocks noGrp="1"/>
          </p:cNvSpPr>
          <p:nvPr/>
        </p:nvSpPr>
        <p:spPr>
          <a:xfrm>
            <a:off x="493143" y="1680332"/>
            <a:ext cx="16618" cy="16618"/>
          </a:xfrm>
          <a:prstGeom prst="ellipse">
            <a:avLst/>
          </a:prstGeom>
          <a:solidFill>
            <a:srgbClr val="3B739E">
              <a:alpha val="64000"/>
            </a:srgbClr>
          </a:solidFill>
          <a:ln w="0">
            <a:noFill/>
          </a:ln>
        </p:spPr>
        <p:txBody>
          <a:bodyPr/>
          <a:lstStyle/>
          <a:p>
            <a:endParaRPr lang="en-US"/>
          </a:p>
        </p:txBody>
      </p:sp>
      <p:sp>
        <p:nvSpPr>
          <p:cNvPr id="285" name="b/pca-ICBHI-058">
            <a:extLst>
              <a:ext uri="{FF2B5EF4-FFF2-40B4-BE49-F238E27FC236}">
                <a16:creationId xmlns:a16="http://schemas.microsoft.com/office/drawing/2014/main" id="{FFFB7F11-D12A-4DC7-B794-05178F3ECA08}"/>
              </a:ext>
            </a:extLst>
          </p:cNvPr>
          <p:cNvSpPr>
            <a:spLocks noGrp="1"/>
          </p:cNvSpPr>
          <p:nvPr/>
        </p:nvSpPr>
        <p:spPr>
          <a:xfrm>
            <a:off x="579531" y="1683029"/>
            <a:ext cx="16618" cy="16618"/>
          </a:xfrm>
          <a:prstGeom prst="ellipse">
            <a:avLst/>
          </a:prstGeom>
          <a:solidFill>
            <a:srgbClr val="3B739E">
              <a:alpha val="64000"/>
            </a:srgbClr>
          </a:solidFill>
          <a:ln w="0">
            <a:noFill/>
          </a:ln>
        </p:spPr>
        <p:txBody>
          <a:bodyPr/>
          <a:lstStyle/>
          <a:p>
            <a:endParaRPr lang="en-US"/>
          </a:p>
        </p:txBody>
      </p:sp>
      <p:sp>
        <p:nvSpPr>
          <p:cNvPr id="286" name="b/pca-ICBHI-059">
            <a:extLst>
              <a:ext uri="{FF2B5EF4-FFF2-40B4-BE49-F238E27FC236}">
                <a16:creationId xmlns:a16="http://schemas.microsoft.com/office/drawing/2014/main" id="{17352434-E804-4B7F-AC82-34ADC3F1F494}"/>
              </a:ext>
            </a:extLst>
          </p:cNvPr>
          <p:cNvSpPr>
            <a:spLocks noGrp="1"/>
          </p:cNvSpPr>
          <p:nvPr/>
        </p:nvSpPr>
        <p:spPr>
          <a:xfrm>
            <a:off x="763030" y="1768037"/>
            <a:ext cx="16618" cy="16618"/>
          </a:xfrm>
          <a:prstGeom prst="ellipse">
            <a:avLst/>
          </a:prstGeom>
          <a:solidFill>
            <a:srgbClr val="3B739E">
              <a:alpha val="64000"/>
            </a:srgbClr>
          </a:solidFill>
          <a:ln w="0">
            <a:noFill/>
          </a:ln>
        </p:spPr>
        <p:txBody>
          <a:bodyPr/>
          <a:lstStyle/>
          <a:p>
            <a:endParaRPr lang="en-US"/>
          </a:p>
        </p:txBody>
      </p:sp>
      <p:sp>
        <p:nvSpPr>
          <p:cNvPr id="287" name="b/pca-ICBHI-060">
            <a:extLst>
              <a:ext uri="{FF2B5EF4-FFF2-40B4-BE49-F238E27FC236}">
                <a16:creationId xmlns:a16="http://schemas.microsoft.com/office/drawing/2014/main" id="{795EC755-0DCF-4A64-858B-1AFA09CF0782}"/>
              </a:ext>
            </a:extLst>
          </p:cNvPr>
          <p:cNvSpPr>
            <a:spLocks noGrp="1"/>
          </p:cNvSpPr>
          <p:nvPr/>
        </p:nvSpPr>
        <p:spPr>
          <a:xfrm>
            <a:off x="504694" y="1646692"/>
            <a:ext cx="16618" cy="16618"/>
          </a:xfrm>
          <a:prstGeom prst="ellipse">
            <a:avLst/>
          </a:prstGeom>
          <a:solidFill>
            <a:srgbClr val="3B739E">
              <a:alpha val="64000"/>
            </a:srgbClr>
          </a:solidFill>
          <a:ln w="0">
            <a:noFill/>
          </a:ln>
        </p:spPr>
        <p:txBody>
          <a:bodyPr/>
          <a:lstStyle/>
          <a:p>
            <a:endParaRPr lang="en-US"/>
          </a:p>
        </p:txBody>
      </p:sp>
      <p:sp>
        <p:nvSpPr>
          <p:cNvPr id="288" name="b/pca-ICBHI-061">
            <a:extLst>
              <a:ext uri="{FF2B5EF4-FFF2-40B4-BE49-F238E27FC236}">
                <a16:creationId xmlns:a16="http://schemas.microsoft.com/office/drawing/2014/main" id="{7680A4B9-01CA-42F2-A1CC-0627EE08EF16}"/>
              </a:ext>
            </a:extLst>
          </p:cNvPr>
          <p:cNvSpPr>
            <a:spLocks noGrp="1"/>
          </p:cNvSpPr>
          <p:nvPr/>
        </p:nvSpPr>
        <p:spPr>
          <a:xfrm>
            <a:off x="456950" y="1675341"/>
            <a:ext cx="16618" cy="16618"/>
          </a:xfrm>
          <a:prstGeom prst="ellipse">
            <a:avLst/>
          </a:prstGeom>
          <a:solidFill>
            <a:srgbClr val="3B739E">
              <a:alpha val="64000"/>
            </a:srgbClr>
          </a:solidFill>
          <a:ln w="0">
            <a:noFill/>
          </a:ln>
        </p:spPr>
        <p:txBody>
          <a:bodyPr/>
          <a:lstStyle/>
          <a:p>
            <a:endParaRPr lang="en-US"/>
          </a:p>
        </p:txBody>
      </p:sp>
      <p:sp>
        <p:nvSpPr>
          <p:cNvPr id="289" name="b/pca-ICBHI-062">
            <a:extLst>
              <a:ext uri="{FF2B5EF4-FFF2-40B4-BE49-F238E27FC236}">
                <a16:creationId xmlns:a16="http://schemas.microsoft.com/office/drawing/2014/main" id="{3E776C7D-709F-47F9-96D6-3BBE6042271B}"/>
              </a:ext>
            </a:extLst>
          </p:cNvPr>
          <p:cNvSpPr>
            <a:spLocks noGrp="1"/>
          </p:cNvSpPr>
          <p:nvPr/>
        </p:nvSpPr>
        <p:spPr>
          <a:xfrm>
            <a:off x="577361" y="1532008"/>
            <a:ext cx="16618" cy="16618"/>
          </a:xfrm>
          <a:prstGeom prst="ellipse">
            <a:avLst/>
          </a:prstGeom>
          <a:solidFill>
            <a:srgbClr val="3B739E">
              <a:alpha val="64000"/>
            </a:srgbClr>
          </a:solidFill>
          <a:ln w="0">
            <a:noFill/>
          </a:ln>
        </p:spPr>
        <p:txBody>
          <a:bodyPr/>
          <a:lstStyle/>
          <a:p>
            <a:endParaRPr lang="en-US"/>
          </a:p>
        </p:txBody>
      </p:sp>
      <p:sp>
        <p:nvSpPr>
          <p:cNvPr id="290" name="b/pca-ICBHI-063">
            <a:extLst>
              <a:ext uri="{FF2B5EF4-FFF2-40B4-BE49-F238E27FC236}">
                <a16:creationId xmlns:a16="http://schemas.microsoft.com/office/drawing/2014/main" id="{0EC542A1-FAA4-45D3-9E7D-F5123478A9C7}"/>
              </a:ext>
            </a:extLst>
          </p:cNvPr>
          <p:cNvSpPr>
            <a:spLocks noGrp="1"/>
          </p:cNvSpPr>
          <p:nvPr/>
        </p:nvSpPr>
        <p:spPr>
          <a:xfrm>
            <a:off x="840859" y="1784539"/>
            <a:ext cx="16618" cy="16618"/>
          </a:xfrm>
          <a:prstGeom prst="ellipse">
            <a:avLst/>
          </a:prstGeom>
          <a:solidFill>
            <a:srgbClr val="3B739E">
              <a:alpha val="64000"/>
            </a:srgbClr>
          </a:solidFill>
          <a:ln w="0">
            <a:noFill/>
          </a:ln>
        </p:spPr>
        <p:txBody>
          <a:bodyPr/>
          <a:lstStyle/>
          <a:p>
            <a:endParaRPr lang="en-US"/>
          </a:p>
        </p:txBody>
      </p:sp>
      <p:sp>
        <p:nvSpPr>
          <p:cNvPr id="291" name="b/pca-ICBHI-064">
            <a:extLst>
              <a:ext uri="{FF2B5EF4-FFF2-40B4-BE49-F238E27FC236}">
                <a16:creationId xmlns:a16="http://schemas.microsoft.com/office/drawing/2014/main" id="{AD88D0BA-04F3-4D3C-A99F-112B4F1E9A86}"/>
              </a:ext>
            </a:extLst>
          </p:cNvPr>
          <p:cNvSpPr>
            <a:spLocks noGrp="1"/>
          </p:cNvSpPr>
          <p:nvPr/>
        </p:nvSpPr>
        <p:spPr>
          <a:xfrm>
            <a:off x="463653" y="1668079"/>
            <a:ext cx="16618" cy="16618"/>
          </a:xfrm>
          <a:prstGeom prst="ellipse">
            <a:avLst/>
          </a:prstGeom>
          <a:solidFill>
            <a:srgbClr val="3B739E">
              <a:alpha val="64000"/>
            </a:srgbClr>
          </a:solidFill>
          <a:ln w="0">
            <a:noFill/>
          </a:ln>
        </p:spPr>
        <p:txBody>
          <a:bodyPr/>
          <a:lstStyle/>
          <a:p>
            <a:endParaRPr lang="en-US"/>
          </a:p>
        </p:txBody>
      </p:sp>
      <p:sp>
        <p:nvSpPr>
          <p:cNvPr id="292" name="b/pca-ICBHI-065">
            <a:extLst>
              <a:ext uri="{FF2B5EF4-FFF2-40B4-BE49-F238E27FC236}">
                <a16:creationId xmlns:a16="http://schemas.microsoft.com/office/drawing/2014/main" id="{BD2D030F-D11C-49D2-A0C3-C5A11E476E30}"/>
              </a:ext>
            </a:extLst>
          </p:cNvPr>
          <p:cNvSpPr>
            <a:spLocks noGrp="1"/>
          </p:cNvSpPr>
          <p:nvPr/>
        </p:nvSpPr>
        <p:spPr>
          <a:xfrm>
            <a:off x="470748" y="1676510"/>
            <a:ext cx="16618" cy="16618"/>
          </a:xfrm>
          <a:prstGeom prst="ellipse">
            <a:avLst/>
          </a:prstGeom>
          <a:solidFill>
            <a:srgbClr val="3B739E">
              <a:alpha val="64000"/>
            </a:srgbClr>
          </a:solidFill>
          <a:ln w="0">
            <a:noFill/>
          </a:ln>
        </p:spPr>
        <p:txBody>
          <a:bodyPr/>
          <a:lstStyle/>
          <a:p>
            <a:endParaRPr lang="en-US"/>
          </a:p>
        </p:txBody>
      </p:sp>
      <p:sp>
        <p:nvSpPr>
          <p:cNvPr id="293" name="b/pca-ICBHI-066">
            <a:extLst>
              <a:ext uri="{FF2B5EF4-FFF2-40B4-BE49-F238E27FC236}">
                <a16:creationId xmlns:a16="http://schemas.microsoft.com/office/drawing/2014/main" id="{CD1F6A08-3FE7-4AEE-8599-F9A00EC378EB}"/>
              </a:ext>
            </a:extLst>
          </p:cNvPr>
          <p:cNvSpPr>
            <a:spLocks noGrp="1"/>
          </p:cNvSpPr>
          <p:nvPr/>
        </p:nvSpPr>
        <p:spPr>
          <a:xfrm>
            <a:off x="649213" y="1732860"/>
            <a:ext cx="16618" cy="16618"/>
          </a:xfrm>
          <a:prstGeom prst="ellipse">
            <a:avLst/>
          </a:prstGeom>
          <a:solidFill>
            <a:srgbClr val="3B739E">
              <a:alpha val="64000"/>
            </a:srgbClr>
          </a:solidFill>
          <a:ln w="0">
            <a:noFill/>
          </a:ln>
        </p:spPr>
        <p:txBody>
          <a:bodyPr/>
          <a:lstStyle/>
          <a:p>
            <a:endParaRPr lang="en-US"/>
          </a:p>
        </p:txBody>
      </p:sp>
      <p:sp>
        <p:nvSpPr>
          <p:cNvPr id="294" name="b/pca-ICBHI-067">
            <a:extLst>
              <a:ext uri="{FF2B5EF4-FFF2-40B4-BE49-F238E27FC236}">
                <a16:creationId xmlns:a16="http://schemas.microsoft.com/office/drawing/2014/main" id="{376AB08E-0A1F-48C2-A44C-8FA79FC3DFDD}"/>
              </a:ext>
            </a:extLst>
          </p:cNvPr>
          <p:cNvSpPr>
            <a:spLocks noGrp="1"/>
          </p:cNvSpPr>
          <p:nvPr/>
        </p:nvSpPr>
        <p:spPr>
          <a:xfrm>
            <a:off x="540971" y="1661283"/>
            <a:ext cx="16618" cy="16618"/>
          </a:xfrm>
          <a:prstGeom prst="ellipse">
            <a:avLst/>
          </a:prstGeom>
          <a:solidFill>
            <a:srgbClr val="3B739E">
              <a:alpha val="64000"/>
            </a:srgbClr>
          </a:solidFill>
          <a:ln w="0">
            <a:noFill/>
          </a:ln>
        </p:spPr>
        <p:txBody>
          <a:bodyPr/>
          <a:lstStyle/>
          <a:p>
            <a:endParaRPr lang="en-US"/>
          </a:p>
        </p:txBody>
      </p:sp>
      <p:sp>
        <p:nvSpPr>
          <p:cNvPr id="295" name="b/pca-ICBHI-068">
            <a:extLst>
              <a:ext uri="{FF2B5EF4-FFF2-40B4-BE49-F238E27FC236}">
                <a16:creationId xmlns:a16="http://schemas.microsoft.com/office/drawing/2014/main" id="{01E6265D-2094-47C0-9302-636FE788FC97}"/>
              </a:ext>
            </a:extLst>
          </p:cNvPr>
          <p:cNvSpPr>
            <a:spLocks noGrp="1"/>
          </p:cNvSpPr>
          <p:nvPr/>
        </p:nvSpPr>
        <p:spPr>
          <a:xfrm>
            <a:off x="483549" y="1671440"/>
            <a:ext cx="16618" cy="16618"/>
          </a:xfrm>
          <a:prstGeom prst="ellipse">
            <a:avLst/>
          </a:prstGeom>
          <a:solidFill>
            <a:srgbClr val="3B739E">
              <a:alpha val="64000"/>
            </a:srgbClr>
          </a:solidFill>
          <a:ln w="0">
            <a:noFill/>
          </a:ln>
        </p:spPr>
        <p:txBody>
          <a:bodyPr/>
          <a:lstStyle/>
          <a:p>
            <a:endParaRPr lang="en-US"/>
          </a:p>
        </p:txBody>
      </p:sp>
      <p:sp>
        <p:nvSpPr>
          <p:cNvPr id="296" name="b/pca-ICBHI-069">
            <a:extLst>
              <a:ext uri="{FF2B5EF4-FFF2-40B4-BE49-F238E27FC236}">
                <a16:creationId xmlns:a16="http://schemas.microsoft.com/office/drawing/2014/main" id="{C536B614-7532-469E-9D99-E7844E4F4636}"/>
              </a:ext>
            </a:extLst>
          </p:cNvPr>
          <p:cNvSpPr>
            <a:spLocks noGrp="1"/>
          </p:cNvSpPr>
          <p:nvPr/>
        </p:nvSpPr>
        <p:spPr>
          <a:xfrm>
            <a:off x="598286" y="1719686"/>
            <a:ext cx="16618" cy="16618"/>
          </a:xfrm>
          <a:prstGeom prst="ellipse">
            <a:avLst/>
          </a:prstGeom>
          <a:solidFill>
            <a:srgbClr val="3B739E">
              <a:alpha val="64000"/>
            </a:srgbClr>
          </a:solidFill>
          <a:ln w="0">
            <a:noFill/>
          </a:ln>
        </p:spPr>
        <p:txBody>
          <a:bodyPr/>
          <a:lstStyle/>
          <a:p>
            <a:endParaRPr lang="en-US"/>
          </a:p>
        </p:txBody>
      </p:sp>
      <p:sp>
        <p:nvSpPr>
          <p:cNvPr id="297" name="b/pca-ICBHI-070">
            <a:extLst>
              <a:ext uri="{FF2B5EF4-FFF2-40B4-BE49-F238E27FC236}">
                <a16:creationId xmlns:a16="http://schemas.microsoft.com/office/drawing/2014/main" id="{87A69B16-A090-429D-9EB2-F08A55A7B8F2}"/>
              </a:ext>
            </a:extLst>
          </p:cNvPr>
          <p:cNvSpPr>
            <a:spLocks noGrp="1"/>
          </p:cNvSpPr>
          <p:nvPr/>
        </p:nvSpPr>
        <p:spPr>
          <a:xfrm>
            <a:off x="522402" y="1677107"/>
            <a:ext cx="16618" cy="16618"/>
          </a:xfrm>
          <a:prstGeom prst="ellipse">
            <a:avLst/>
          </a:prstGeom>
          <a:solidFill>
            <a:srgbClr val="3B739E">
              <a:alpha val="64000"/>
            </a:srgbClr>
          </a:solidFill>
          <a:ln w="0">
            <a:noFill/>
          </a:ln>
        </p:spPr>
        <p:txBody>
          <a:bodyPr/>
          <a:lstStyle/>
          <a:p>
            <a:endParaRPr lang="en-US"/>
          </a:p>
        </p:txBody>
      </p:sp>
      <p:sp>
        <p:nvSpPr>
          <p:cNvPr id="298" name="b/pca-ICBHI-071">
            <a:extLst>
              <a:ext uri="{FF2B5EF4-FFF2-40B4-BE49-F238E27FC236}">
                <a16:creationId xmlns:a16="http://schemas.microsoft.com/office/drawing/2014/main" id="{FE5FF023-6440-44BE-AC21-2A9ACD2DF24B}"/>
              </a:ext>
            </a:extLst>
          </p:cNvPr>
          <p:cNvSpPr>
            <a:spLocks noGrp="1"/>
          </p:cNvSpPr>
          <p:nvPr/>
        </p:nvSpPr>
        <p:spPr>
          <a:xfrm>
            <a:off x="504164" y="1665635"/>
            <a:ext cx="16618" cy="16618"/>
          </a:xfrm>
          <a:prstGeom prst="ellipse">
            <a:avLst/>
          </a:prstGeom>
          <a:solidFill>
            <a:srgbClr val="3B739E">
              <a:alpha val="64000"/>
            </a:srgbClr>
          </a:solidFill>
          <a:ln w="0">
            <a:noFill/>
          </a:ln>
        </p:spPr>
        <p:txBody>
          <a:bodyPr/>
          <a:lstStyle/>
          <a:p>
            <a:endParaRPr lang="en-US"/>
          </a:p>
        </p:txBody>
      </p:sp>
      <p:sp>
        <p:nvSpPr>
          <p:cNvPr id="299" name="b/pca-ICBHI-072">
            <a:extLst>
              <a:ext uri="{FF2B5EF4-FFF2-40B4-BE49-F238E27FC236}">
                <a16:creationId xmlns:a16="http://schemas.microsoft.com/office/drawing/2014/main" id="{08EB3E99-DBBB-40C5-90C2-1371631976AE}"/>
              </a:ext>
            </a:extLst>
          </p:cNvPr>
          <p:cNvSpPr>
            <a:spLocks noGrp="1"/>
          </p:cNvSpPr>
          <p:nvPr/>
        </p:nvSpPr>
        <p:spPr>
          <a:xfrm>
            <a:off x="543209" y="1571322"/>
            <a:ext cx="16618" cy="16618"/>
          </a:xfrm>
          <a:prstGeom prst="ellipse">
            <a:avLst/>
          </a:prstGeom>
          <a:solidFill>
            <a:srgbClr val="3B739E">
              <a:alpha val="64000"/>
            </a:srgbClr>
          </a:solidFill>
          <a:ln w="0">
            <a:noFill/>
          </a:ln>
        </p:spPr>
        <p:txBody>
          <a:bodyPr/>
          <a:lstStyle/>
          <a:p>
            <a:endParaRPr lang="en-US"/>
          </a:p>
        </p:txBody>
      </p:sp>
      <p:sp>
        <p:nvSpPr>
          <p:cNvPr id="300" name="b/pca-ICBHI-073">
            <a:extLst>
              <a:ext uri="{FF2B5EF4-FFF2-40B4-BE49-F238E27FC236}">
                <a16:creationId xmlns:a16="http://schemas.microsoft.com/office/drawing/2014/main" id="{15745D5B-40B9-492C-9CB1-6085F02E80B4}"/>
              </a:ext>
            </a:extLst>
          </p:cNvPr>
          <p:cNvSpPr>
            <a:spLocks noGrp="1"/>
          </p:cNvSpPr>
          <p:nvPr/>
        </p:nvSpPr>
        <p:spPr>
          <a:xfrm>
            <a:off x="528190" y="1650900"/>
            <a:ext cx="16618" cy="16618"/>
          </a:xfrm>
          <a:prstGeom prst="ellipse">
            <a:avLst/>
          </a:prstGeom>
          <a:solidFill>
            <a:srgbClr val="3B739E">
              <a:alpha val="64000"/>
            </a:srgbClr>
          </a:solidFill>
          <a:ln w="0">
            <a:noFill/>
          </a:ln>
        </p:spPr>
        <p:txBody>
          <a:bodyPr/>
          <a:lstStyle/>
          <a:p>
            <a:endParaRPr lang="en-US"/>
          </a:p>
        </p:txBody>
      </p:sp>
      <p:sp>
        <p:nvSpPr>
          <p:cNvPr id="301" name="b/pca-ICBHI-074">
            <a:extLst>
              <a:ext uri="{FF2B5EF4-FFF2-40B4-BE49-F238E27FC236}">
                <a16:creationId xmlns:a16="http://schemas.microsoft.com/office/drawing/2014/main" id="{7FF6EBEE-05F7-4F05-9805-3837BEBFA76C}"/>
              </a:ext>
            </a:extLst>
          </p:cNvPr>
          <p:cNvSpPr>
            <a:spLocks noGrp="1"/>
          </p:cNvSpPr>
          <p:nvPr/>
        </p:nvSpPr>
        <p:spPr>
          <a:xfrm>
            <a:off x="456475" y="1662864"/>
            <a:ext cx="16618" cy="16618"/>
          </a:xfrm>
          <a:prstGeom prst="ellipse">
            <a:avLst/>
          </a:prstGeom>
          <a:solidFill>
            <a:srgbClr val="3B739E">
              <a:alpha val="64000"/>
            </a:srgbClr>
          </a:solidFill>
          <a:ln w="0">
            <a:noFill/>
          </a:ln>
        </p:spPr>
        <p:txBody>
          <a:bodyPr/>
          <a:lstStyle/>
          <a:p>
            <a:endParaRPr lang="en-US"/>
          </a:p>
        </p:txBody>
      </p:sp>
      <p:sp>
        <p:nvSpPr>
          <p:cNvPr id="302" name="b/pca-ICBHI-075">
            <a:extLst>
              <a:ext uri="{FF2B5EF4-FFF2-40B4-BE49-F238E27FC236}">
                <a16:creationId xmlns:a16="http://schemas.microsoft.com/office/drawing/2014/main" id="{9E9DEBB5-AD96-4932-BF2F-A696B1E584A0}"/>
              </a:ext>
            </a:extLst>
          </p:cNvPr>
          <p:cNvSpPr>
            <a:spLocks noGrp="1"/>
          </p:cNvSpPr>
          <p:nvPr/>
        </p:nvSpPr>
        <p:spPr>
          <a:xfrm>
            <a:off x="476003" y="1679771"/>
            <a:ext cx="16618" cy="16618"/>
          </a:xfrm>
          <a:prstGeom prst="ellipse">
            <a:avLst/>
          </a:prstGeom>
          <a:solidFill>
            <a:srgbClr val="3B739E">
              <a:alpha val="64000"/>
            </a:srgbClr>
          </a:solidFill>
          <a:ln w="0">
            <a:noFill/>
          </a:ln>
        </p:spPr>
        <p:txBody>
          <a:bodyPr/>
          <a:lstStyle/>
          <a:p>
            <a:endParaRPr lang="en-US"/>
          </a:p>
        </p:txBody>
      </p:sp>
      <p:sp>
        <p:nvSpPr>
          <p:cNvPr id="303" name="b/pca-ICBHI-076">
            <a:extLst>
              <a:ext uri="{FF2B5EF4-FFF2-40B4-BE49-F238E27FC236}">
                <a16:creationId xmlns:a16="http://schemas.microsoft.com/office/drawing/2014/main" id="{2D1D4600-B7CA-4B43-9E39-969F7BF5DFCB}"/>
              </a:ext>
            </a:extLst>
          </p:cNvPr>
          <p:cNvSpPr>
            <a:spLocks noGrp="1"/>
          </p:cNvSpPr>
          <p:nvPr/>
        </p:nvSpPr>
        <p:spPr>
          <a:xfrm>
            <a:off x="468539" y="1651564"/>
            <a:ext cx="16618" cy="16618"/>
          </a:xfrm>
          <a:prstGeom prst="ellipse">
            <a:avLst/>
          </a:prstGeom>
          <a:solidFill>
            <a:srgbClr val="3B739E">
              <a:alpha val="64000"/>
            </a:srgbClr>
          </a:solidFill>
          <a:ln w="0">
            <a:noFill/>
          </a:ln>
        </p:spPr>
        <p:txBody>
          <a:bodyPr/>
          <a:lstStyle/>
          <a:p>
            <a:endParaRPr lang="en-US"/>
          </a:p>
        </p:txBody>
      </p:sp>
      <p:sp>
        <p:nvSpPr>
          <p:cNvPr id="304" name="b/pca-ICBHI-077">
            <a:extLst>
              <a:ext uri="{FF2B5EF4-FFF2-40B4-BE49-F238E27FC236}">
                <a16:creationId xmlns:a16="http://schemas.microsoft.com/office/drawing/2014/main" id="{B1634A86-7600-42C4-8BB7-11B680DF0993}"/>
              </a:ext>
            </a:extLst>
          </p:cNvPr>
          <p:cNvSpPr>
            <a:spLocks noGrp="1"/>
          </p:cNvSpPr>
          <p:nvPr/>
        </p:nvSpPr>
        <p:spPr>
          <a:xfrm>
            <a:off x="588748" y="1571336"/>
            <a:ext cx="16618" cy="16618"/>
          </a:xfrm>
          <a:prstGeom prst="ellipse">
            <a:avLst/>
          </a:prstGeom>
          <a:solidFill>
            <a:srgbClr val="3B739E">
              <a:alpha val="64000"/>
            </a:srgbClr>
          </a:solidFill>
          <a:ln w="0">
            <a:noFill/>
          </a:ln>
        </p:spPr>
        <p:txBody>
          <a:bodyPr/>
          <a:lstStyle/>
          <a:p>
            <a:endParaRPr lang="en-US"/>
          </a:p>
        </p:txBody>
      </p:sp>
      <p:sp>
        <p:nvSpPr>
          <p:cNvPr id="305" name="b/pca-ICBHI-078">
            <a:extLst>
              <a:ext uri="{FF2B5EF4-FFF2-40B4-BE49-F238E27FC236}">
                <a16:creationId xmlns:a16="http://schemas.microsoft.com/office/drawing/2014/main" id="{9FD85FFB-AAA8-4BAE-AD60-90C8F48701EE}"/>
              </a:ext>
            </a:extLst>
          </p:cNvPr>
          <p:cNvSpPr>
            <a:spLocks noGrp="1"/>
          </p:cNvSpPr>
          <p:nvPr/>
        </p:nvSpPr>
        <p:spPr>
          <a:xfrm>
            <a:off x="541224" y="1676235"/>
            <a:ext cx="16618" cy="16618"/>
          </a:xfrm>
          <a:prstGeom prst="ellipse">
            <a:avLst/>
          </a:prstGeom>
          <a:solidFill>
            <a:srgbClr val="3B739E">
              <a:alpha val="64000"/>
            </a:srgbClr>
          </a:solidFill>
          <a:ln w="0">
            <a:noFill/>
          </a:ln>
        </p:spPr>
        <p:txBody>
          <a:bodyPr/>
          <a:lstStyle/>
          <a:p>
            <a:endParaRPr lang="en-US"/>
          </a:p>
        </p:txBody>
      </p:sp>
      <p:sp>
        <p:nvSpPr>
          <p:cNvPr id="306" name="b/pca-ICBHI-079">
            <a:extLst>
              <a:ext uri="{FF2B5EF4-FFF2-40B4-BE49-F238E27FC236}">
                <a16:creationId xmlns:a16="http://schemas.microsoft.com/office/drawing/2014/main" id="{0B45E09F-2D3A-4358-AD84-E4230FCA5864}"/>
              </a:ext>
            </a:extLst>
          </p:cNvPr>
          <p:cNvSpPr>
            <a:spLocks noGrp="1"/>
          </p:cNvSpPr>
          <p:nvPr/>
        </p:nvSpPr>
        <p:spPr>
          <a:xfrm>
            <a:off x="482199" y="1630959"/>
            <a:ext cx="16618" cy="16618"/>
          </a:xfrm>
          <a:prstGeom prst="ellipse">
            <a:avLst/>
          </a:prstGeom>
          <a:solidFill>
            <a:srgbClr val="3B739E">
              <a:alpha val="64000"/>
            </a:srgbClr>
          </a:solidFill>
          <a:ln w="0">
            <a:noFill/>
          </a:ln>
        </p:spPr>
        <p:txBody>
          <a:bodyPr/>
          <a:lstStyle/>
          <a:p>
            <a:endParaRPr lang="en-US"/>
          </a:p>
        </p:txBody>
      </p:sp>
      <p:sp>
        <p:nvSpPr>
          <p:cNvPr id="307" name="b/pca-ICBHI-080">
            <a:extLst>
              <a:ext uri="{FF2B5EF4-FFF2-40B4-BE49-F238E27FC236}">
                <a16:creationId xmlns:a16="http://schemas.microsoft.com/office/drawing/2014/main" id="{EF00A324-F233-4254-87E2-197776BA4AE5}"/>
              </a:ext>
            </a:extLst>
          </p:cNvPr>
          <p:cNvSpPr>
            <a:spLocks noGrp="1"/>
          </p:cNvSpPr>
          <p:nvPr/>
        </p:nvSpPr>
        <p:spPr>
          <a:xfrm>
            <a:off x="482084" y="1643827"/>
            <a:ext cx="16618" cy="16618"/>
          </a:xfrm>
          <a:prstGeom prst="ellipse">
            <a:avLst/>
          </a:prstGeom>
          <a:solidFill>
            <a:srgbClr val="3B739E">
              <a:alpha val="64000"/>
            </a:srgbClr>
          </a:solidFill>
          <a:ln w="0">
            <a:noFill/>
          </a:ln>
        </p:spPr>
        <p:txBody>
          <a:bodyPr/>
          <a:lstStyle/>
          <a:p>
            <a:endParaRPr lang="en-US"/>
          </a:p>
        </p:txBody>
      </p:sp>
      <p:sp>
        <p:nvSpPr>
          <p:cNvPr id="308" name="b/pca-ICBHI-081">
            <a:extLst>
              <a:ext uri="{FF2B5EF4-FFF2-40B4-BE49-F238E27FC236}">
                <a16:creationId xmlns:a16="http://schemas.microsoft.com/office/drawing/2014/main" id="{68BAAD5C-B756-42C1-954A-033FE7D5CE56}"/>
              </a:ext>
            </a:extLst>
          </p:cNvPr>
          <p:cNvSpPr>
            <a:spLocks noGrp="1"/>
          </p:cNvSpPr>
          <p:nvPr/>
        </p:nvSpPr>
        <p:spPr>
          <a:xfrm>
            <a:off x="527873" y="1685463"/>
            <a:ext cx="16618" cy="16618"/>
          </a:xfrm>
          <a:prstGeom prst="ellipse">
            <a:avLst/>
          </a:prstGeom>
          <a:solidFill>
            <a:srgbClr val="3B739E">
              <a:alpha val="64000"/>
            </a:srgbClr>
          </a:solidFill>
          <a:ln w="0">
            <a:noFill/>
          </a:ln>
        </p:spPr>
        <p:txBody>
          <a:bodyPr/>
          <a:lstStyle/>
          <a:p>
            <a:endParaRPr lang="en-US"/>
          </a:p>
        </p:txBody>
      </p:sp>
      <p:sp>
        <p:nvSpPr>
          <p:cNvPr id="309" name="b/pca-ICBHI-082">
            <a:extLst>
              <a:ext uri="{FF2B5EF4-FFF2-40B4-BE49-F238E27FC236}">
                <a16:creationId xmlns:a16="http://schemas.microsoft.com/office/drawing/2014/main" id="{5018AE86-FDD7-47CE-AE03-58BA9691F770}"/>
              </a:ext>
            </a:extLst>
          </p:cNvPr>
          <p:cNvSpPr>
            <a:spLocks noGrp="1"/>
          </p:cNvSpPr>
          <p:nvPr/>
        </p:nvSpPr>
        <p:spPr>
          <a:xfrm>
            <a:off x="635193" y="1733912"/>
            <a:ext cx="16618" cy="16618"/>
          </a:xfrm>
          <a:prstGeom prst="ellipse">
            <a:avLst/>
          </a:prstGeom>
          <a:solidFill>
            <a:srgbClr val="3B739E">
              <a:alpha val="64000"/>
            </a:srgbClr>
          </a:solidFill>
          <a:ln w="0">
            <a:noFill/>
          </a:ln>
        </p:spPr>
        <p:txBody>
          <a:bodyPr/>
          <a:lstStyle/>
          <a:p>
            <a:endParaRPr lang="en-US"/>
          </a:p>
        </p:txBody>
      </p:sp>
      <p:sp>
        <p:nvSpPr>
          <p:cNvPr id="310" name="b/pca-ICBHI-083">
            <a:extLst>
              <a:ext uri="{FF2B5EF4-FFF2-40B4-BE49-F238E27FC236}">
                <a16:creationId xmlns:a16="http://schemas.microsoft.com/office/drawing/2014/main" id="{BE83CE86-EB9B-4FE9-8CFC-E05E76202B33}"/>
              </a:ext>
            </a:extLst>
          </p:cNvPr>
          <p:cNvSpPr>
            <a:spLocks noGrp="1"/>
          </p:cNvSpPr>
          <p:nvPr/>
        </p:nvSpPr>
        <p:spPr>
          <a:xfrm>
            <a:off x="474132" y="1664077"/>
            <a:ext cx="16618" cy="16618"/>
          </a:xfrm>
          <a:prstGeom prst="ellipse">
            <a:avLst/>
          </a:prstGeom>
          <a:solidFill>
            <a:srgbClr val="3B739E">
              <a:alpha val="64000"/>
            </a:srgbClr>
          </a:solidFill>
          <a:ln w="0">
            <a:noFill/>
          </a:ln>
        </p:spPr>
        <p:txBody>
          <a:bodyPr/>
          <a:lstStyle/>
          <a:p>
            <a:endParaRPr lang="en-US"/>
          </a:p>
        </p:txBody>
      </p:sp>
      <p:sp>
        <p:nvSpPr>
          <p:cNvPr id="311" name="b/pca-ICBHI-084">
            <a:extLst>
              <a:ext uri="{FF2B5EF4-FFF2-40B4-BE49-F238E27FC236}">
                <a16:creationId xmlns:a16="http://schemas.microsoft.com/office/drawing/2014/main" id="{ADA338D5-28D2-482F-B9B6-0EF1DEDFF7AF}"/>
              </a:ext>
            </a:extLst>
          </p:cNvPr>
          <p:cNvSpPr>
            <a:spLocks noGrp="1"/>
          </p:cNvSpPr>
          <p:nvPr/>
        </p:nvSpPr>
        <p:spPr>
          <a:xfrm>
            <a:off x="526030" y="1664660"/>
            <a:ext cx="16618" cy="16618"/>
          </a:xfrm>
          <a:prstGeom prst="ellipse">
            <a:avLst/>
          </a:prstGeom>
          <a:solidFill>
            <a:srgbClr val="3B739E">
              <a:alpha val="64000"/>
            </a:srgbClr>
          </a:solidFill>
          <a:ln w="0">
            <a:noFill/>
          </a:ln>
        </p:spPr>
        <p:txBody>
          <a:bodyPr/>
          <a:lstStyle/>
          <a:p>
            <a:endParaRPr lang="en-US"/>
          </a:p>
        </p:txBody>
      </p:sp>
      <p:sp>
        <p:nvSpPr>
          <p:cNvPr id="312" name="b/pca-ICBHI-085">
            <a:extLst>
              <a:ext uri="{FF2B5EF4-FFF2-40B4-BE49-F238E27FC236}">
                <a16:creationId xmlns:a16="http://schemas.microsoft.com/office/drawing/2014/main" id="{8C27F1A7-2909-4CC0-A368-C6B43C0D1E62}"/>
              </a:ext>
            </a:extLst>
          </p:cNvPr>
          <p:cNvSpPr>
            <a:spLocks noGrp="1"/>
          </p:cNvSpPr>
          <p:nvPr/>
        </p:nvSpPr>
        <p:spPr>
          <a:xfrm>
            <a:off x="513082" y="1677894"/>
            <a:ext cx="16618" cy="16618"/>
          </a:xfrm>
          <a:prstGeom prst="ellipse">
            <a:avLst/>
          </a:prstGeom>
          <a:solidFill>
            <a:srgbClr val="3B739E">
              <a:alpha val="64000"/>
            </a:srgbClr>
          </a:solidFill>
          <a:ln w="0">
            <a:noFill/>
          </a:ln>
        </p:spPr>
        <p:txBody>
          <a:bodyPr/>
          <a:lstStyle/>
          <a:p>
            <a:endParaRPr lang="en-US"/>
          </a:p>
        </p:txBody>
      </p:sp>
      <p:sp>
        <p:nvSpPr>
          <p:cNvPr id="313" name="b/pca-ICBHI-086">
            <a:extLst>
              <a:ext uri="{FF2B5EF4-FFF2-40B4-BE49-F238E27FC236}">
                <a16:creationId xmlns:a16="http://schemas.microsoft.com/office/drawing/2014/main" id="{F312D90A-7E22-46F2-B22E-EAB801FA1A18}"/>
              </a:ext>
            </a:extLst>
          </p:cNvPr>
          <p:cNvSpPr>
            <a:spLocks noGrp="1"/>
          </p:cNvSpPr>
          <p:nvPr/>
        </p:nvSpPr>
        <p:spPr>
          <a:xfrm>
            <a:off x="707481" y="1752812"/>
            <a:ext cx="16618" cy="16618"/>
          </a:xfrm>
          <a:prstGeom prst="ellipse">
            <a:avLst/>
          </a:prstGeom>
          <a:solidFill>
            <a:srgbClr val="3B739E">
              <a:alpha val="64000"/>
            </a:srgbClr>
          </a:solidFill>
          <a:ln w="0">
            <a:noFill/>
          </a:ln>
        </p:spPr>
        <p:txBody>
          <a:bodyPr/>
          <a:lstStyle/>
          <a:p>
            <a:endParaRPr lang="en-US"/>
          </a:p>
        </p:txBody>
      </p:sp>
      <p:sp>
        <p:nvSpPr>
          <p:cNvPr id="314" name="b/pca-ICBHI-087">
            <a:extLst>
              <a:ext uri="{FF2B5EF4-FFF2-40B4-BE49-F238E27FC236}">
                <a16:creationId xmlns:a16="http://schemas.microsoft.com/office/drawing/2014/main" id="{480556E1-36E6-4121-9530-3C1AA63E18BB}"/>
              </a:ext>
            </a:extLst>
          </p:cNvPr>
          <p:cNvSpPr>
            <a:spLocks noGrp="1"/>
          </p:cNvSpPr>
          <p:nvPr/>
        </p:nvSpPr>
        <p:spPr>
          <a:xfrm>
            <a:off x="542735" y="1553025"/>
            <a:ext cx="16618" cy="16618"/>
          </a:xfrm>
          <a:prstGeom prst="ellipse">
            <a:avLst/>
          </a:prstGeom>
          <a:solidFill>
            <a:srgbClr val="3B739E">
              <a:alpha val="64000"/>
            </a:srgbClr>
          </a:solidFill>
          <a:ln w="0">
            <a:noFill/>
          </a:ln>
        </p:spPr>
        <p:txBody>
          <a:bodyPr/>
          <a:lstStyle/>
          <a:p>
            <a:endParaRPr lang="en-US"/>
          </a:p>
        </p:txBody>
      </p:sp>
      <p:sp>
        <p:nvSpPr>
          <p:cNvPr id="315" name="b/pca-ICBHI-088">
            <a:extLst>
              <a:ext uri="{FF2B5EF4-FFF2-40B4-BE49-F238E27FC236}">
                <a16:creationId xmlns:a16="http://schemas.microsoft.com/office/drawing/2014/main" id="{C9A837A4-11C3-433B-A57F-0F1AFBA653B2}"/>
              </a:ext>
            </a:extLst>
          </p:cNvPr>
          <p:cNvSpPr>
            <a:spLocks noGrp="1"/>
          </p:cNvSpPr>
          <p:nvPr/>
        </p:nvSpPr>
        <p:spPr>
          <a:xfrm>
            <a:off x="455853" y="1664716"/>
            <a:ext cx="16618" cy="16618"/>
          </a:xfrm>
          <a:prstGeom prst="ellipse">
            <a:avLst/>
          </a:prstGeom>
          <a:solidFill>
            <a:srgbClr val="3B739E">
              <a:alpha val="64000"/>
            </a:srgbClr>
          </a:solidFill>
          <a:ln w="0">
            <a:noFill/>
          </a:ln>
        </p:spPr>
        <p:txBody>
          <a:bodyPr/>
          <a:lstStyle/>
          <a:p>
            <a:endParaRPr lang="en-US"/>
          </a:p>
        </p:txBody>
      </p:sp>
      <p:sp>
        <p:nvSpPr>
          <p:cNvPr id="316" name="b/pca-ICBHI-089">
            <a:extLst>
              <a:ext uri="{FF2B5EF4-FFF2-40B4-BE49-F238E27FC236}">
                <a16:creationId xmlns:a16="http://schemas.microsoft.com/office/drawing/2014/main" id="{66350F8F-C840-4644-9D13-2E140E99FFC4}"/>
              </a:ext>
            </a:extLst>
          </p:cNvPr>
          <p:cNvSpPr>
            <a:spLocks noGrp="1"/>
          </p:cNvSpPr>
          <p:nvPr/>
        </p:nvSpPr>
        <p:spPr>
          <a:xfrm>
            <a:off x="480800" y="1678040"/>
            <a:ext cx="16618" cy="16618"/>
          </a:xfrm>
          <a:prstGeom prst="ellipse">
            <a:avLst/>
          </a:prstGeom>
          <a:solidFill>
            <a:srgbClr val="3B739E">
              <a:alpha val="64000"/>
            </a:srgbClr>
          </a:solidFill>
          <a:ln w="0">
            <a:noFill/>
          </a:ln>
        </p:spPr>
        <p:txBody>
          <a:bodyPr/>
          <a:lstStyle/>
          <a:p>
            <a:endParaRPr lang="en-US"/>
          </a:p>
        </p:txBody>
      </p:sp>
      <p:sp>
        <p:nvSpPr>
          <p:cNvPr id="317" name="b/pca-ICBHI-090">
            <a:extLst>
              <a:ext uri="{FF2B5EF4-FFF2-40B4-BE49-F238E27FC236}">
                <a16:creationId xmlns:a16="http://schemas.microsoft.com/office/drawing/2014/main" id="{2C69869D-B09A-4825-B174-382AE0C3BB53}"/>
              </a:ext>
            </a:extLst>
          </p:cNvPr>
          <p:cNvSpPr>
            <a:spLocks noGrp="1"/>
          </p:cNvSpPr>
          <p:nvPr/>
        </p:nvSpPr>
        <p:spPr>
          <a:xfrm>
            <a:off x="489301" y="1677243"/>
            <a:ext cx="16618" cy="16618"/>
          </a:xfrm>
          <a:prstGeom prst="ellipse">
            <a:avLst/>
          </a:prstGeom>
          <a:solidFill>
            <a:srgbClr val="3B739E">
              <a:alpha val="64000"/>
            </a:srgbClr>
          </a:solidFill>
          <a:ln w="0">
            <a:noFill/>
          </a:ln>
        </p:spPr>
        <p:txBody>
          <a:bodyPr/>
          <a:lstStyle/>
          <a:p>
            <a:endParaRPr lang="en-US"/>
          </a:p>
        </p:txBody>
      </p:sp>
      <p:sp>
        <p:nvSpPr>
          <p:cNvPr id="318" name="b/pca-ICBHI-091">
            <a:extLst>
              <a:ext uri="{FF2B5EF4-FFF2-40B4-BE49-F238E27FC236}">
                <a16:creationId xmlns:a16="http://schemas.microsoft.com/office/drawing/2014/main" id="{44324037-F869-4F7F-9F51-9EEAE48C6524}"/>
              </a:ext>
            </a:extLst>
          </p:cNvPr>
          <p:cNvSpPr>
            <a:spLocks noGrp="1"/>
          </p:cNvSpPr>
          <p:nvPr/>
        </p:nvSpPr>
        <p:spPr>
          <a:xfrm>
            <a:off x="535491" y="1686692"/>
            <a:ext cx="16618" cy="16618"/>
          </a:xfrm>
          <a:prstGeom prst="ellipse">
            <a:avLst/>
          </a:prstGeom>
          <a:solidFill>
            <a:srgbClr val="3B739E">
              <a:alpha val="64000"/>
            </a:srgbClr>
          </a:solidFill>
          <a:ln w="0">
            <a:noFill/>
          </a:ln>
        </p:spPr>
        <p:txBody>
          <a:bodyPr/>
          <a:lstStyle/>
          <a:p>
            <a:endParaRPr lang="en-US"/>
          </a:p>
        </p:txBody>
      </p:sp>
      <p:sp>
        <p:nvSpPr>
          <p:cNvPr id="319" name="b/pca-ICBHI-092">
            <a:extLst>
              <a:ext uri="{FF2B5EF4-FFF2-40B4-BE49-F238E27FC236}">
                <a16:creationId xmlns:a16="http://schemas.microsoft.com/office/drawing/2014/main" id="{FB1F40AC-EFC6-4DA8-8F05-7012F05AC12C}"/>
              </a:ext>
            </a:extLst>
          </p:cNvPr>
          <p:cNvSpPr>
            <a:spLocks noGrp="1"/>
          </p:cNvSpPr>
          <p:nvPr/>
        </p:nvSpPr>
        <p:spPr>
          <a:xfrm>
            <a:off x="515839" y="1673011"/>
            <a:ext cx="16618" cy="16618"/>
          </a:xfrm>
          <a:prstGeom prst="ellipse">
            <a:avLst/>
          </a:prstGeom>
          <a:solidFill>
            <a:srgbClr val="3B739E">
              <a:alpha val="64000"/>
            </a:srgbClr>
          </a:solidFill>
          <a:ln w="0">
            <a:noFill/>
          </a:ln>
        </p:spPr>
        <p:txBody>
          <a:bodyPr/>
          <a:lstStyle/>
          <a:p>
            <a:endParaRPr lang="en-US"/>
          </a:p>
        </p:txBody>
      </p:sp>
      <p:sp>
        <p:nvSpPr>
          <p:cNvPr id="320" name="b/pca-ICBHI-093">
            <a:extLst>
              <a:ext uri="{FF2B5EF4-FFF2-40B4-BE49-F238E27FC236}">
                <a16:creationId xmlns:a16="http://schemas.microsoft.com/office/drawing/2014/main" id="{71348102-49E7-4A68-B246-329F79B78D4E}"/>
              </a:ext>
            </a:extLst>
          </p:cNvPr>
          <p:cNvSpPr>
            <a:spLocks noGrp="1"/>
          </p:cNvSpPr>
          <p:nvPr/>
        </p:nvSpPr>
        <p:spPr>
          <a:xfrm>
            <a:off x="469165" y="1667246"/>
            <a:ext cx="16618" cy="16618"/>
          </a:xfrm>
          <a:prstGeom prst="ellipse">
            <a:avLst/>
          </a:prstGeom>
          <a:solidFill>
            <a:srgbClr val="3B739E">
              <a:alpha val="64000"/>
            </a:srgbClr>
          </a:solidFill>
          <a:ln w="0">
            <a:noFill/>
          </a:ln>
        </p:spPr>
        <p:txBody>
          <a:bodyPr/>
          <a:lstStyle/>
          <a:p>
            <a:endParaRPr lang="en-US"/>
          </a:p>
        </p:txBody>
      </p:sp>
      <p:sp>
        <p:nvSpPr>
          <p:cNvPr id="321" name="b/pca-ICBHI-094">
            <a:extLst>
              <a:ext uri="{FF2B5EF4-FFF2-40B4-BE49-F238E27FC236}">
                <a16:creationId xmlns:a16="http://schemas.microsoft.com/office/drawing/2014/main" id="{A2686135-CE06-4F9E-9624-66BF7D99A56E}"/>
              </a:ext>
            </a:extLst>
          </p:cNvPr>
          <p:cNvSpPr>
            <a:spLocks noGrp="1"/>
          </p:cNvSpPr>
          <p:nvPr/>
        </p:nvSpPr>
        <p:spPr>
          <a:xfrm>
            <a:off x="530956" y="1667291"/>
            <a:ext cx="16618" cy="16618"/>
          </a:xfrm>
          <a:prstGeom prst="ellipse">
            <a:avLst/>
          </a:prstGeom>
          <a:solidFill>
            <a:srgbClr val="3B739E">
              <a:alpha val="64000"/>
            </a:srgbClr>
          </a:solidFill>
          <a:ln w="0">
            <a:noFill/>
          </a:ln>
        </p:spPr>
        <p:txBody>
          <a:bodyPr/>
          <a:lstStyle/>
          <a:p>
            <a:endParaRPr lang="en-US"/>
          </a:p>
        </p:txBody>
      </p:sp>
      <p:sp>
        <p:nvSpPr>
          <p:cNvPr id="322" name="b/pca-ICBHI-095">
            <a:extLst>
              <a:ext uri="{FF2B5EF4-FFF2-40B4-BE49-F238E27FC236}">
                <a16:creationId xmlns:a16="http://schemas.microsoft.com/office/drawing/2014/main" id="{FF9D6A42-7248-41AE-AF04-98E5016E1E6F}"/>
              </a:ext>
            </a:extLst>
          </p:cNvPr>
          <p:cNvSpPr>
            <a:spLocks noGrp="1"/>
          </p:cNvSpPr>
          <p:nvPr/>
        </p:nvSpPr>
        <p:spPr>
          <a:xfrm>
            <a:off x="557673" y="1668783"/>
            <a:ext cx="16618" cy="16618"/>
          </a:xfrm>
          <a:prstGeom prst="ellipse">
            <a:avLst/>
          </a:prstGeom>
          <a:solidFill>
            <a:srgbClr val="3B739E">
              <a:alpha val="64000"/>
            </a:srgbClr>
          </a:solidFill>
          <a:ln w="0">
            <a:noFill/>
          </a:ln>
        </p:spPr>
        <p:txBody>
          <a:bodyPr/>
          <a:lstStyle/>
          <a:p>
            <a:endParaRPr lang="en-US"/>
          </a:p>
        </p:txBody>
      </p:sp>
      <p:sp>
        <p:nvSpPr>
          <p:cNvPr id="323" name="b/pca-ICBHI-096">
            <a:extLst>
              <a:ext uri="{FF2B5EF4-FFF2-40B4-BE49-F238E27FC236}">
                <a16:creationId xmlns:a16="http://schemas.microsoft.com/office/drawing/2014/main" id="{35D62BE5-94A5-45D0-AA03-E95BC3358220}"/>
              </a:ext>
            </a:extLst>
          </p:cNvPr>
          <p:cNvSpPr>
            <a:spLocks noGrp="1"/>
          </p:cNvSpPr>
          <p:nvPr/>
        </p:nvSpPr>
        <p:spPr>
          <a:xfrm>
            <a:off x="470030" y="1660671"/>
            <a:ext cx="16618" cy="16618"/>
          </a:xfrm>
          <a:prstGeom prst="ellipse">
            <a:avLst/>
          </a:prstGeom>
          <a:solidFill>
            <a:srgbClr val="3B739E">
              <a:alpha val="64000"/>
            </a:srgbClr>
          </a:solidFill>
          <a:ln w="0">
            <a:noFill/>
          </a:ln>
        </p:spPr>
        <p:txBody>
          <a:bodyPr/>
          <a:lstStyle/>
          <a:p>
            <a:endParaRPr lang="en-US"/>
          </a:p>
        </p:txBody>
      </p:sp>
      <p:sp>
        <p:nvSpPr>
          <p:cNvPr id="324" name="b/pca-ICBHI-097">
            <a:extLst>
              <a:ext uri="{FF2B5EF4-FFF2-40B4-BE49-F238E27FC236}">
                <a16:creationId xmlns:a16="http://schemas.microsoft.com/office/drawing/2014/main" id="{7754C2E3-3DFC-4C87-9A43-D0C7E7B4BB79}"/>
              </a:ext>
            </a:extLst>
          </p:cNvPr>
          <p:cNvSpPr>
            <a:spLocks noGrp="1"/>
          </p:cNvSpPr>
          <p:nvPr/>
        </p:nvSpPr>
        <p:spPr>
          <a:xfrm>
            <a:off x="499278" y="1677524"/>
            <a:ext cx="16618" cy="16618"/>
          </a:xfrm>
          <a:prstGeom prst="ellipse">
            <a:avLst/>
          </a:prstGeom>
          <a:solidFill>
            <a:srgbClr val="3B739E">
              <a:alpha val="64000"/>
            </a:srgbClr>
          </a:solidFill>
          <a:ln w="0">
            <a:noFill/>
          </a:ln>
        </p:spPr>
        <p:txBody>
          <a:bodyPr/>
          <a:lstStyle/>
          <a:p>
            <a:endParaRPr lang="en-US"/>
          </a:p>
        </p:txBody>
      </p:sp>
      <p:sp>
        <p:nvSpPr>
          <p:cNvPr id="325" name="b/pca-ICBHI-098">
            <a:extLst>
              <a:ext uri="{FF2B5EF4-FFF2-40B4-BE49-F238E27FC236}">
                <a16:creationId xmlns:a16="http://schemas.microsoft.com/office/drawing/2014/main" id="{0B71DA73-27A4-4617-B4DA-0D1BB39E8A87}"/>
              </a:ext>
            </a:extLst>
          </p:cNvPr>
          <p:cNvSpPr>
            <a:spLocks noGrp="1"/>
          </p:cNvSpPr>
          <p:nvPr/>
        </p:nvSpPr>
        <p:spPr>
          <a:xfrm>
            <a:off x="466510" y="1658603"/>
            <a:ext cx="16618" cy="16618"/>
          </a:xfrm>
          <a:prstGeom prst="ellipse">
            <a:avLst/>
          </a:prstGeom>
          <a:solidFill>
            <a:srgbClr val="3B739E">
              <a:alpha val="64000"/>
            </a:srgbClr>
          </a:solidFill>
          <a:ln w="0">
            <a:noFill/>
          </a:ln>
        </p:spPr>
        <p:txBody>
          <a:bodyPr/>
          <a:lstStyle/>
          <a:p>
            <a:endParaRPr lang="en-US"/>
          </a:p>
        </p:txBody>
      </p:sp>
      <p:sp>
        <p:nvSpPr>
          <p:cNvPr id="326" name="b/pca-ICBHI-099">
            <a:extLst>
              <a:ext uri="{FF2B5EF4-FFF2-40B4-BE49-F238E27FC236}">
                <a16:creationId xmlns:a16="http://schemas.microsoft.com/office/drawing/2014/main" id="{7027170B-8318-4C8C-B89B-5A8A83D63BA2}"/>
              </a:ext>
            </a:extLst>
          </p:cNvPr>
          <p:cNvSpPr>
            <a:spLocks noGrp="1"/>
          </p:cNvSpPr>
          <p:nvPr/>
        </p:nvSpPr>
        <p:spPr>
          <a:xfrm>
            <a:off x="548574" y="1693367"/>
            <a:ext cx="16618" cy="16618"/>
          </a:xfrm>
          <a:prstGeom prst="ellipse">
            <a:avLst/>
          </a:prstGeom>
          <a:solidFill>
            <a:srgbClr val="3B739E">
              <a:alpha val="64000"/>
            </a:srgbClr>
          </a:solidFill>
          <a:ln w="0">
            <a:noFill/>
          </a:ln>
        </p:spPr>
        <p:txBody>
          <a:bodyPr/>
          <a:lstStyle/>
          <a:p>
            <a:endParaRPr lang="en-US"/>
          </a:p>
        </p:txBody>
      </p:sp>
      <p:sp>
        <p:nvSpPr>
          <p:cNvPr id="327" name="b/pca-ICBHI-100">
            <a:extLst>
              <a:ext uri="{FF2B5EF4-FFF2-40B4-BE49-F238E27FC236}">
                <a16:creationId xmlns:a16="http://schemas.microsoft.com/office/drawing/2014/main" id="{D28FB3B6-D3E6-4F9B-A067-567C072AA33D}"/>
              </a:ext>
            </a:extLst>
          </p:cNvPr>
          <p:cNvSpPr>
            <a:spLocks noGrp="1"/>
          </p:cNvSpPr>
          <p:nvPr/>
        </p:nvSpPr>
        <p:spPr>
          <a:xfrm>
            <a:off x="529382" y="1685780"/>
            <a:ext cx="16618" cy="16618"/>
          </a:xfrm>
          <a:prstGeom prst="ellipse">
            <a:avLst/>
          </a:prstGeom>
          <a:solidFill>
            <a:srgbClr val="3B739E">
              <a:alpha val="64000"/>
            </a:srgbClr>
          </a:solidFill>
          <a:ln w="0">
            <a:noFill/>
          </a:ln>
        </p:spPr>
        <p:txBody>
          <a:bodyPr/>
          <a:lstStyle/>
          <a:p>
            <a:endParaRPr lang="en-US"/>
          </a:p>
        </p:txBody>
      </p:sp>
      <p:sp>
        <p:nvSpPr>
          <p:cNvPr id="328" name="b/pca-ICBHI-101">
            <a:extLst>
              <a:ext uri="{FF2B5EF4-FFF2-40B4-BE49-F238E27FC236}">
                <a16:creationId xmlns:a16="http://schemas.microsoft.com/office/drawing/2014/main" id="{718510E5-9305-45CA-9718-E56C89ADD38E}"/>
              </a:ext>
            </a:extLst>
          </p:cNvPr>
          <p:cNvSpPr>
            <a:spLocks noGrp="1"/>
          </p:cNvSpPr>
          <p:nvPr/>
        </p:nvSpPr>
        <p:spPr>
          <a:xfrm>
            <a:off x="526252" y="1645675"/>
            <a:ext cx="16618" cy="16618"/>
          </a:xfrm>
          <a:prstGeom prst="ellipse">
            <a:avLst/>
          </a:prstGeom>
          <a:solidFill>
            <a:srgbClr val="3B739E">
              <a:alpha val="64000"/>
            </a:srgbClr>
          </a:solidFill>
          <a:ln w="0">
            <a:noFill/>
          </a:ln>
        </p:spPr>
        <p:txBody>
          <a:bodyPr/>
          <a:lstStyle/>
          <a:p>
            <a:endParaRPr lang="en-US"/>
          </a:p>
        </p:txBody>
      </p:sp>
      <p:sp>
        <p:nvSpPr>
          <p:cNvPr id="329" name="b/pca-ICBHI-102">
            <a:extLst>
              <a:ext uri="{FF2B5EF4-FFF2-40B4-BE49-F238E27FC236}">
                <a16:creationId xmlns:a16="http://schemas.microsoft.com/office/drawing/2014/main" id="{01F4239B-A7B4-4DBC-B630-D518E5E9E464}"/>
              </a:ext>
            </a:extLst>
          </p:cNvPr>
          <p:cNvSpPr>
            <a:spLocks noGrp="1"/>
          </p:cNvSpPr>
          <p:nvPr/>
        </p:nvSpPr>
        <p:spPr>
          <a:xfrm>
            <a:off x="497364" y="1567623"/>
            <a:ext cx="16618" cy="16618"/>
          </a:xfrm>
          <a:prstGeom prst="ellipse">
            <a:avLst/>
          </a:prstGeom>
          <a:solidFill>
            <a:srgbClr val="3B739E">
              <a:alpha val="64000"/>
            </a:srgbClr>
          </a:solidFill>
          <a:ln w="0">
            <a:noFill/>
          </a:ln>
        </p:spPr>
        <p:txBody>
          <a:bodyPr/>
          <a:lstStyle/>
          <a:p>
            <a:endParaRPr lang="en-US"/>
          </a:p>
        </p:txBody>
      </p:sp>
      <p:sp>
        <p:nvSpPr>
          <p:cNvPr id="330" name="b/pca-ICBHI-103">
            <a:extLst>
              <a:ext uri="{FF2B5EF4-FFF2-40B4-BE49-F238E27FC236}">
                <a16:creationId xmlns:a16="http://schemas.microsoft.com/office/drawing/2014/main" id="{BBF2A24F-47E4-4D22-A17F-66FC0FEB5D70}"/>
              </a:ext>
            </a:extLst>
          </p:cNvPr>
          <p:cNvSpPr>
            <a:spLocks noGrp="1"/>
          </p:cNvSpPr>
          <p:nvPr/>
        </p:nvSpPr>
        <p:spPr>
          <a:xfrm>
            <a:off x="513988" y="1684466"/>
            <a:ext cx="16618" cy="16618"/>
          </a:xfrm>
          <a:prstGeom prst="ellipse">
            <a:avLst/>
          </a:prstGeom>
          <a:solidFill>
            <a:srgbClr val="3B739E">
              <a:alpha val="64000"/>
            </a:srgbClr>
          </a:solidFill>
          <a:ln w="0">
            <a:noFill/>
          </a:ln>
        </p:spPr>
        <p:txBody>
          <a:bodyPr/>
          <a:lstStyle/>
          <a:p>
            <a:endParaRPr lang="en-US"/>
          </a:p>
        </p:txBody>
      </p:sp>
      <p:sp>
        <p:nvSpPr>
          <p:cNvPr id="331" name="b/pca-ICBHI-104">
            <a:extLst>
              <a:ext uri="{FF2B5EF4-FFF2-40B4-BE49-F238E27FC236}">
                <a16:creationId xmlns:a16="http://schemas.microsoft.com/office/drawing/2014/main" id="{D9028DC9-0658-4023-B954-D3E62BD4A880}"/>
              </a:ext>
            </a:extLst>
          </p:cNvPr>
          <p:cNvSpPr>
            <a:spLocks noGrp="1"/>
          </p:cNvSpPr>
          <p:nvPr/>
        </p:nvSpPr>
        <p:spPr>
          <a:xfrm>
            <a:off x="495770" y="1691153"/>
            <a:ext cx="16618" cy="16618"/>
          </a:xfrm>
          <a:prstGeom prst="ellipse">
            <a:avLst/>
          </a:prstGeom>
          <a:solidFill>
            <a:srgbClr val="3B739E">
              <a:alpha val="64000"/>
            </a:srgbClr>
          </a:solidFill>
          <a:ln w="0">
            <a:noFill/>
          </a:ln>
        </p:spPr>
        <p:txBody>
          <a:bodyPr/>
          <a:lstStyle/>
          <a:p>
            <a:endParaRPr lang="en-US"/>
          </a:p>
        </p:txBody>
      </p:sp>
      <p:sp>
        <p:nvSpPr>
          <p:cNvPr id="332" name="b/pca-ICBHI-105">
            <a:extLst>
              <a:ext uri="{FF2B5EF4-FFF2-40B4-BE49-F238E27FC236}">
                <a16:creationId xmlns:a16="http://schemas.microsoft.com/office/drawing/2014/main" id="{A61A0B5E-1AA1-4E66-958D-04A2A160FC1B}"/>
              </a:ext>
            </a:extLst>
          </p:cNvPr>
          <p:cNvSpPr>
            <a:spLocks noGrp="1"/>
          </p:cNvSpPr>
          <p:nvPr/>
        </p:nvSpPr>
        <p:spPr>
          <a:xfrm>
            <a:off x="520658" y="1664837"/>
            <a:ext cx="16618" cy="16618"/>
          </a:xfrm>
          <a:prstGeom prst="ellipse">
            <a:avLst/>
          </a:prstGeom>
          <a:solidFill>
            <a:srgbClr val="3B739E">
              <a:alpha val="64000"/>
            </a:srgbClr>
          </a:solidFill>
          <a:ln w="0">
            <a:noFill/>
          </a:ln>
        </p:spPr>
        <p:txBody>
          <a:bodyPr/>
          <a:lstStyle/>
          <a:p>
            <a:endParaRPr lang="en-US"/>
          </a:p>
        </p:txBody>
      </p:sp>
      <p:sp>
        <p:nvSpPr>
          <p:cNvPr id="333" name="b/pca-ICBHI-106">
            <a:extLst>
              <a:ext uri="{FF2B5EF4-FFF2-40B4-BE49-F238E27FC236}">
                <a16:creationId xmlns:a16="http://schemas.microsoft.com/office/drawing/2014/main" id="{C8E492A6-2811-4E9A-BC4B-E777F10D68E4}"/>
              </a:ext>
            </a:extLst>
          </p:cNvPr>
          <p:cNvSpPr>
            <a:spLocks noGrp="1"/>
          </p:cNvSpPr>
          <p:nvPr/>
        </p:nvSpPr>
        <p:spPr>
          <a:xfrm>
            <a:off x="410935" y="1635086"/>
            <a:ext cx="16618" cy="16618"/>
          </a:xfrm>
          <a:prstGeom prst="ellipse">
            <a:avLst/>
          </a:prstGeom>
          <a:solidFill>
            <a:srgbClr val="3B739E">
              <a:alpha val="64000"/>
            </a:srgbClr>
          </a:solidFill>
          <a:ln w="0">
            <a:noFill/>
          </a:ln>
        </p:spPr>
        <p:txBody>
          <a:bodyPr/>
          <a:lstStyle/>
          <a:p>
            <a:endParaRPr lang="en-US"/>
          </a:p>
        </p:txBody>
      </p:sp>
      <p:sp>
        <p:nvSpPr>
          <p:cNvPr id="334" name="b/pca-ICBHI-107">
            <a:extLst>
              <a:ext uri="{FF2B5EF4-FFF2-40B4-BE49-F238E27FC236}">
                <a16:creationId xmlns:a16="http://schemas.microsoft.com/office/drawing/2014/main" id="{AB95B4E3-EF38-4B7F-AC41-C29ED721533C}"/>
              </a:ext>
            </a:extLst>
          </p:cNvPr>
          <p:cNvSpPr>
            <a:spLocks noGrp="1"/>
          </p:cNvSpPr>
          <p:nvPr/>
        </p:nvSpPr>
        <p:spPr>
          <a:xfrm>
            <a:off x="576041" y="1703251"/>
            <a:ext cx="16618" cy="16618"/>
          </a:xfrm>
          <a:prstGeom prst="ellipse">
            <a:avLst/>
          </a:prstGeom>
          <a:solidFill>
            <a:srgbClr val="3B739E">
              <a:alpha val="64000"/>
            </a:srgbClr>
          </a:solidFill>
          <a:ln w="0">
            <a:noFill/>
          </a:ln>
        </p:spPr>
        <p:txBody>
          <a:bodyPr/>
          <a:lstStyle/>
          <a:p>
            <a:endParaRPr lang="en-US"/>
          </a:p>
        </p:txBody>
      </p:sp>
      <p:sp>
        <p:nvSpPr>
          <p:cNvPr id="335" name="b/pca-ICBHI-108">
            <a:extLst>
              <a:ext uri="{FF2B5EF4-FFF2-40B4-BE49-F238E27FC236}">
                <a16:creationId xmlns:a16="http://schemas.microsoft.com/office/drawing/2014/main" id="{5F91003C-F682-4753-A484-B08BBACD6E64}"/>
              </a:ext>
            </a:extLst>
          </p:cNvPr>
          <p:cNvSpPr>
            <a:spLocks noGrp="1"/>
          </p:cNvSpPr>
          <p:nvPr/>
        </p:nvSpPr>
        <p:spPr>
          <a:xfrm>
            <a:off x="528468" y="1684940"/>
            <a:ext cx="16618" cy="16618"/>
          </a:xfrm>
          <a:prstGeom prst="ellipse">
            <a:avLst/>
          </a:prstGeom>
          <a:solidFill>
            <a:srgbClr val="3B739E">
              <a:alpha val="64000"/>
            </a:srgbClr>
          </a:solidFill>
          <a:ln w="0">
            <a:noFill/>
          </a:ln>
        </p:spPr>
        <p:txBody>
          <a:bodyPr/>
          <a:lstStyle/>
          <a:p>
            <a:endParaRPr lang="en-US"/>
          </a:p>
        </p:txBody>
      </p:sp>
      <p:sp>
        <p:nvSpPr>
          <p:cNvPr id="336" name="b/pca-ICBHI-109">
            <a:extLst>
              <a:ext uri="{FF2B5EF4-FFF2-40B4-BE49-F238E27FC236}">
                <a16:creationId xmlns:a16="http://schemas.microsoft.com/office/drawing/2014/main" id="{F030A7B8-D357-489B-A6F5-0107537B91EB}"/>
              </a:ext>
            </a:extLst>
          </p:cNvPr>
          <p:cNvSpPr>
            <a:spLocks noGrp="1"/>
          </p:cNvSpPr>
          <p:nvPr/>
        </p:nvSpPr>
        <p:spPr>
          <a:xfrm>
            <a:off x="467305" y="1677031"/>
            <a:ext cx="16618" cy="16618"/>
          </a:xfrm>
          <a:prstGeom prst="ellipse">
            <a:avLst/>
          </a:prstGeom>
          <a:solidFill>
            <a:srgbClr val="3B739E">
              <a:alpha val="64000"/>
            </a:srgbClr>
          </a:solidFill>
          <a:ln w="0">
            <a:noFill/>
          </a:ln>
        </p:spPr>
        <p:txBody>
          <a:bodyPr/>
          <a:lstStyle/>
          <a:p>
            <a:endParaRPr lang="en-US"/>
          </a:p>
        </p:txBody>
      </p:sp>
      <p:sp>
        <p:nvSpPr>
          <p:cNvPr id="337" name="b/pca-ICBHI-110">
            <a:extLst>
              <a:ext uri="{FF2B5EF4-FFF2-40B4-BE49-F238E27FC236}">
                <a16:creationId xmlns:a16="http://schemas.microsoft.com/office/drawing/2014/main" id="{6C8D17FD-C7FC-4550-87D3-F7909B393F79}"/>
              </a:ext>
            </a:extLst>
          </p:cNvPr>
          <p:cNvSpPr>
            <a:spLocks noGrp="1"/>
          </p:cNvSpPr>
          <p:nvPr/>
        </p:nvSpPr>
        <p:spPr>
          <a:xfrm>
            <a:off x="521067" y="1673865"/>
            <a:ext cx="16618" cy="16618"/>
          </a:xfrm>
          <a:prstGeom prst="ellipse">
            <a:avLst/>
          </a:prstGeom>
          <a:solidFill>
            <a:srgbClr val="3B739E">
              <a:alpha val="64000"/>
            </a:srgbClr>
          </a:solidFill>
          <a:ln w="0">
            <a:noFill/>
          </a:ln>
        </p:spPr>
        <p:txBody>
          <a:bodyPr/>
          <a:lstStyle/>
          <a:p>
            <a:endParaRPr lang="en-US"/>
          </a:p>
        </p:txBody>
      </p:sp>
      <p:sp>
        <p:nvSpPr>
          <p:cNvPr id="338" name="b/pca-ICBHI-111">
            <a:extLst>
              <a:ext uri="{FF2B5EF4-FFF2-40B4-BE49-F238E27FC236}">
                <a16:creationId xmlns:a16="http://schemas.microsoft.com/office/drawing/2014/main" id="{99DF5C53-AF2A-4F86-9583-DF44BDFDBE06}"/>
              </a:ext>
            </a:extLst>
          </p:cNvPr>
          <p:cNvSpPr>
            <a:spLocks noGrp="1"/>
          </p:cNvSpPr>
          <p:nvPr/>
        </p:nvSpPr>
        <p:spPr>
          <a:xfrm>
            <a:off x="469399" y="1677835"/>
            <a:ext cx="16618" cy="16618"/>
          </a:xfrm>
          <a:prstGeom prst="ellipse">
            <a:avLst/>
          </a:prstGeom>
          <a:solidFill>
            <a:srgbClr val="3B739E">
              <a:alpha val="64000"/>
            </a:srgbClr>
          </a:solidFill>
          <a:ln w="0">
            <a:noFill/>
          </a:ln>
        </p:spPr>
        <p:txBody>
          <a:bodyPr/>
          <a:lstStyle/>
          <a:p>
            <a:endParaRPr lang="en-US"/>
          </a:p>
        </p:txBody>
      </p:sp>
      <p:sp>
        <p:nvSpPr>
          <p:cNvPr id="339" name="b/pca-ICBHI-112">
            <a:extLst>
              <a:ext uri="{FF2B5EF4-FFF2-40B4-BE49-F238E27FC236}">
                <a16:creationId xmlns:a16="http://schemas.microsoft.com/office/drawing/2014/main" id="{447F2980-FC9C-4D54-B8DF-DDFCEBC9FFD8}"/>
              </a:ext>
            </a:extLst>
          </p:cNvPr>
          <p:cNvSpPr>
            <a:spLocks noGrp="1"/>
          </p:cNvSpPr>
          <p:nvPr/>
        </p:nvSpPr>
        <p:spPr>
          <a:xfrm>
            <a:off x="531536" y="1675809"/>
            <a:ext cx="16618" cy="16618"/>
          </a:xfrm>
          <a:prstGeom prst="ellipse">
            <a:avLst/>
          </a:prstGeom>
          <a:solidFill>
            <a:srgbClr val="3B739E">
              <a:alpha val="64000"/>
            </a:srgbClr>
          </a:solidFill>
          <a:ln w="0">
            <a:noFill/>
          </a:ln>
        </p:spPr>
        <p:txBody>
          <a:bodyPr/>
          <a:lstStyle/>
          <a:p>
            <a:endParaRPr lang="en-US"/>
          </a:p>
        </p:txBody>
      </p:sp>
      <p:sp>
        <p:nvSpPr>
          <p:cNvPr id="340" name="b/pca-ICBHI-113">
            <a:extLst>
              <a:ext uri="{FF2B5EF4-FFF2-40B4-BE49-F238E27FC236}">
                <a16:creationId xmlns:a16="http://schemas.microsoft.com/office/drawing/2014/main" id="{635A7409-4E5A-484F-9977-1F4810FDD974}"/>
              </a:ext>
            </a:extLst>
          </p:cNvPr>
          <p:cNvSpPr>
            <a:spLocks noGrp="1"/>
          </p:cNvSpPr>
          <p:nvPr/>
        </p:nvSpPr>
        <p:spPr>
          <a:xfrm>
            <a:off x="497952" y="1645060"/>
            <a:ext cx="16618" cy="16618"/>
          </a:xfrm>
          <a:prstGeom prst="ellipse">
            <a:avLst/>
          </a:prstGeom>
          <a:solidFill>
            <a:srgbClr val="3B739E">
              <a:alpha val="64000"/>
            </a:srgbClr>
          </a:solidFill>
          <a:ln w="0">
            <a:noFill/>
          </a:ln>
        </p:spPr>
        <p:txBody>
          <a:bodyPr/>
          <a:lstStyle/>
          <a:p>
            <a:endParaRPr lang="en-US"/>
          </a:p>
        </p:txBody>
      </p:sp>
      <p:sp>
        <p:nvSpPr>
          <p:cNvPr id="341" name="b/pca-ICBHI-114">
            <a:extLst>
              <a:ext uri="{FF2B5EF4-FFF2-40B4-BE49-F238E27FC236}">
                <a16:creationId xmlns:a16="http://schemas.microsoft.com/office/drawing/2014/main" id="{C8CD3E75-9FB8-48C3-8DBC-23C42D5E4E7E}"/>
              </a:ext>
            </a:extLst>
          </p:cNvPr>
          <p:cNvSpPr>
            <a:spLocks noGrp="1"/>
          </p:cNvSpPr>
          <p:nvPr/>
        </p:nvSpPr>
        <p:spPr>
          <a:xfrm>
            <a:off x="512893" y="1664011"/>
            <a:ext cx="16618" cy="16618"/>
          </a:xfrm>
          <a:prstGeom prst="ellipse">
            <a:avLst/>
          </a:prstGeom>
          <a:solidFill>
            <a:srgbClr val="3B739E">
              <a:alpha val="64000"/>
            </a:srgbClr>
          </a:solidFill>
          <a:ln w="0">
            <a:noFill/>
          </a:ln>
        </p:spPr>
        <p:txBody>
          <a:bodyPr/>
          <a:lstStyle/>
          <a:p>
            <a:endParaRPr lang="en-US"/>
          </a:p>
        </p:txBody>
      </p:sp>
      <p:sp>
        <p:nvSpPr>
          <p:cNvPr id="342" name="b/pca-ICBHI-115">
            <a:extLst>
              <a:ext uri="{FF2B5EF4-FFF2-40B4-BE49-F238E27FC236}">
                <a16:creationId xmlns:a16="http://schemas.microsoft.com/office/drawing/2014/main" id="{A06D0D2E-E011-4C4A-B766-787E82D36268}"/>
              </a:ext>
            </a:extLst>
          </p:cNvPr>
          <p:cNvSpPr>
            <a:spLocks noGrp="1"/>
          </p:cNvSpPr>
          <p:nvPr/>
        </p:nvSpPr>
        <p:spPr>
          <a:xfrm>
            <a:off x="460719" y="1641708"/>
            <a:ext cx="16618" cy="16618"/>
          </a:xfrm>
          <a:prstGeom prst="ellipse">
            <a:avLst/>
          </a:prstGeom>
          <a:solidFill>
            <a:srgbClr val="3B739E">
              <a:alpha val="64000"/>
            </a:srgbClr>
          </a:solidFill>
          <a:ln w="0">
            <a:noFill/>
          </a:ln>
        </p:spPr>
        <p:txBody>
          <a:bodyPr/>
          <a:lstStyle/>
          <a:p>
            <a:endParaRPr lang="en-US"/>
          </a:p>
        </p:txBody>
      </p:sp>
      <p:sp>
        <p:nvSpPr>
          <p:cNvPr id="343" name="b/pca-ICBHI-116">
            <a:extLst>
              <a:ext uri="{FF2B5EF4-FFF2-40B4-BE49-F238E27FC236}">
                <a16:creationId xmlns:a16="http://schemas.microsoft.com/office/drawing/2014/main" id="{E94A1317-3B42-4F79-A620-85A1590E9CCF}"/>
              </a:ext>
            </a:extLst>
          </p:cNvPr>
          <p:cNvSpPr>
            <a:spLocks noGrp="1"/>
          </p:cNvSpPr>
          <p:nvPr/>
        </p:nvSpPr>
        <p:spPr>
          <a:xfrm>
            <a:off x="582670" y="1698651"/>
            <a:ext cx="16618" cy="16618"/>
          </a:xfrm>
          <a:prstGeom prst="ellipse">
            <a:avLst/>
          </a:prstGeom>
          <a:solidFill>
            <a:srgbClr val="3B739E">
              <a:alpha val="64000"/>
            </a:srgbClr>
          </a:solidFill>
          <a:ln w="0">
            <a:noFill/>
          </a:ln>
        </p:spPr>
        <p:txBody>
          <a:bodyPr/>
          <a:lstStyle/>
          <a:p>
            <a:endParaRPr lang="en-US"/>
          </a:p>
        </p:txBody>
      </p:sp>
      <p:sp>
        <p:nvSpPr>
          <p:cNvPr id="344" name="b/pca-ICBHI-117">
            <a:extLst>
              <a:ext uri="{FF2B5EF4-FFF2-40B4-BE49-F238E27FC236}">
                <a16:creationId xmlns:a16="http://schemas.microsoft.com/office/drawing/2014/main" id="{99164836-B936-4BF3-AD82-0D7A781A3F2F}"/>
              </a:ext>
            </a:extLst>
          </p:cNvPr>
          <p:cNvSpPr>
            <a:spLocks noGrp="1"/>
          </p:cNvSpPr>
          <p:nvPr/>
        </p:nvSpPr>
        <p:spPr>
          <a:xfrm>
            <a:off x="630134" y="1725602"/>
            <a:ext cx="16618" cy="16618"/>
          </a:xfrm>
          <a:prstGeom prst="ellipse">
            <a:avLst/>
          </a:prstGeom>
          <a:solidFill>
            <a:srgbClr val="3B739E">
              <a:alpha val="64000"/>
            </a:srgbClr>
          </a:solidFill>
          <a:ln w="0">
            <a:noFill/>
          </a:ln>
        </p:spPr>
        <p:txBody>
          <a:bodyPr/>
          <a:lstStyle/>
          <a:p>
            <a:endParaRPr lang="en-US"/>
          </a:p>
        </p:txBody>
      </p:sp>
      <p:sp>
        <p:nvSpPr>
          <p:cNvPr id="345" name="b/pca-ICBHI-118">
            <a:extLst>
              <a:ext uri="{FF2B5EF4-FFF2-40B4-BE49-F238E27FC236}">
                <a16:creationId xmlns:a16="http://schemas.microsoft.com/office/drawing/2014/main" id="{783F59DC-42CB-4D1C-A62F-0057E8EAC901}"/>
              </a:ext>
            </a:extLst>
          </p:cNvPr>
          <p:cNvSpPr>
            <a:spLocks noGrp="1"/>
          </p:cNvSpPr>
          <p:nvPr/>
        </p:nvSpPr>
        <p:spPr>
          <a:xfrm>
            <a:off x="486072" y="1619279"/>
            <a:ext cx="16618" cy="16618"/>
          </a:xfrm>
          <a:prstGeom prst="ellipse">
            <a:avLst/>
          </a:prstGeom>
          <a:solidFill>
            <a:srgbClr val="3B739E">
              <a:alpha val="64000"/>
            </a:srgbClr>
          </a:solidFill>
          <a:ln w="0">
            <a:noFill/>
          </a:ln>
        </p:spPr>
        <p:txBody>
          <a:bodyPr/>
          <a:lstStyle/>
          <a:p>
            <a:endParaRPr lang="en-US"/>
          </a:p>
        </p:txBody>
      </p:sp>
      <p:sp>
        <p:nvSpPr>
          <p:cNvPr id="346" name="b/pca-ICBHI-119">
            <a:extLst>
              <a:ext uri="{FF2B5EF4-FFF2-40B4-BE49-F238E27FC236}">
                <a16:creationId xmlns:a16="http://schemas.microsoft.com/office/drawing/2014/main" id="{39545039-46CC-4727-A3B0-DE02FE418FE0}"/>
              </a:ext>
            </a:extLst>
          </p:cNvPr>
          <p:cNvSpPr>
            <a:spLocks noGrp="1"/>
          </p:cNvSpPr>
          <p:nvPr/>
        </p:nvSpPr>
        <p:spPr>
          <a:xfrm>
            <a:off x="617562" y="1704267"/>
            <a:ext cx="16618" cy="16618"/>
          </a:xfrm>
          <a:prstGeom prst="ellipse">
            <a:avLst/>
          </a:prstGeom>
          <a:solidFill>
            <a:srgbClr val="3B739E">
              <a:alpha val="64000"/>
            </a:srgbClr>
          </a:solidFill>
          <a:ln w="0">
            <a:noFill/>
          </a:ln>
        </p:spPr>
        <p:txBody>
          <a:bodyPr/>
          <a:lstStyle/>
          <a:p>
            <a:endParaRPr lang="en-US"/>
          </a:p>
        </p:txBody>
      </p:sp>
      <p:sp>
        <p:nvSpPr>
          <p:cNvPr id="347" name="b/pca-ICBHI-120">
            <a:extLst>
              <a:ext uri="{FF2B5EF4-FFF2-40B4-BE49-F238E27FC236}">
                <a16:creationId xmlns:a16="http://schemas.microsoft.com/office/drawing/2014/main" id="{09828B63-2FD1-44DE-8319-315E839E7AC8}"/>
              </a:ext>
            </a:extLst>
          </p:cNvPr>
          <p:cNvSpPr>
            <a:spLocks noGrp="1"/>
          </p:cNvSpPr>
          <p:nvPr/>
        </p:nvSpPr>
        <p:spPr>
          <a:xfrm>
            <a:off x="538126" y="1713131"/>
            <a:ext cx="16618" cy="16618"/>
          </a:xfrm>
          <a:prstGeom prst="ellipse">
            <a:avLst/>
          </a:prstGeom>
          <a:solidFill>
            <a:srgbClr val="3B739E">
              <a:alpha val="64000"/>
            </a:srgbClr>
          </a:solidFill>
          <a:ln w="0">
            <a:noFill/>
          </a:ln>
        </p:spPr>
        <p:txBody>
          <a:bodyPr/>
          <a:lstStyle/>
          <a:p>
            <a:endParaRPr lang="en-US"/>
          </a:p>
        </p:txBody>
      </p:sp>
      <p:sp>
        <p:nvSpPr>
          <p:cNvPr id="348" name="b/pca-ICBHI-121">
            <a:extLst>
              <a:ext uri="{FF2B5EF4-FFF2-40B4-BE49-F238E27FC236}">
                <a16:creationId xmlns:a16="http://schemas.microsoft.com/office/drawing/2014/main" id="{0AE22C03-CF36-4A80-8B9E-B6D85746365F}"/>
              </a:ext>
            </a:extLst>
          </p:cNvPr>
          <p:cNvSpPr>
            <a:spLocks noGrp="1"/>
          </p:cNvSpPr>
          <p:nvPr/>
        </p:nvSpPr>
        <p:spPr>
          <a:xfrm>
            <a:off x="640181" y="1733391"/>
            <a:ext cx="16618" cy="16618"/>
          </a:xfrm>
          <a:prstGeom prst="ellipse">
            <a:avLst/>
          </a:prstGeom>
          <a:solidFill>
            <a:srgbClr val="3B739E">
              <a:alpha val="64000"/>
            </a:srgbClr>
          </a:solidFill>
          <a:ln w="0">
            <a:noFill/>
          </a:ln>
        </p:spPr>
        <p:txBody>
          <a:bodyPr/>
          <a:lstStyle/>
          <a:p>
            <a:endParaRPr lang="en-US"/>
          </a:p>
        </p:txBody>
      </p:sp>
      <p:sp>
        <p:nvSpPr>
          <p:cNvPr id="349" name="b/pca-ICBHI-122">
            <a:extLst>
              <a:ext uri="{FF2B5EF4-FFF2-40B4-BE49-F238E27FC236}">
                <a16:creationId xmlns:a16="http://schemas.microsoft.com/office/drawing/2014/main" id="{D06223BC-082B-4A3E-83C8-2891AA9CD336}"/>
              </a:ext>
            </a:extLst>
          </p:cNvPr>
          <p:cNvSpPr>
            <a:spLocks noGrp="1"/>
          </p:cNvSpPr>
          <p:nvPr/>
        </p:nvSpPr>
        <p:spPr>
          <a:xfrm>
            <a:off x="498165" y="1693807"/>
            <a:ext cx="16618" cy="16618"/>
          </a:xfrm>
          <a:prstGeom prst="ellipse">
            <a:avLst/>
          </a:prstGeom>
          <a:solidFill>
            <a:srgbClr val="3B739E">
              <a:alpha val="64000"/>
            </a:srgbClr>
          </a:solidFill>
          <a:ln w="0">
            <a:noFill/>
          </a:ln>
        </p:spPr>
        <p:txBody>
          <a:bodyPr/>
          <a:lstStyle/>
          <a:p>
            <a:endParaRPr lang="en-US"/>
          </a:p>
        </p:txBody>
      </p:sp>
      <p:sp>
        <p:nvSpPr>
          <p:cNvPr id="350" name="b/pca-ICBHI-123">
            <a:extLst>
              <a:ext uri="{FF2B5EF4-FFF2-40B4-BE49-F238E27FC236}">
                <a16:creationId xmlns:a16="http://schemas.microsoft.com/office/drawing/2014/main" id="{7E4A4689-8C35-4CCF-8491-B9ABEEBB6339}"/>
              </a:ext>
            </a:extLst>
          </p:cNvPr>
          <p:cNvSpPr>
            <a:spLocks noGrp="1"/>
          </p:cNvSpPr>
          <p:nvPr/>
        </p:nvSpPr>
        <p:spPr>
          <a:xfrm>
            <a:off x="484995" y="1600022"/>
            <a:ext cx="16618" cy="16618"/>
          </a:xfrm>
          <a:prstGeom prst="ellipse">
            <a:avLst/>
          </a:prstGeom>
          <a:solidFill>
            <a:srgbClr val="3B739E">
              <a:alpha val="64000"/>
            </a:srgbClr>
          </a:solidFill>
          <a:ln w="0">
            <a:noFill/>
          </a:ln>
        </p:spPr>
        <p:txBody>
          <a:bodyPr/>
          <a:lstStyle/>
          <a:p>
            <a:endParaRPr lang="en-US"/>
          </a:p>
        </p:txBody>
      </p:sp>
      <p:sp>
        <p:nvSpPr>
          <p:cNvPr id="351" name="b/pca-ICBHI-124">
            <a:extLst>
              <a:ext uri="{FF2B5EF4-FFF2-40B4-BE49-F238E27FC236}">
                <a16:creationId xmlns:a16="http://schemas.microsoft.com/office/drawing/2014/main" id="{CD85000E-65C4-4E34-A7F9-72A28480C4B2}"/>
              </a:ext>
            </a:extLst>
          </p:cNvPr>
          <p:cNvSpPr>
            <a:spLocks noGrp="1"/>
          </p:cNvSpPr>
          <p:nvPr/>
        </p:nvSpPr>
        <p:spPr>
          <a:xfrm>
            <a:off x="506620" y="1672381"/>
            <a:ext cx="16618" cy="16618"/>
          </a:xfrm>
          <a:prstGeom prst="ellipse">
            <a:avLst/>
          </a:prstGeom>
          <a:solidFill>
            <a:srgbClr val="3B739E">
              <a:alpha val="64000"/>
            </a:srgbClr>
          </a:solidFill>
          <a:ln w="0">
            <a:noFill/>
          </a:ln>
        </p:spPr>
        <p:txBody>
          <a:bodyPr/>
          <a:lstStyle/>
          <a:p>
            <a:endParaRPr lang="en-US"/>
          </a:p>
        </p:txBody>
      </p:sp>
      <p:sp>
        <p:nvSpPr>
          <p:cNvPr id="352" name="b/pca-ICBHI-125">
            <a:extLst>
              <a:ext uri="{FF2B5EF4-FFF2-40B4-BE49-F238E27FC236}">
                <a16:creationId xmlns:a16="http://schemas.microsoft.com/office/drawing/2014/main" id="{2A226C53-52C3-46BD-8490-BB9DC4A6BDDE}"/>
              </a:ext>
            </a:extLst>
          </p:cNvPr>
          <p:cNvSpPr>
            <a:spLocks noGrp="1"/>
          </p:cNvSpPr>
          <p:nvPr/>
        </p:nvSpPr>
        <p:spPr>
          <a:xfrm>
            <a:off x="619893" y="1729336"/>
            <a:ext cx="16618" cy="16618"/>
          </a:xfrm>
          <a:prstGeom prst="ellipse">
            <a:avLst/>
          </a:prstGeom>
          <a:solidFill>
            <a:srgbClr val="3B739E">
              <a:alpha val="64000"/>
            </a:srgbClr>
          </a:solidFill>
          <a:ln w="0">
            <a:noFill/>
          </a:ln>
        </p:spPr>
        <p:txBody>
          <a:bodyPr/>
          <a:lstStyle/>
          <a:p>
            <a:endParaRPr lang="en-US"/>
          </a:p>
        </p:txBody>
      </p:sp>
      <p:sp>
        <p:nvSpPr>
          <p:cNvPr id="353" name="b/pca-ICBHI-126">
            <a:extLst>
              <a:ext uri="{FF2B5EF4-FFF2-40B4-BE49-F238E27FC236}">
                <a16:creationId xmlns:a16="http://schemas.microsoft.com/office/drawing/2014/main" id="{F1A7B35B-D471-461A-8963-DDB29CC280F1}"/>
              </a:ext>
            </a:extLst>
          </p:cNvPr>
          <p:cNvSpPr>
            <a:spLocks noGrp="1"/>
          </p:cNvSpPr>
          <p:nvPr/>
        </p:nvSpPr>
        <p:spPr>
          <a:xfrm>
            <a:off x="528671" y="1670934"/>
            <a:ext cx="16618" cy="16618"/>
          </a:xfrm>
          <a:prstGeom prst="ellipse">
            <a:avLst/>
          </a:prstGeom>
          <a:solidFill>
            <a:srgbClr val="3B739E">
              <a:alpha val="64000"/>
            </a:srgbClr>
          </a:solidFill>
          <a:ln w="0">
            <a:noFill/>
          </a:ln>
        </p:spPr>
        <p:txBody>
          <a:bodyPr/>
          <a:lstStyle/>
          <a:p>
            <a:endParaRPr lang="en-US"/>
          </a:p>
        </p:txBody>
      </p:sp>
      <p:sp>
        <p:nvSpPr>
          <p:cNvPr id="354" name="b/pca-ICBHI-127">
            <a:extLst>
              <a:ext uri="{FF2B5EF4-FFF2-40B4-BE49-F238E27FC236}">
                <a16:creationId xmlns:a16="http://schemas.microsoft.com/office/drawing/2014/main" id="{35D508DD-D718-4494-8EBE-753D88CF549F}"/>
              </a:ext>
            </a:extLst>
          </p:cNvPr>
          <p:cNvSpPr>
            <a:spLocks noGrp="1"/>
          </p:cNvSpPr>
          <p:nvPr/>
        </p:nvSpPr>
        <p:spPr>
          <a:xfrm>
            <a:off x="487239" y="1685713"/>
            <a:ext cx="16618" cy="16618"/>
          </a:xfrm>
          <a:prstGeom prst="ellipse">
            <a:avLst/>
          </a:prstGeom>
          <a:solidFill>
            <a:srgbClr val="3B739E">
              <a:alpha val="64000"/>
            </a:srgbClr>
          </a:solidFill>
          <a:ln w="0">
            <a:noFill/>
          </a:ln>
        </p:spPr>
        <p:txBody>
          <a:bodyPr/>
          <a:lstStyle/>
          <a:p>
            <a:endParaRPr lang="en-US"/>
          </a:p>
        </p:txBody>
      </p:sp>
      <p:sp>
        <p:nvSpPr>
          <p:cNvPr id="355" name="b/pca-ICBHI-128">
            <a:extLst>
              <a:ext uri="{FF2B5EF4-FFF2-40B4-BE49-F238E27FC236}">
                <a16:creationId xmlns:a16="http://schemas.microsoft.com/office/drawing/2014/main" id="{30268199-5CFF-41BE-9FD4-1851734F0692}"/>
              </a:ext>
            </a:extLst>
          </p:cNvPr>
          <p:cNvSpPr>
            <a:spLocks noGrp="1"/>
          </p:cNvSpPr>
          <p:nvPr/>
        </p:nvSpPr>
        <p:spPr>
          <a:xfrm>
            <a:off x="544509" y="1715804"/>
            <a:ext cx="16618" cy="16618"/>
          </a:xfrm>
          <a:prstGeom prst="ellipse">
            <a:avLst/>
          </a:prstGeom>
          <a:solidFill>
            <a:srgbClr val="3B739E">
              <a:alpha val="64000"/>
            </a:srgbClr>
          </a:solidFill>
          <a:ln w="0">
            <a:noFill/>
          </a:ln>
        </p:spPr>
        <p:txBody>
          <a:bodyPr/>
          <a:lstStyle/>
          <a:p>
            <a:endParaRPr lang="en-US"/>
          </a:p>
        </p:txBody>
      </p:sp>
      <p:sp>
        <p:nvSpPr>
          <p:cNvPr id="356" name="b/pca-ICBHI-129">
            <a:extLst>
              <a:ext uri="{FF2B5EF4-FFF2-40B4-BE49-F238E27FC236}">
                <a16:creationId xmlns:a16="http://schemas.microsoft.com/office/drawing/2014/main" id="{9330C5D6-8954-4304-9F6B-5014ACD83D81}"/>
              </a:ext>
            </a:extLst>
          </p:cNvPr>
          <p:cNvSpPr>
            <a:spLocks noGrp="1"/>
          </p:cNvSpPr>
          <p:nvPr/>
        </p:nvSpPr>
        <p:spPr>
          <a:xfrm>
            <a:off x="504959" y="1667432"/>
            <a:ext cx="16618" cy="16618"/>
          </a:xfrm>
          <a:prstGeom prst="ellipse">
            <a:avLst/>
          </a:prstGeom>
          <a:solidFill>
            <a:srgbClr val="3B739E">
              <a:alpha val="64000"/>
            </a:srgbClr>
          </a:solidFill>
          <a:ln w="0">
            <a:noFill/>
          </a:ln>
        </p:spPr>
        <p:txBody>
          <a:bodyPr/>
          <a:lstStyle/>
          <a:p>
            <a:endParaRPr lang="en-US"/>
          </a:p>
        </p:txBody>
      </p:sp>
      <p:sp>
        <p:nvSpPr>
          <p:cNvPr id="357" name="b/pca-ICBHI-130">
            <a:extLst>
              <a:ext uri="{FF2B5EF4-FFF2-40B4-BE49-F238E27FC236}">
                <a16:creationId xmlns:a16="http://schemas.microsoft.com/office/drawing/2014/main" id="{AF9E8015-D2FC-432B-A74F-EFA33E7C6A56}"/>
              </a:ext>
            </a:extLst>
          </p:cNvPr>
          <p:cNvSpPr>
            <a:spLocks noGrp="1"/>
          </p:cNvSpPr>
          <p:nvPr/>
        </p:nvSpPr>
        <p:spPr>
          <a:xfrm>
            <a:off x="455219" y="1617154"/>
            <a:ext cx="16618" cy="16618"/>
          </a:xfrm>
          <a:prstGeom prst="ellipse">
            <a:avLst/>
          </a:prstGeom>
          <a:solidFill>
            <a:srgbClr val="3B739E">
              <a:alpha val="64000"/>
            </a:srgbClr>
          </a:solidFill>
          <a:ln w="0">
            <a:noFill/>
          </a:ln>
        </p:spPr>
        <p:txBody>
          <a:bodyPr/>
          <a:lstStyle/>
          <a:p>
            <a:endParaRPr lang="en-US"/>
          </a:p>
        </p:txBody>
      </p:sp>
      <p:sp>
        <p:nvSpPr>
          <p:cNvPr id="358" name="b/pca-ICBHI-131">
            <a:extLst>
              <a:ext uri="{FF2B5EF4-FFF2-40B4-BE49-F238E27FC236}">
                <a16:creationId xmlns:a16="http://schemas.microsoft.com/office/drawing/2014/main" id="{C8CDCC30-123D-4DE4-8164-00F6584D5719}"/>
              </a:ext>
            </a:extLst>
          </p:cNvPr>
          <p:cNvSpPr>
            <a:spLocks noGrp="1"/>
          </p:cNvSpPr>
          <p:nvPr/>
        </p:nvSpPr>
        <p:spPr>
          <a:xfrm>
            <a:off x="540217" y="1597003"/>
            <a:ext cx="16618" cy="16618"/>
          </a:xfrm>
          <a:prstGeom prst="ellipse">
            <a:avLst/>
          </a:prstGeom>
          <a:solidFill>
            <a:srgbClr val="3B739E">
              <a:alpha val="64000"/>
            </a:srgbClr>
          </a:solidFill>
          <a:ln w="0">
            <a:noFill/>
          </a:ln>
        </p:spPr>
        <p:txBody>
          <a:bodyPr/>
          <a:lstStyle/>
          <a:p>
            <a:endParaRPr lang="en-US"/>
          </a:p>
        </p:txBody>
      </p:sp>
      <p:sp>
        <p:nvSpPr>
          <p:cNvPr id="359" name="b/pca-ICBHI-132">
            <a:extLst>
              <a:ext uri="{FF2B5EF4-FFF2-40B4-BE49-F238E27FC236}">
                <a16:creationId xmlns:a16="http://schemas.microsoft.com/office/drawing/2014/main" id="{E4DEFC0E-E09E-4BD5-BB8E-FB5E7D84FBC4}"/>
              </a:ext>
            </a:extLst>
          </p:cNvPr>
          <p:cNvSpPr>
            <a:spLocks noGrp="1"/>
          </p:cNvSpPr>
          <p:nvPr/>
        </p:nvSpPr>
        <p:spPr>
          <a:xfrm>
            <a:off x="526600" y="1704834"/>
            <a:ext cx="16618" cy="16618"/>
          </a:xfrm>
          <a:prstGeom prst="ellipse">
            <a:avLst/>
          </a:prstGeom>
          <a:solidFill>
            <a:srgbClr val="3B739E">
              <a:alpha val="64000"/>
            </a:srgbClr>
          </a:solidFill>
          <a:ln w="0">
            <a:noFill/>
          </a:ln>
        </p:spPr>
        <p:txBody>
          <a:bodyPr/>
          <a:lstStyle/>
          <a:p>
            <a:endParaRPr lang="en-US"/>
          </a:p>
        </p:txBody>
      </p:sp>
      <p:sp>
        <p:nvSpPr>
          <p:cNvPr id="360" name="b/pca-ICBHI-133">
            <a:extLst>
              <a:ext uri="{FF2B5EF4-FFF2-40B4-BE49-F238E27FC236}">
                <a16:creationId xmlns:a16="http://schemas.microsoft.com/office/drawing/2014/main" id="{A4D59257-6A19-41BA-9682-B4E59D3F0F62}"/>
              </a:ext>
            </a:extLst>
          </p:cNvPr>
          <p:cNvSpPr>
            <a:spLocks noGrp="1"/>
          </p:cNvSpPr>
          <p:nvPr/>
        </p:nvSpPr>
        <p:spPr>
          <a:xfrm>
            <a:off x="609946" y="1544623"/>
            <a:ext cx="16618" cy="16618"/>
          </a:xfrm>
          <a:prstGeom prst="ellipse">
            <a:avLst/>
          </a:prstGeom>
          <a:solidFill>
            <a:srgbClr val="3B739E">
              <a:alpha val="64000"/>
            </a:srgbClr>
          </a:solidFill>
          <a:ln w="0">
            <a:noFill/>
          </a:ln>
        </p:spPr>
        <p:txBody>
          <a:bodyPr/>
          <a:lstStyle/>
          <a:p>
            <a:endParaRPr lang="en-US"/>
          </a:p>
        </p:txBody>
      </p:sp>
      <p:sp>
        <p:nvSpPr>
          <p:cNvPr id="361" name="b/pca-ICBHI-134">
            <a:extLst>
              <a:ext uri="{FF2B5EF4-FFF2-40B4-BE49-F238E27FC236}">
                <a16:creationId xmlns:a16="http://schemas.microsoft.com/office/drawing/2014/main" id="{2A3AA8AC-D335-4F7E-8143-E0CB76871403}"/>
              </a:ext>
            </a:extLst>
          </p:cNvPr>
          <p:cNvSpPr>
            <a:spLocks noGrp="1"/>
          </p:cNvSpPr>
          <p:nvPr/>
        </p:nvSpPr>
        <p:spPr>
          <a:xfrm>
            <a:off x="431804" y="1648873"/>
            <a:ext cx="16618" cy="16618"/>
          </a:xfrm>
          <a:prstGeom prst="ellipse">
            <a:avLst/>
          </a:prstGeom>
          <a:solidFill>
            <a:srgbClr val="3B739E">
              <a:alpha val="64000"/>
            </a:srgbClr>
          </a:solidFill>
          <a:ln w="0">
            <a:noFill/>
          </a:ln>
        </p:spPr>
        <p:txBody>
          <a:bodyPr/>
          <a:lstStyle/>
          <a:p>
            <a:endParaRPr lang="en-US"/>
          </a:p>
        </p:txBody>
      </p:sp>
      <p:sp>
        <p:nvSpPr>
          <p:cNvPr id="362" name="b/pca-ICBHI-135">
            <a:extLst>
              <a:ext uri="{FF2B5EF4-FFF2-40B4-BE49-F238E27FC236}">
                <a16:creationId xmlns:a16="http://schemas.microsoft.com/office/drawing/2014/main" id="{44A9C397-D9F9-4BDD-A847-25A0957CAF84}"/>
              </a:ext>
            </a:extLst>
          </p:cNvPr>
          <p:cNvSpPr>
            <a:spLocks noGrp="1"/>
          </p:cNvSpPr>
          <p:nvPr/>
        </p:nvSpPr>
        <p:spPr>
          <a:xfrm>
            <a:off x="507730" y="1685040"/>
            <a:ext cx="16618" cy="16618"/>
          </a:xfrm>
          <a:prstGeom prst="ellipse">
            <a:avLst/>
          </a:prstGeom>
          <a:solidFill>
            <a:srgbClr val="3B739E">
              <a:alpha val="64000"/>
            </a:srgbClr>
          </a:solidFill>
          <a:ln w="0">
            <a:noFill/>
          </a:ln>
        </p:spPr>
        <p:txBody>
          <a:bodyPr/>
          <a:lstStyle/>
          <a:p>
            <a:endParaRPr lang="en-US"/>
          </a:p>
        </p:txBody>
      </p:sp>
      <p:sp>
        <p:nvSpPr>
          <p:cNvPr id="363" name="b/pca-ICBHI-136">
            <a:extLst>
              <a:ext uri="{FF2B5EF4-FFF2-40B4-BE49-F238E27FC236}">
                <a16:creationId xmlns:a16="http://schemas.microsoft.com/office/drawing/2014/main" id="{9F74F504-178F-4899-8CB0-0563B756AFDC}"/>
              </a:ext>
            </a:extLst>
          </p:cNvPr>
          <p:cNvSpPr>
            <a:spLocks noGrp="1"/>
          </p:cNvSpPr>
          <p:nvPr/>
        </p:nvSpPr>
        <p:spPr>
          <a:xfrm>
            <a:off x="458652" y="1645261"/>
            <a:ext cx="16618" cy="16618"/>
          </a:xfrm>
          <a:prstGeom prst="ellipse">
            <a:avLst/>
          </a:prstGeom>
          <a:solidFill>
            <a:srgbClr val="3B739E">
              <a:alpha val="64000"/>
            </a:srgbClr>
          </a:solidFill>
          <a:ln w="0">
            <a:noFill/>
          </a:ln>
        </p:spPr>
        <p:txBody>
          <a:bodyPr/>
          <a:lstStyle/>
          <a:p>
            <a:endParaRPr lang="en-US"/>
          </a:p>
        </p:txBody>
      </p:sp>
      <p:sp>
        <p:nvSpPr>
          <p:cNvPr id="364" name="b/pca-ICBHI-137">
            <a:extLst>
              <a:ext uri="{FF2B5EF4-FFF2-40B4-BE49-F238E27FC236}">
                <a16:creationId xmlns:a16="http://schemas.microsoft.com/office/drawing/2014/main" id="{7B965C9F-4DE9-4F81-9F80-A32E8962D96A}"/>
              </a:ext>
            </a:extLst>
          </p:cNvPr>
          <p:cNvSpPr>
            <a:spLocks noGrp="1"/>
          </p:cNvSpPr>
          <p:nvPr/>
        </p:nvSpPr>
        <p:spPr>
          <a:xfrm>
            <a:off x="425583" y="1666616"/>
            <a:ext cx="16618" cy="16618"/>
          </a:xfrm>
          <a:prstGeom prst="ellipse">
            <a:avLst/>
          </a:prstGeom>
          <a:solidFill>
            <a:srgbClr val="3B739E">
              <a:alpha val="64000"/>
            </a:srgbClr>
          </a:solidFill>
          <a:ln w="0">
            <a:noFill/>
          </a:ln>
        </p:spPr>
        <p:txBody>
          <a:bodyPr/>
          <a:lstStyle/>
          <a:p>
            <a:endParaRPr lang="en-US"/>
          </a:p>
        </p:txBody>
      </p:sp>
      <p:sp>
        <p:nvSpPr>
          <p:cNvPr id="365" name="b/pca-ICBHI-138">
            <a:extLst>
              <a:ext uri="{FF2B5EF4-FFF2-40B4-BE49-F238E27FC236}">
                <a16:creationId xmlns:a16="http://schemas.microsoft.com/office/drawing/2014/main" id="{BA5CBC91-AEB8-4542-B2DB-49AE36579778}"/>
              </a:ext>
            </a:extLst>
          </p:cNvPr>
          <p:cNvSpPr>
            <a:spLocks noGrp="1"/>
          </p:cNvSpPr>
          <p:nvPr/>
        </p:nvSpPr>
        <p:spPr>
          <a:xfrm>
            <a:off x="530170" y="1697799"/>
            <a:ext cx="16618" cy="16618"/>
          </a:xfrm>
          <a:prstGeom prst="ellipse">
            <a:avLst/>
          </a:prstGeom>
          <a:solidFill>
            <a:srgbClr val="3B739E">
              <a:alpha val="64000"/>
            </a:srgbClr>
          </a:solidFill>
          <a:ln w="0">
            <a:noFill/>
          </a:ln>
        </p:spPr>
        <p:txBody>
          <a:bodyPr/>
          <a:lstStyle/>
          <a:p>
            <a:endParaRPr lang="en-US"/>
          </a:p>
        </p:txBody>
      </p:sp>
      <p:sp>
        <p:nvSpPr>
          <p:cNvPr id="366" name="b/pca-ICBHI-139">
            <a:extLst>
              <a:ext uri="{FF2B5EF4-FFF2-40B4-BE49-F238E27FC236}">
                <a16:creationId xmlns:a16="http://schemas.microsoft.com/office/drawing/2014/main" id="{A9DCC224-3E1E-4547-A449-B898F83E4D64}"/>
              </a:ext>
            </a:extLst>
          </p:cNvPr>
          <p:cNvSpPr>
            <a:spLocks noGrp="1"/>
          </p:cNvSpPr>
          <p:nvPr/>
        </p:nvSpPr>
        <p:spPr>
          <a:xfrm>
            <a:off x="518472" y="1682432"/>
            <a:ext cx="16618" cy="16618"/>
          </a:xfrm>
          <a:prstGeom prst="ellipse">
            <a:avLst/>
          </a:prstGeom>
          <a:solidFill>
            <a:srgbClr val="3B739E">
              <a:alpha val="64000"/>
            </a:srgbClr>
          </a:solidFill>
          <a:ln w="0">
            <a:noFill/>
          </a:ln>
        </p:spPr>
        <p:txBody>
          <a:bodyPr/>
          <a:lstStyle/>
          <a:p>
            <a:endParaRPr lang="en-US"/>
          </a:p>
        </p:txBody>
      </p:sp>
      <p:sp>
        <p:nvSpPr>
          <p:cNvPr id="367" name="b/pca-ICBHI-140">
            <a:extLst>
              <a:ext uri="{FF2B5EF4-FFF2-40B4-BE49-F238E27FC236}">
                <a16:creationId xmlns:a16="http://schemas.microsoft.com/office/drawing/2014/main" id="{B47DE8DB-0E4A-4B7D-9C86-C50ADEB25B78}"/>
              </a:ext>
            </a:extLst>
          </p:cNvPr>
          <p:cNvSpPr>
            <a:spLocks noGrp="1"/>
          </p:cNvSpPr>
          <p:nvPr/>
        </p:nvSpPr>
        <p:spPr>
          <a:xfrm>
            <a:off x="503559" y="1676892"/>
            <a:ext cx="16618" cy="16618"/>
          </a:xfrm>
          <a:prstGeom prst="ellipse">
            <a:avLst/>
          </a:prstGeom>
          <a:solidFill>
            <a:srgbClr val="3B739E">
              <a:alpha val="64000"/>
            </a:srgbClr>
          </a:solidFill>
          <a:ln w="0">
            <a:noFill/>
          </a:ln>
        </p:spPr>
        <p:txBody>
          <a:bodyPr/>
          <a:lstStyle/>
          <a:p>
            <a:endParaRPr lang="en-US"/>
          </a:p>
        </p:txBody>
      </p:sp>
      <p:sp>
        <p:nvSpPr>
          <p:cNvPr id="368" name="b/pca-ICBHI-141">
            <a:extLst>
              <a:ext uri="{FF2B5EF4-FFF2-40B4-BE49-F238E27FC236}">
                <a16:creationId xmlns:a16="http://schemas.microsoft.com/office/drawing/2014/main" id="{E963B211-CA96-482A-96AA-A2A6123043F3}"/>
              </a:ext>
            </a:extLst>
          </p:cNvPr>
          <p:cNvSpPr>
            <a:spLocks noGrp="1"/>
          </p:cNvSpPr>
          <p:nvPr/>
        </p:nvSpPr>
        <p:spPr>
          <a:xfrm>
            <a:off x="528986" y="1670716"/>
            <a:ext cx="16618" cy="16618"/>
          </a:xfrm>
          <a:prstGeom prst="ellipse">
            <a:avLst/>
          </a:prstGeom>
          <a:solidFill>
            <a:srgbClr val="3B739E">
              <a:alpha val="64000"/>
            </a:srgbClr>
          </a:solidFill>
          <a:ln w="0">
            <a:noFill/>
          </a:ln>
        </p:spPr>
        <p:txBody>
          <a:bodyPr/>
          <a:lstStyle/>
          <a:p>
            <a:endParaRPr lang="en-US"/>
          </a:p>
        </p:txBody>
      </p:sp>
      <p:sp>
        <p:nvSpPr>
          <p:cNvPr id="369" name="b/pca-ICBHI-142">
            <a:extLst>
              <a:ext uri="{FF2B5EF4-FFF2-40B4-BE49-F238E27FC236}">
                <a16:creationId xmlns:a16="http://schemas.microsoft.com/office/drawing/2014/main" id="{F601AE3F-AA39-4B4C-9986-EA1E1D3C9431}"/>
              </a:ext>
            </a:extLst>
          </p:cNvPr>
          <p:cNvSpPr>
            <a:spLocks noGrp="1"/>
          </p:cNvSpPr>
          <p:nvPr/>
        </p:nvSpPr>
        <p:spPr>
          <a:xfrm>
            <a:off x="720122" y="1654624"/>
            <a:ext cx="16618" cy="16618"/>
          </a:xfrm>
          <a:prstGeom prst="ellipse">
            <a:avLst/>
          </a:prstGeom>
          <a:solidFill>
            <a:srgbClr val="3B739E">
              <a:alpha val="64000"/>
            </a:srgbClr>
          </a:solidFill>
          <a:ln w="0">
            <a:noFill/>
          </a:ln>
        </p:spPr>
        <p:txBody>
          <a:bodyPr/>
          <a:lstStyle/>
          <a:p>
            <a:endParaRPr lang="en-US"/>
          </a:p>
        </p:txBody>
      </p:sp>
      <p:sp>
        <p:nvSpPr>
          <p:cNvPr id="370" name="b/pca-ICBHI-143">
            <a:extLst>
              <a:ext uri="{FF2B5EF4-FFF2-40B4-BE49-F238E27FC236}">
                <a16:creationId xmlns:a16="http://schemas.microsoft.com/office/drawing/2014/main" id="{45A9C3DF-6632-43FC-8EB5-304CEA20A9EC}"/>
              </a:ext>
            </a:extLst>
          </p:cNvPr>
          <p:cNvSpPr>
            <a:spLocks noGrp="1"/>
          </p:cNvSpPr>
          <p:nvPr/>
        </p:nvSpPr>
        <p:spPr>
          <a:xfrm>
            <a:off x="434914" y="1635452"/>
            <a:ext cx="16618" cy="16618"/>
          </a:xfrm>
          <a:prstGeom prst="ellipse">
            <a:avLst/>
          </a:prstGeom>
          <a:solidFill>
            <a:srgbClr val="3B739E">
              <a:alpha val="64000"/>
            </a:srgbClr>
          </a:solidFill>
          <a:ln w="0">
            <a:noFill/>
          </a:ln>
        </p:spPr>
        <p:txBody>
          <a:bodyPr/>
          <a:lstStyle/>
          <a:p>
            <a:endParaRPr lang="en-US"/>
          </a:p>
        </p:txBody>
      </p:sp>
      <p:sp>
        <p:nvSpPr>
          <p:cNvPr id="371" name="b/pca-ICBHI-144">
            <a:extLst>
              <a:ext uri="{FF2B5EF4-FFF2-40B4-BE49-F238E27FC236}">
                <a16:creationId xmlns:a16="http://schemas.microsoft.com/office/drawing/2014/main" id="{9279088C-5E59-4822-B7C1-F466CDB0A76B}"/>
              </a:ext>
            </a:extLst>
          </p:cNvPr>
          <p:cNvSpPr>
            <a:spLocks noGrp="1"/>
          </p:cNvSpPr>
          <p:nvPr/>
        </p:nvSpPr>
        <p:spPr>
          <a:xfrm>
            <a:off x="412864" y="1553055"/>
            <a:ext cx="16618" cy="16618"/>
          </a:xfrm>
          <a:prstGeom prst="ellipse">
            <a:avLst/>
          </a:prstGeom>
          <a:solidFill>
            <a:srgbClr val="3B739E">
              <a:alpha val="64000"/>
            </a:srgbClr>
          </a:solidFill>
          <a:ln w="0">
            <a:noFill/>
          </a:ln>
        </p:spPr>
        <p:txBody>
          <a:bodyPr/>
          <a:lstStyle/>
          <a:p>
            <a:endParaRPr lang="en-US"/>
          </a:p>
        </p:txBody>
      </p:sp>
      <p:sp>
        <p:nvSpPr>
          <p:cNvPr id="372" name="b/pca-ICBHI-145">
            <a:extLst>
              <a:ext uri="{FF2B5EF4-FFF2-40B4-BE49-F238E27FC236}">
                <a16:creationId xmlns:a16="http://schemas.microsoft.com/office/drawing/2014/main" id="{B9E2E189-55C5-46D5-B36D-A568A5D76E9B}"/>
              </a:ext>
            </a:extLst>
          </p:cNvPr>
          <p:cNvSpPr>
            <a:spLocks noGrp="1"/>
          </p:cNvSpPr>
          <p:nvPr/>
        </p:nvSpPr>
        <p:spPr>
          <a:xfrm>
            <a:off x="531562" y="1665748"/>
            <a:ext cx="16618" cy="16618"/>
          </a:xfrm>
          <a:prstGeom prst="ellipse">
            <a:avLst/>
          </a:prstGeom>
          <a:solidFill>
            <a:srgbClr val="3B739E">
              <a:alpha val="64000"/>
            </a:srgbClr>
          </a:solidFill>
          <a:ln w="0">
            <a:noFill/>
          </a:ln>
        </p:spPr>
        <p:txBody>
          <a:bodyPr/>
          <a:lstStyle/>
          <a:p>
            <a:endParaRPr lang="en-US"/>
          </a:p>
        </p:txBody>
      </p:sp>
      <p:sp>
        <p:nvSpPr>
          <p:cNvPr id="373" name="b/pca-ICBHI-146">
            <a:extLst>
              <a:ext uri="{FF2B5EF4-FFF2-40B4-BE49-F238E27FC236}">
                <a16:creationId xmlns:a16="http://schemas.microsoft.com/office/drawing/2014/main" id="{DCDC6B77-E1D0-4371-BB26-89934F912DDA}"/>
              </a:ext>
            </a:extLst>
          </p:cNvPr>
          <p:cNvSpPr>
            <a:spLocks noGrp="1"/>
          </p:cNvSpPr>
          <p:nvPr/>
        </p:nvSpPr>
        <p:spPr>
          <a:xfrm>
            <a:off x="587423" y="1714097"/>
            <a:ext cx="16618" cy="16618"/>
          </a:xfrm>
          <a:prstGeom prst="ellipse">
            <a:avLst/>
          </a:prstGeom>
          <a:solidFill>
            <a:srgbClr val="3B739E">
              <a:alpha val="64000"/>
            </a:srgbClr>
          </a:solidFill>
          <a:ln w="0">
            <a:noFill/>
          </a:ln>
        </p:spPr>
        <p:txBody>
          <a:bodyPr/>
          <a:lstStyle/>
          <a:p>
            <a:endParaRPr lang="en-US"/>
          </a:p>
        </p:txBody>
      </p:sp>
      <p:sp>
        <p:nvSpPr>
          <p:cNvPr id="374" name="b/pca-ICBHI-147">
            <a:extLst>
              <a:ext uri="{FF2B5EF4-FFF2-40B4-BE49-F238E27FC236}">
                <a16:creationId xmlns:a16="http://schemas.microsoft.com/office/drawing/2014/main" id="{4E3532F8-E4A0-46BB-A8D8-06DAEB90D1F9}"/>
              </a:ext>
            </a:extLst>
          </p:cNvPr>
          <p:cNvSpPr>
            <a:spLocks noGrp="1"/>
          </p:cNvSpPr>
          <p:nvPr/>
        </p:nvSpPr>
        <p:spPr>
          <a:xfrm>
            <a:off x="774510" y="1780622"/>
            <a:ext cx="16618" cy="16618"/>
          </a:xfrm>
          <a:prstGeom prst="ellipse">
            <a:avLst/>
          </a:prstGeom>
          <a:solidFill>
            <a:srgbClr val="3B739E">
              <a:alpha val="64000"/>
            </a:srgbClr>
          </a:solidFill>
          <a:ln w="0">
            <a:noFill/>
          </a:ln>
        </p:spPr>
        <p:txBody>
          <a:bodyPr/>
          <a:lstStyle/>
          <a:p>
            <a:endParaRPr lang="en-US"/>
          </a:p>
        </p:txBody>
      </p:sp>
      <p:sp>
        <p:nvSpPr>
          <p:cNvPr id="375" name="b/pca-ICBHI-148">
            <a:extLst>
              <a:ext uri="{FF2B5EF4-FFF2-40B4-BE49-F238E27FC236}">
                <a16:creationId xmlns:a16="http://schemas.microsoft.com/office/drawing/2014/main" id="{E3B7B706-21D0-461A-9BD9-ABBCA8B152D3}"/>
              </a:ext>
            </a:extLst>
          </p:cNvPr>
          <p:cNvSpPr>
            <a:spLocks noGrp="1"/>
          </p:cNvSpPr>
          <p:nvPr/>
        </p:nvSpPr>
        <p:spPr>
          <a:xfrm>
            <a:off x="569506" y="1705825"/>
            <a:ext cx="16618" cy="16618"/>
          </a:xfrm>
          <a:prstGeom prst="ellipse">
            <a:avLst/>
          </a:prstGeom>
          <a:solidFill>
            <a:srgbClr val="3B739E">
              <a:alpha val="64000"/>
            </a:srgbClr>
          </a:solidFill>
          <a:ln w="0">
            <a:noFill/>
          </a:ln>
        </p:spPr>
        <p:txBody>
          <a:bodyPr/>
          <a:lstStyle/>
          <a:p>
            <a:endParaRPr lang="en-US"/>
          </a:p>
        </p:txBody>
      </p:sp>
      <p:sp>
        <p:nvSpPr>
          <p:cNvPr id="376" name="b/pca-ICBHI-149">
            <a:extLst>
              <a:ext uri="{FF2B5EF4-FFF2-40B4-BE49-F238E27FC236}">
                <a16:creationId xmlns:a16="http://schemas.microsoft.com/office/drawing/2014/main" id="{8D626697-3E08-4B6B-A308-D8493E5B7373}"/>
              </a:ext>
            </a:extLst>
          </p:cNvPr>
          <p:cNvSpPr>
            <a:spLocks noGrp="1"/>
          </p:cNvSpPr>
          <p:nvPr/>
        </p:nvSpPr>
        <p:spPr>
          <a:xfrm>
            <a:off x="536564" y="1680426"/>
            <a:ext cx="16618" cy="16618"/>
          </a:xfrm>
          <a:prstGeom prst="ellipse">
            <a:avLst/>
          </a:prstGeom>
          <a:solidFill>
            <a:srgbClr val="3B739E">
              <a:alpha val="64000"/>
            </a:srgbClr>
          </a:solidFill>
          <a:ln w="0">
            <a:noFill/>
          </a:ln>
        </p:spPr>
        <p:txBody>
          <a:bodyPr/>
          <a:lstStyle/>
          <a:p>
            <a:endParaRPr lang="en-US"/>
          </a:p>
        </p:txBody>
      </p:sp>
      <p:sp>
        <p:nvSpPr>
          <p:cNvPr id="377" name="b/pca-ICBHI-150">
            <a:extLst>
              <a:ext uri="{FF2B5EF4-FFF2-40B4-BE49-F238E27FC236}">
                <a16:creationId xmlns:a16="http://schemas.microsoft.com/office/drawing/2014/main" id="{136582CA-D923-48C6-8B0D-0B1D2E493479}"/>
              </a:ext>
            </a:extLst>
          </p:cNvPr>
          <p:cNvSpPr>
            <a:spLocks noGrp="1"/>
          </p:cNvSpPr>
          <p:nvPr/>
        </p:nvSpPr>
        <p:spPr>
          <a:xfrm>
            <a:off x="518113" y="1640879"/>
            <a:ext cx="16618" cy="16618"/>
          </a:xfrm>
          <a:prstGeom prst="ellipse">
            <a:avLst/>
          </a:prstGeom>
          <a:solidFill>
            <a:srgbClr val="3B739E">
              <a:alpha val="64000"/>
            </a:srgbClr>
          </a:solidFill>
          <a:ln w="0">
            <a:noFill/>
          </a:ln>
        </p:spPr>
        <p:txBody>
          <a:bodyPr/>
          <a:lstStyle/>
          <a:p>
            <a:endParaRPr lang="en-US"/>
          </a:p>
        </p:txBody>
      </p:sp>
      <p:sp>
        <p:nvSpPr>
          <p:cNvPr id="378" name="b/pca-ICBHI-151">
            <a:extLst>
              <a:ext uri="{FF2B5EF4-FFF2-40B4-BE49-F238E27FC236}">
                <a16:creationId xmlns:a16="http://schemas.microsoft.com/office/drawing/2014/main" id="{0504DAF3-0AC6-4F90-BA06-CD8ECB60570C}"/>
              </a:ext>
            </a:extLst>
          </p:cNvPr>
          <p:cNvSpPr>
            <a:spLocks noGrp="1"/>
          </p:cNvSpPr>
          <p:nvPr/>
        </p:nvSpPr>
        <p:spPr>
          <a:xfrm>
            <a:off x="475193" y="1669450"/>
            <a:ext cx="16618" cy="16618"/>
          </a:xfrm>
          <a:prstGeom prst="ellipse">
            <a:avLst/>
          </a:prstGeom>
          <a:solidFill>
            <a:srgbClr val="3B739E">
              <a:alpha val="64000"/>
            </a:srgbClr>
          </a:solidFill>
          <a:ln w="0">
            <a:noFill/>
          </a:ln>
        </p:spPr>
        <p:txBody>
          <a:bodyPr/>
          <a:lstStyle/>
          <a:p>
            <a:endParaRPr lang="en-US"/>
          </a:p>
        </p:txBody>
      </p:sp>
      <p:sp>
        <p:nvSpPr>
          <p:cNvPr id="379" name="b/pca-ICBHI-152">
            <a:extLst>
              <a:ext uri="{FF2B5EF4-FFF2-40B4-BE49-F238E27FC236}">
                <a16:creationId xmlns:a16="http://schemas.microsoft.com/office/drawing/2014/main" id="{8A8A4EE4-1486-40CA-B7AD-BA6348DA1613}"/>
              </a:ext>
            </a:extLst>
          </p:cNvPr>
          <p:cNvSpPr>
            <a:spLocks noGrp="1"/>
          </p:cNvSpPr>
          <p:nvPr/>
        </p:nvSpPr>
        <p:spPr>
          <a:xfrm>
            <a:off x="494583" y="1681553"/>
            <a:ext cx="16618" cy="16618"/>
          </a:xfrm>
          <a:prstGeom prst="ellipse">
            <a:avLst/>
          </a:prstGeom>
          <a:solidFill>
            <a:srgbClr val="3B739E">
              <a:alpha val="64000"/>
            </a:srgbClr>
          </a:solidFill>
          <a:ln w="0">
            <a:noFill/>
          </a:ln>
        </p:spPr>
        <p:txBody>
          <a:bodyPr/>
          <a:lstStyle/>
          <a:p>
            <a:endParaRPr lang="en-US"/>
          </a:p>
        </p:txBody>
      </p:sp>
      <p:sp>
        <p:nvSpPr>
          <p:cNvPr id="380" name="b/pca-ICBHI-153">
            <a:extLst>
              <a:ext uri="{FF2B5EF4-FFF2-40B4-BE49-F238E27FC236}">
                <a16:creationId xmlns:a16="http://schemas.microsoft.com/office/drawing/2014/main" id="{CC7792E3-D799-4337-982A-0D7B9D94C6F9}"/>
              </a:ext>
            </a:extLst>
          </p:cNvPr>
          <p:cNvSpPr>
            <a:spLocks noGrp="1"/>
          </p:cNvSpPr>
          <p:nvPr/>
        </p:nvSpPr>
        <p:spPr>
          <a:xfrm>
            <a:off x="741154" y="1459471"/>
            <a:ext cx="16618" cy="16618"/>
          </a:xfrm>
          <a:prstGeom prst="ellipse">
            <a:avLst/>
          </a:prstGeom>
          <a:solidFill>
            <a:srgbClr val="3B739E">
              <a:alpha val="64000"/>
            </a:srgbClr>
          </a:solidFill>
          <a:ln w="0">
            <a:noFill/>
          </a:ln>
        </p:spPr>
        <p:txBody>
          <a:bodyPr/>
          <a:lstStyle/>
          <a:p>
            <a:endParaRPr lang="en-US"/>
          </a:p>
        </p:txBody>
      </p:sp>
      <p:sp>
        <p:nvSpPr>
          <p:cNvPr id="381" name="b/pca-ICBHI-154">
            <a:extLst>
              <a:ext uri="{FF2B5EF4-FFF2-40B4-BE49-F238E27FC236}">
                <a16:creationId xmlns:a16="http://schemas.microsoft.com/office/drawing/2014/main" id="{BF14DE68-9300-47CE-9869-E0713D699D87}"/>
              </a:ext>
            </a:extLst>
          </p:cNvPr>
          <p:cNvSpPr>
            <a:spLocks noGrp="1"/>
          </p:cNvSpPr>
          <p:nvPr/>
        </p:nvSpPr>
        <p:spPr>
          <a:xfrm>
            <a:off x="476184" y="1652473"/>
            <a:ext cx="16618" cy="16618"/>
          </a:xfrm>
          <a:prstGeom prst="ellipse">
            <a:avLst/>
          </a:prstGeom>
          <a:solidFill>
            <a:srgbClr val="3B739E">
              <a:alpha val="64000"/>
            </a:srgbClr>
          </a:solidFill>
          <a:ln w="0">
            <a:noFill/>
          </a:ln>
        </p:spPr>
        <p:txBody>
          <a:bodyPr/>
          <a:lstStyle/>
          <a:p>
            <a:endParaRPr lang="en-US"/>
          </a:p>
        </p:txBody>
      </p:sp>
      <p:sp>
        <p:nvSpPr>
          <p:cNvPr id="382" name="b/pca-ICBHI-155">
            <a:extLst>
              <a:ext uri="{FF2B5EF4-FFF2-40B4-BE49-F238E27FC236}">
                <a16:creationId xmlns:a16="http://schemas.microsoft.com/office/drawing/2014/main" id="{51A4BA4A-5E51-4D5B-9223-94CC2BA80CC4}"/>
              </a:ext>
            </a:extLst>
          </p:cNvPr>
          <p:cNvSpPr>
            <a:spLocks noGrp="1"/>
          </p:cNvSpPr>
          <p:nvPr/>
        </p:nvSpPr>
        <p:spPr>
          <a:xfrm>
            <a:off x="638344" y="1737883"/>
            <a:ext cx="16618" cy="16618"/>
          </a:xfrm>
          <a:prstGeom prst="ellipse">
            <a:avLst/>
          </a:prstGeom>
          <a:solidFill>
            <a:srgbClr val="3B739E">
              <a:alpha val="64000"/>
            </a:srgbClr>
          </a:solidFill>
          <a:ln w="0">
            <a:noFill/>
          </a:ln>
        </p:spPr>
        <p:txBody>
          <a:bodyPr/>
          <a:lstStyle/>
          <a:p>
            <a:endParaRPr lang="en-US"/>
          </a:p>
        </p:txBody>
      </p:sp>
      <p:sp>
        <p:nvSpPr>
          <p:cNvPr id="383" name="b/pca-ICBHI-156">
            <a:extLst>
              <a:ext uri="{FF2B5EF4-FFF2-40B4-BE49-F238E27FC236}">
                <a16:creationId xmlns:a16="http://schemas.microsoft.com/office/drawing/2014/main" id="{455CC8A6-C328-4521-8466-698EAD7CB5D0}"/>
              </a:ext>
            </a:extLst>
          </p:cNvPr>
          <p:cNvSpPr>
            <a:spLocks noGrp="1"/>
          </p:cNvSpPr>
          <p:nvPr/>
        </p:nvSpPr>
        <p:spPr>
          <a:xfrm>
            <a:off x="539992" y="1700050"/>
            <a:ext cx="16618" cy="16618"/>
          </a:xfrm>
          <a:prstGeom prst="ellipse">
            <a:avLst/>
          </a:prstGeom>
          <a:solidFill>
            <a:srgbClr val="3B739E">
              <a:alpha val="64000"/>
            </a:srgbClr>
          </a:solidFill>
          <a:ln w="0">
            <a:noFill/>
          </a:ln>
        </p:spPr>
        <p:txBody>
          <a:bodyPr/>
          <a:lstStyle/>
          <a:p>
            <a:endParaRPr lang="en-US"/>
          </a:p>
        </p:txBody>
      </p:sp>
      <p:sp>
        <p:nvSpPr>
          <p:cNvPr id="384" name="b/pca-ICBHI-157">
            <a:extLst>
              <a:ext uri="{FF2B5EF4-FFF2-40B4-BE49-F238E27FC236}">
                <a16:creationId xmlns:a16="http://schemas.microsoft.com/office/drawing/2014/main" id="{D15642D3-78FD-4B93-A4B3-35FCAEFE41CA}"/>
              </a:ext>
            </a:extLst>
          </p:cNvPr>
          <p:cNvSpPr>
            <a:spLocks noGrp="1"/>
          </p:cNvSpPr>
          <p:nvPr/>
        </p:nvSpPr>
        <p:spPr>
          <a:xfrm>
            <a:off x="455484" y="1642074"/>
            <a:ext cx="16618" cy="16618"/>
          </a:xfrm>
          <a:prstGeom prst="ellipse">
            <a:avLst/>
          </a:prstGeom>
          <a:solidFill>
            <a:srgbClr val="3B739E">
              <a:alpha val="64000"/>
            </a:srgbClr>
          </a:solidFill>
          <a:ln w="0">
            <a:noFill/>
          </a:ln>
        </p:spPr>
        <p:txBody>
          <a:bodyPr/>
          <a:lstStyle/>
          <a:p>
            <a:endParaRPr lang="en-US"/>
          </a:p>
        </p:txBody>
      </p:sp>
      <p:sp>
        <p:nvSpPr>
          <p:cNvPr id="385" name="b/pca-ICBHI-158">
            <a:extLst>
              <a:ext uri="{FF2B5EF4-FFF2-40B4-BE49-F238E27FC236}">
                <a16:creationId xmlns:a16="http://schemas.microsoft.com/office/drawing/2014/main" id="{A7C1B51A-8E21-4DA7-9A39-CEA50E566A01}"/>
              </a:ext>
            </a:extLst>
          </p:cNvPr>
          <p:cNvSpPr>
            <a:spLocks noGrp="1"/>
          </p:cNvSpPr>
          <p:nvPr/>
        </p:nvSpPr>
        <p:spPr>
          <a:xfrm>
            <a:off x="551989" y="1687068"/>
            <a:ext cx="16618" cy="16618"/>
          </a:xfrm>
          <a:prstGeom prst="ellipse">
            <a:avLst/>
          </a:prstGeom>
          <a:solidFill>
            <a:srgbClr val="3B739E">
              <a:alpha val="64000"/>
            </a:srgbClr>
          </a:solidFill>
          <a:ln w="0">
            <a:noFill/>
          </a:ln>
        </p:spPr>
        <p:txBody>
          <a:bodyPr/>
          <a:lstStyle/>
          <a:p>
            <a:endParaRPr lang="en-US"/>
          </a:p>
        </p:txBody>
      </p:sp>
      <p:sp>
        <p:nvSpPr>
          <p:cNvPr id="386" name="b/pca-ICBHI-159">
            <a:extLst>
              <a:ext uri="{FF2B5EF4-FFF2-40B4-BE49-F238E27FC236}">
                <a16:creationId xmlns:a16="http://schemas.microsoft.com/office/drawing/2014/main" id="{6CB10D16-B435-476E-851A-A514000EBE5D}"/>
              </a:ext>
            </a:extLst>
          </p:cNvPr>
          <p:cNvSpPr>
            <a:spLocks noGrp="1"/>
          </p:cNvSpPr>
          <p:nvPr/>
        </p:nvSpPr>
        <p:spPr>
          <a:xfrm>
            <a:off x="485328" y="1610852"/>
            <a:ext cx="16618" cy="16618"/>
          </a:xfrm>
          <a:prstGeom prst="ellipse">
            <a:avLst/>
          </a:prstGeom>
          <a:solidFill>
            <a:srgbClr val="3B739E">
              <a:alpha val="64000"/>
            </a:srgbClr>
          </a:solidFill>
          <a:ln w="0">
            <a:noFill/>
          </a:ln>
        </p:spPr>
        <p:txBody>
          <a:bodyPr/>
          <a:lstStyle/>
          <a:p>
            <a:endParaRPr lang="en-US"/>
          </a:p>
        </p:txBody>
      </p:sp>
      <p:sp>
        <p:nvSpPr>
          <p:cNvPr id="387" name="b/pca-ICBHI-160">
            <a:extLst>
              <a:ext uri="{FF2B5EF4-FFF2-40B4-BE49-F238E27FC236}">
                <a16:creationId xmlns:a16="http://schemas.microsoft.com/office/drawing/2014/main" id="{280D2436-D841-4D89-B1DC-841432D3B268}"/>
              </a:ext>
            </a:extLst>
          </p:cNvPr>
          <p:cNvSpPr>
            <a:spLocks noGrp="1"/>
          </p:cNvSpPr>
          <p:nvPr/>
        </p:nvSpPr>
        <p:spPr>
          <a:xfrm>
            <a:off x="572043" y="1674883"/>
            <a:ext cx="16618" cy="16618"/>
          </a:xfrm>
          <a:prstGeom prst="ellipse">
            <a:avLst/>
          </a:prstGeom>
          <a:solidFill>
            <a:srgbClr val="3B739E">
              <a:alpha val="64000"/>
            </a:srgbClr>
          </a:solidFill>
          <a:ln w="0">
            <a:noFill/>
          </a:ln>
        </p:spPr>
        <p:txBody>
          <a:bodyPr/>
          <a:lstStyle/>
          <a:p>
            <a:endParaRPr lang="en-US"/>
          </a:p>
        </p:txBody>
      </p:sp>
      <p:sp>
        <p:nvSpPr>
          <p:cNvPr id="388" name="b/pca-ICBHI-161">
            <a:extLst>
              <a:ext uri="{FF2B5EF4-FFF2-40B4-BE49-F238E27FC236}">
                <a16:creationId xmlns:a16="http://schemas.microsoft.com/office/drawing/2014/main" id="{90B5588C-D45A-4B93-AACD-9A0335B1D9EA}"/>
              </a:ext>
            </a:extLst>
          </p:cNvPr>
          <p:cNvSpPr>
            <a:spLocks noGrp="1"/>
          </p:cNvSpPr>
          <p:nvPr/>
        </p:nvSpPr>
        <p:spPr>
          <a:xfrm>
            <a:off x="545026" y="1705981"/>
            <a:ext cx="16618" cy="16618"/>
          </a:xfrm>
          <a:prstGeom prst="ellipse">
            <a:avLst/>
          </a:prstGeom>
          <a:solidFill>
            <a:srgbClr val="3B739E">
              <a:alpha val="64000"/>
            </a:srgbClr>
          </a:solidFill>
          <a:ln w="0">
            <a:noFill/>
          </a:ln>
        </p:spPr>
        <p:txBody>
          <a:bodyPr/>
          <a:lstStyle/>
          <a:p>
            <a:endParaRPr lang="en-US"/>
          </a:p>
        </p:txBody>
      </p:sp>
      <p:sp>
        <p:nvSpPr>
          <p:cNvPr id="389" name="b/pca-ICBHI-162">
            <a:extLst>
              <a:ext uri="{FF2B5EF4-FFF2-40B4-BE49-F238E27FC236}">
                <a16:creationId xmlns:a16="http://schemas.microsoft.com/office/drawing/2014/main" id="{4D039AF7-1B42-443F-83F4-CFD9446B359B}"/>
              </a:ext>
            </a:extLst>
          </p:cNvPr>
          <p:cNvSpPr>
            <a:spLocks noGrp="1"/>
          </p:cNvSpPr>
          <p:nvPr/>
        </p:nvSpPr>
        <p:spPr>
          <a:xfrm>
            <a:off x="461849" y="1678767"/>
            <a:ext cx="16618" cy="16618"/>
          </a:xfrm>
          <a:prstGeom prst="ellipse">
            <a:avLst/>
          </a:prstGeom>
          <a:solidFill>
            <a:srgbClr val="3B739E">
              <a:alpha val="64000"/>
            </a:srgbClr>
          </a:solidFill>
          <a:ln w="0">
            <a:noFill/>
          </a:ln>
        </p:spPr>
        <p:txBody>
          <a:bodyPr/>
          <a:lstStyle/>
          <a:p>
            <a:endParaRPr lang="en-US"/>
          </a:p>
        </p:txBody>
      </p:sp>
      <p:sp>
        <p:nvSpPr>
          <p:cNvPr id="390" name="b/pca-ICBHI-163">
            <a:extLst>
              <a:ext uri="{FF2B5EF4-FFF2-40B4-BE49-F238E27FC236}">
                <a16:creationId xmlns:a16="http://schemas.microsoft.com/office/drawing/2014/main" id="{10728AAB-2E87-4309-BEB6-5C0CA1FD1CD5}"/>
              </a:ext>
            </a:extLst>
          </p:cNvPr>
          <p:cNvSpPr>
            <a:spLocks noGrp="1"/>
          </p:cNvSpPr>
          <p:nvPr/>
        </p:nvSpPr>
        <p:spPr>
          <a:xfrm>
            <a:off x="530726" y="1704151"/>
            <a:ext cx="16618" cy="16618"/>
          </a:xfrm>
          <a:prstGeom prst="ellipse">
            <a:avLst/>
          </a:prstGeom>
          <a:solidFill>
            <a:srgbClr val="3B739E">
              <a:alpha val="64000"/>
            </a:srgbClr>
          </a:solidFill>
          <a:ln w="0">
            <a:noFill/>
          </a:ln>
        </p:spPr>
        <p:txBody>
          <a:bodyPr/>
          <a:lstStyle/>
          <a:p>
            <a:endParaRPr lang="en-US"/>
          </a:p>
        </p:txBody>
      </p:sp>
      <p:sp>
        <p:nvSpPr>
          <p:cNvPr id="391" name="b/pca-ICBHI-164">
            <a:extLst>
              <a:ext uri="{FF2B5EF4-FFF2-40B4-BE49-F238E27FC236}">
                <a16:creationId xmlns:a16="http://schemas.microsoft.com/office/drawing/2014/main" id="{C5D59799-6284-47D7-9C63-E88E4481BFD4}"/>
              </a:ext>
            </a:extLst>
          </p:cNvPr>
          <p:cNvSpPr>
            <a:spLocks noGrp="1"/>
          </p:cNvSpPr>
          <p:nvPr/>
        </p:nvSpPr>
        <p:spPr>
          <a:xfrm>
            <a:off x="566574" y="1665894"/>
            <a:ext cx="16618" cy="16618"/>
          </a:xfrm>
          <a:prstGeom prst="ellipse">
            <a:avLst/>
          </a:prstGeom>
          <a:solidFill>
            <a:srgbClr val="3B739E">
              <a:alpha val="64000"/>
            </a:srgbClr>
          </a:solidFill>
          <a:ln w="0">
            <a:noFill/>
          </a:ln>
        </p:spPr>
        <p:txBody>
          <a:bodyPr/>
          <a:lstStyle/>
          <a:p>
            <a:endParaRPr lang="en-US"/>
          </a:p>
        </p:txBody>
      </p:sp>
      <p:sp>
        <p:nvSpPr>
          <p:cNvPr id="392" name="b/pca-SPRSound-277">
            <a:extLst>
              <a:ext uri="{FF2B5EF4-FFF2-40B4-BE49-F238E27FC236}">
                <a16:creationId xmlns:a16="http://schemas.microsoft.com/office/drawing/2014/main" id="{0E297E26-3917-44A8-A5E2-D1E4A992F031}"/>
              </a:ext>
            </a:extLst>
          </p:cNvPr>
          <p:cNvSpPr>
            <a:spLocks noGrp="1"/>
          </p:cNvSpPr>
          <p:nvPr/>
        </p:nvSpPr>
        <p:spPr>
          <a:xfrm>
            <a:off x="635614" y="146283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3" name="b/pca-SPRSound-278">
            <a:extLst>
              <a:ext uri="{FF2B5EF4-FFF2-40B4-BE49-F238E27FC236}">
                <a16:creationId xmlns:a16="http://schemas.microsoft.com/office/drawing/2014/main" id="{7B11BFA7-B4FA-4D55-BD29-CBB02675CC4A}"/>
              </a:ext>
            </a:extLst>
          </p:cNvPr>
          <p:cNvSpPr>
            <a:spLocks noGrp="1"/>
          </p:cNvSpPr>
          <p:nvPr/>
        </p:nvSpPr>
        <p:spPr>
          <a:xfrm>
            <a:off x="547611" y="155972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4" name="b/pca-SPRSound-279">
            <a:extLst>
              <a:ext uri="{FF2B5EF4-FFF2-40B4-BE49-F238E27FC236}">
                <a16:creationId xmlns:a16="http://schemas.microsoft.com/office/drawing/2014/main" id="{742BC1D1-8588-4786-B369-FFA4D2F5CC03}"/>
              </a:ext>
            </a:extLst>
          </p:cNvPr>
          <p:cNvSpPr>
            <a:spLocks noGrp="1"/>
          </p:cNvSpPr>
          <p:nvPr/>
        </p:nvSpPr>
        <p:spPr>
          <a:xfrm>
            <a:off x="512298" y="15848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5" name="b/pca-SPRSound-280">
            <a:extLst>
              <a:ext uri="{FF2B5EF4-FFF2-40B4-BE49-F238E27FC236}">
                <a16:creationId xmlns:a16="http://schemas.microsoft.com/office/drawing/2014/main" id="{93656F28-67DE-464A-AD13-D64F2FD29414}"/>
              </a:ext>
            </a:extLst>
          </p:cNvPr>
          <p:cNvSpPr>
            <a:spLocks noGrp="1"/>
          </p:cNvSpPr>
          <p:nvPr/>
        </p:nvSpPr>
        <p:spPr>
          <a:xfrm>
            <a:off x="522151" y="15876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6" name="b/pca-SPRSound-281">
            <a:extLst>
              <a:ext uri="{FF2B5EF4-FFF2-40B4-BE49-F238E27FC236}">
                <a16:creationId xmlns:a16="http://schemas.microsoft.com/office/drawing/2014/main" id="{BEECD056-3B06-4135-AA4A-E3E0072BECEA}"/>
              </a:ext>
            </a:extLst>
          </p:cNvPr>
          <p:cNvSpPr>
            <a:spLocks noGrp="1"/>
          </p:cNvSpPr>
          <p:nvPr/>
        </p:nvSpPr>
        <p:spPr>
          <a:xfrm>
            <a:off x="500174" y="157527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7" name="b/pca-SPRSound-282">
            <a:extLst>
              <a:ext uri="{FF2B5EF4-FFF2-40B4-BE49-F238E27FC236}">
                <a16:creationId xmlns:a16="http://schemas.microsoft.com/office/drawing/2014/main" id="{F2E4D346-C081-4C29-BB04-6E7981118AC6}"/>
              </a:ext>
            </a:extLst>
          </p:cNvPr>
          <p:cNvSpPr>
            <a:spLocks noGrp="1"/>
          </p:cNvSpPr>
          <p:nvPr/>
        </p:nvSpPr>
        <p:spPr>
          <a:xfrm>
            <a:off x="542945" y="154691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8" name="b/pca-SPRSound-283">
            <a:extLst>
              <a:ext uri="{FF2B5EF4-FFF2-40B4-BE49-F238E27FC236}">
                <a16:creationId xmlns:a16="http://schemas.microsoft.com/office/drawing/2014/main" id="{A0AEBF7B-782E-49FF-A0D3-95ACA58969A4}"/>
              </a:ext>
            </a:extLst>
          </p:cNvPr>
          <p:cNvSpPr>
            <a:spLocks noGrp="1"/>
          </p:cNvSpPr>
          <p:nvPr/>
        </p:nvSpPr>
        <p:spPr>
          <a:xfrm>
            <a:off x="524283" y="155212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9" name="b/pca-SPRSound-284">
            <a:extLst>
              <a:ext uri="{FF2B5EF4-FFF2-40B4-BE49-F238E27FC236}">
                <a16:creationId xmlns:a16="http://schemas.microsoft.com/office/drawing/2014/main" id="{228C3967-CA21-4DD8-BB51-81B09B959CE4}"/>
              </a:ext>
            </a:extLst>
          </p:cNvPr>
          <p:cNvSpPr>
            <a:spLocks noGrp="1"/>
          </p:cNvSpPr>
          <p:nvPr/>
        </p:nvSpPr>
        <p:spPr>
          <a:xfrm>
            <a:off x="525950" y="15674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0" name="b/pca-SPRSound-285">
            <a:extLst>
              <a:ext uri="{FF2B5EF4-FFF2-40B4-BE49-F238E27FC236}">
                <a16:creationId xmlns:a16="http://schemas.microsoft.com/office/drawing/2014/main" id="{F2CEE7D8-9A71-45CC-A4F0-F1BF51DD19CD}"/>
              </a:ext>
            </a:extLst>
          </p:cNvPr>
          <p:cNvSpPr>
            <a:spLocks noGrp="1"/>
          </p:cNvSpPr>
          <p:nvPr/>
        </p:nvSpPr>
        <p:spPr>
          <a:xfrm>
            <a:off x="563808" y="15709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1" name="b/pca-SPRSound-286">
            <a:extLst>
              <a:ext uri="{FF2B5EF4-FFF2-40B4-BE49-F238E27FC236}">
                <a16:creationId xmlns:a16="http://schemas.microsoft.com/office/drawing/2014/main" id="{E7471B5D-518A-4432-9F6E-D06ECB3F1B09}"/>
              </a:ext>
            </a:extLst>
          </p:cNvPr>
          <p:cNvSpPr>
            <a:spLocks noGrp="1"/>
          </p:cNvSpPr>
          <p:nvPr/>
        </p:nvSpPr>
        <p:spPr>
          <a:xfrm>
            <a:off x="543260" y="15845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2" name="b/pca-SPRSound-287">
            <a:extLst>
              <a:ext uri="{FF2B5EF4-FFF2-40B4-BE49-F238E27FC236}">
                <a16:creationId xmlns:a16="http://schemas.microsoft.com/office/drawing/2014/main" id="{0645FA16-920A-4018-AACE-EFD5248D524F}"/>
              </a:ext>
            </a:extLst>
          </p:cNvPr>
          <p:cNvSpPr>
            <a:spLocks noGrp="1"/>
          </p:cNvSpPr>
          <p:nvPr/>
        </p:nvSpPr>
        <p:spPr>
          <a:xfrm>
            <a:off x="609406" y="14857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3" name="b/pca-SPRSound-288">
            <a:extLst>
              <a:ext uri="{FF2B5EF4-FFF2-40B4-BE49-F238E27FC236}">
                <a16:creationId xmlns:a16="http://schemas.microsoft.com/office/drawing/2014/main" id="{C72E2F8F-200D-4EC0-8605-BF0B386A5D27}"/>
              </a:ext>
            </a:extLst>
          </p:cNvPr>
          <p:cNvSpPr>
            <a:spLocks noGrp="1"/>
          </p:cNvSpPr>
          <p:nvPr/>
        </p:nvSpPr>
        <p:spPr>
          <a:xfrm>
            <a:off x="549884" y="156619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4" name="b/pca-SPRSound-289">
            <a:extLst>
              <a:ext uri="{FF2B5EF4-FFF2-40B4-BE49-F238E27FC236}">
                <a16:creationId xmlns:a16="http://schemas.microsoft.com/office/drawing/2014/main" id="{237B0B6E-4B57-4FCD-BBA8-4E445764DCB6}"/>
              </a:ext>
            </a:extLst>
          </p:cNvPr>
          <p:cNvSpPr>
            <a:spLocks noGrp="1"/>
          </p:cNvSpPr>
          <p:nvPr/>
        </p:nvSpPr>
        <p:spPr>
          <a:xfrm>
            <a:off x="609420" y="15137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5" name="b/pca-SPRSound-290">
            <a:extLst>
              <a:ext uri="{FF2B5EF4-FFF2-40B4-BE49-F238E27FC236}">
                <a16:creationId xmlns:a16="http://schemas.microsoft.com/office/drawing/2014/main" id="{AC16B3A3-3B9A-4BCC-87CE-BD3B9E9909DD}"/>
              </a:ext>
            </a:extLst>
          </p:cNvPr>
          <p:cNvSpPr>
            <a:spLocks noGrp="1"/>
          </p:cNvSpPr>
          <p:nvPr/>
        </p:nvSpPr>
        <p:spPr>
          <a:xfrm>
            <a:off x="585195" y="15283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6" name="b/pca-SPRSound-291">
            <a:extLst>
              <a:ext uri="{FF2B5EF4-FFF2-40B4-BE49-F238E27FC236}">
                <a16:creationId xmlns:a16="http://schemas.microsoft.com/office/drawing/2014/main" id="{B6107A7C-416D-476F-99BA-6DBD38E8818E}"/>
              </a:ext>
            </a:extLst>
          </p:cNvPr>
          <p:cNvSpPr>
            <a:spLocks noGrp="1"/>
          </p:cNvSpPr>
          <p:nvPr/>
        </p:nvSpPr>
        <p:spPr>
          <a:xfrm>
            <a:off x="551000" y="16300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7" name="b/pca-SPRSound-292">
            <a:extLst>
              <a:ext uri="{FF2B5EF4-FFF2-40B4-BE49-F238E27FC236}">
                <a16:creationId xmlns:a16="http://schemas.microsoft.com/office/drawing/2014/main" id="{779ABA39-BE34-4EBC-8CF4-A727903BBD8E}"/>
              </a:ext>
            </a:extLst>
          </p:cNvPr>
          <p:cNvSpPr>
            <a:spLocks noGrp="1"/>
          </p:cNvSpPr>
          <p:nvPr/>
        </p:nvSpPr>
        <p:spPr>
          <a:xfrm>
            <a:off x="554063" y="156234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8" name="b/pca-SPRSound-293">
            <a:extLst>
              <a:ext uri="{FF2B5EF4-FFF2-40B4-BE49-F238E27FC236}">
                <a16:creationId xmlns:a16="http://schemas.microsoft.com/office/drawing/2014/main" id="{038A1028-98EC-461F-AE04-918D07718A6F}"/>
              </a:ext>
            </a:extLst>
          </p:cNvPr>
          <p:cNvSpPr>
            <a:spLocks noGrp="1"/>
          </p:cNvSpPr>
          <p:nvPr/>
        </p:nvSpPr>
        <p:spPr>
          <a:xfrm>
            <a:off x="563784" y="15844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9" name="b/pca-SPRSound-294">
            <a:extLst>
              <a:ext uri="{FF2B5EF4-FFF2-40B4-BE49-F238E27FC236}">
                <a16:creationId xmlns:a16="http://schemas.microsoft.com/office/drawing/2014/main" id="{6DFCFECA-0603-4BBE-94C6-3E9476F5CEF6}"/>
              </a:ext>
            </a:extLst>
          </p:cNvPr>
          <p:cNvSpPr>
            <a:spLocks noGrp="1"/>
          </p:cNvSpPr>
          <p:nvPr/>
        </p:nvSpPr>
        <p:spPr>
          <a:xfrm>
            <a:off x="565755" y="16064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0" name="b/pca-SPRSound-295">
            <a:extLst>
              <a:ext uri="{FF2B5EF4-FFF2-40B4-BE49-F238E27FC236}">
                <a16:creationId xmlns:a16="http://schemas.microsoft.com/office/drawing/2014/main" id="{913C19A1-F4E9-43BA-A063-DBCD8A3ABB1B}"/>
              </a:ext>
            </a:extLst>
          </p:cNvPr>
          <p:cNvSpPr>
            <a:spLocks noGrp="1"/>
          </p:cNvSpPr>
          <p:nvPr/>
        </p:nvSpPr>
        <p:spPr>
          <a:xfrm>
            <a:off x="517987" y="15594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1" name="b/pca-SPRSound-296">
            <a:extLst>
              <a:ext uri="{FF2B5EF4-FFF2-40B4-BE49-F238E27FC236}">
                <a16:creationId xmlns:a16="http://schemas.microsoft.com/office/drawing/2014/main" id="{B1F47E02-5F13-4875-870C-7BEAD19E5D73}"/>
              </a:ext>
            </a:extLst>
          </p:cNvPr>
          <p:cNvSpPr>
            <a:spLocks noGrp="1"/>
          </p:cNvSpPr>
          <p:nvPr/>
        </p:nvSpPr>
        <p:spPr>
          <a:xfrm>
            <a:off x="556515" y="15862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2" name="b/pca-SPRSound-297">
            <a:extLst>
              <a:ext uri="{FF2B5EF4-FFF2-40B4-BE49-F238E27FC236}">
                <a16:creationId xmlns:a16="http://schemas.microsoft.com/office/drawing/2014/main" id="{955F748E-8A02-406E-A89A-40A0A8D97272}"/>
              </a:ext>
            </a:extLst>
          </p:cNvPr>
          <p:cNvSpPr>
            <a:spLocks noGrp="1"/>
          </p:cNvSpPr>
          <p:nvPr/>
        </p:nvSpPr>
        <p:spPr>
          <a:xfrm>
            <a:off x="557476" y="15660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3" name="b/pca-SPRSound-298">
            <a:extLst>
              <a:ext uri="{FF2B5EF4-FFF2-40B4-BE49-F238E27FC236}">
                <a16:creationId xmlns:a16="http://schemas.microsoft.com/office/drawing/2014/main" id="{2C8316B3-E6F0-4840-9C44-BEB201EF6B72}"/>
              </a:ext>
            </a:extLst>
          </p:cNvPr>
          <p:cNvSpPr>
            <a:spLocks noGrp="1"/>
          </p:cNvSpPr>
          <p:nvPr/>
        </p:nvSpPr>
        <p:spPr>
          <a:xfrm>
            <a:off x="540703" y="15870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4" name="b/pca-SPRSound-299">
            <a:extLst>
              <a:ext uri="{FF2B5EF4-FFF2-40B4-BE49-F238E27FC236}">
                <a16:creationId xmlns:a16="http://schemas.microsoft.com/office/drawing/2014/main" id="{F594FD03-F00B-41D5-98FD-E6706751BD46}"/>
              </a:ext>
            </a:extLst>
          </p:cNvPr>
          <p:cNvSpPr>
            <a:spLocks noGrp="1"/>
          </p:cNvSpPr>
          <p:nvPr/>
        </p:nvSpPr>
        <p:spPr>
          <a:xfrm>
            <a:off x="539598" y="15684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5" name="b/pca-SPRSound-300">
            <a:extLst>
              <a:ext uri="{FF2B5EF4-FFF2-40B4-BE49-F238E27FC236}">
                <a16:creationId xmlns:a16="http://schemas.microsoft.com/office/drawing/2014/main" id="{B765399D-5D40-4007-9675-EECBEC2DE4C2}"/>
              </a:ext>
            </a:extLst>
          </p:cNvPr>
          <p:cNvSpPr>
            <a:spLocks noGrp="1"/>
          </p:cNvSpPr>
          <p:nvPr/>
        </p:nvSpPr>
        <p:spPr>
          <a:xfrm>
            <a:off x="563559" y="158862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6" name="b/pca-SPRSound-301">
            <a:extLst>
              <a:ext uri="{FF2B5EF4-FFF2-40B4-BE49-F238E27FC236}">
                <a16:creationId xmlns:a16="http://schemas.microsoft.com/office/drawing/2014/main" id="{D5917ED0-FA99-43BD-9C9A-C7C9D69B41E5}"/>
              </a:ext>
            </a:extLst>
          </p:cNvPr>
          <p:cNvSpPr>
            <a:spLocks noGrp="1"/>
          </p:cNvSpPr>
          <p:nvPr/>
        </p:nvSpPr>
        <p:spPr>
          <a:xfrm>
            <a:off x="552617" y="15806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7" name="b/pca-SPRSound-302">
            <a:extLst>
              <a:ext uri="{FF2B5EF4-FFF2-40B4-BE49-F238E27FC236}">
                <a16:creationId xmlns:a16="http://schemas.microsoft.com/office/drawing/2014/main" id="{E1AB2E3D-EB65-4AE0-810A-1AEB1AC6A1A9}"/>
              </a:ext>
            </a:extLst>
          </p:cNvPr>
          <p:cNvSpPr>
            <a:spLocks noGrp="1"/>
          </p:cNvSpPr>
          <p:nvPr/>
        </p:nvSpPr>
        <p:spPr>
          <a:xfrm>
            <a:off x="552947" y="157875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8" name="b/pca-SPRSound-303">
            <a:extLst>
              <a:ext uri="{FF2B5EF4-FFF2-40B4-BE49-F238E27FC236}">
                <a16:creationId xmlns:a16="http://schemas.microsoft.com/office/drawing/2014/main" id="{A298E067-26C1-4AC7-8C7F-FCA428C95526}"/>
              </a:ext>
            </a:extLst>
          </p:cNvPr>
          <p:cNvSpPr>
            <a:spLocks noGrp="1"/>
          </p:cNvSpPr>
          <p:nvPr/>
        </p:nvSpPr>
        <p:spPr>
          <a:xfrm>
            <a:off x="507954" y="15973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9" name="b/pca-SPRSound-304">
            <a:extLst>
              <a:ext uri="{FF2B5EF4-FFF2-40B4-BE49-F238E27FC236}">
                <a16:creationId xmlns:a16="http://schemas.microsoft.com/office/drawing/2014/main" id="{D312EB82-8A11-4A00-A5D4-31630D6EF9C9}"/>
              </a:ext>
            </a:extLst>
          </p:cNvPr>
          <p:cNvSpPr>
            <a:spLocks noGrp="1"/>
          </p:cNvSpPr>
          <p:nvPr/>
        </p:nvSpPr>
        <p:spPr>
          <a:xfrm>
            <a:off x="611671" y="149466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0" name="b/pca-SPRSound-305">
            <a:extLst>
              <a:ext uri="{FF2B5EF4-FFF2-40B4-BE49-F238E27FC236}">
                <a16:creationId xmlns:a16="http://schemas.microsoft.com/office/drawing/2014/main" id="{F562B592-92CC-42C4-8F18-06A82552FC1F}"/>
              </a:ext>
            </a:extLst>
          </p:cNvPr>
          <p:cNvSpPr>
            <a:spLocks noGrp="1"/>
          </p:cNvSpPr>
          <p:nvPr/>
        </p:nvSpPr>
        <p:spPr>
          <a:xfrm>
            <a:off x="532811" y="15687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1" name="b/pca-SPRSound-306">
            <a:extLst>
              <a:ext uri="{FF2B5EF4-FFF2-40B4-BE49-F238E27FC236}">
                <a16:creationId xmlns:a16="http://schemas.microsoft.com/office/drawing/2014/main" id="{901189AF-86B5-4101-93DF-9603A2C16F85}"/>
              </a:ext>
            </a:extLst>
          </p:cNvPr>
          <p:cNvSpPr>
            <a:spLocks noGrp="1"/>
          </p:cNvSpPr>
          <p:nvPr/>
        </p:nvSpPr>
        <p:spPr>
          <a:xfrm>
            <a:off x="503437" y="16358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2" name="b/pca-SPRSound-307">
            <a:extLst>
              <a:ext uri="{FF2B5EF4-FFF2-40B4-BE49-F238E27FC236}">
                <a16:creationId xmlns:a16="http://schemas.microsoft.com/office/drawing/2014/main" id="{20DD2CA5-EDAD-467D-B535-A9D31851C1E9}"/>
              </a:ext>
            </a:extLst>
          </p:cNvPr>
          <p:cNvSpPr>
            <a:spLocks noGrp="1"/>
          </p:cNvSpPr>
          <p:nvPr/>
        </p:nvSpPr>
        <p:spPr>
          <a:xfrm>
            <a:off x="539354" y="155834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3" name="b/pca-SPRSound-308">
            <a:extLst>
              <a:ext uri="{FF2B5EF4-FFF2-40B4-BE49-F238E27FC236}">
                <a16:creationId xmlns:a16="http://schemas.microsoft.com/office/drawing/2014/main" id="{14EE5B2D-0A9E-4BEF-8B35-3F628B85C3E9}"/>
              </a:ext>
            </a:extLst>
          </p:cNvPr>
          <p:cNvSpPr>
            <a:spLocks noGrp="1"/>
          </p:cNvSpPr>
          <p:nvPr/>
        </p:nvSpPr>
        <p:spPr>
          <a:xfrm>
            <a:off x="575759" y="160663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4" name="b/pca-SPRSound-309">
            <a:extLst>
              <a:ext uri="{FF2B5EF4-FFF2-40B4-BE49-F238E27FC236}">
                <a16:creationId xmlns:a16="http://schemas.microsoft.com/office/drawing/2014/main" id="{A5D687D2-862D-4625-A863-3ECC4E630C15}"/>
              </a:ext>
            </a:extLst>
          </p:cNvPr>
          <p:cNvSpPr>
            <a:spLocks noGrp="1"/>
          </p:cNvSpPr>
          <p:nvPr/>
        </p:nvSpPr>
        <p:spPr>
          <a:xfrm>
            <a:off x="494081" y="16008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5" name="b/pca-SPRSound-310">
            <a:extLst>
              <a:ext uri="{FF2B5EF4-FFF2-40B4-BE49-F238E27FC236}">
                <a16:creationId xmlns:a16="http://schemas.microsoft.com/office/drawing/2014/main" id="{B5BA81A1-8D98-4B87-B7EA-C731F87DF49D}"/>
              </a:ext>
            </a:extLst>
          </p:cNvPr>
          <p:cNvSpPr>
            <a:spLocks noGrp="1"/>
          </p:cNvSpPr>
          <p:nvPr/>
        </p:nvSpPr>
        <p:spPr>
          <a:xfrm>
            <a:off x="559924" y="15852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6" name="b/pca-SPRSound-311">
            <a:extLst>
              <a:ext uri="{FF2B5EF4-FFF2-40B4-BE49-F238E27FC236}">
                <a16:creationId xmlns:a16="http://schemas.microsoft.com/office/drawing/2014/main" id="{8605CA0E-8C24-41A6-80B7-7E6F4779D252}"/>
              </a:ext>
            </a:extLst>
          </p:cNvPr>
          <p:cNvSpPr>
            <a:spLocks noGrp="1"/>
          </p:cNvSpPr>
          <p:nvPr/>
        </p:nvSpPr>
        <p:spPr>
          <a:xfrm>
            <a:off x="554199" y="15552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7" name="b/pca-SPRSound-312">
            <a:extLst>
              <a:ext uri="{FF2B5EF4-FFF2-40B4-BE49-F238E27FC236}">
                <a16:creationId xmlns:a16="http://schemas.microsoft.com/office/drawing/2014/main" id="{0759F21C-EED8-4AE6-8134-8DCE1214D0B2}"/>
              </a:ext>
            </a:extLst>
          </p:cNvPr>
          <p:cNvSpPr>
            <a:spLocks noGrp="1"/>
          </p:cNvSpPr>
          <p:nvPr/>
        </p:nvSpPr>
        <p:spPr>
          <a:xfrm>
            <a:off x="602732" y="151553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8" name="b/pca-SPRSound-313">
            <a:extLst>
              <a:ext uri="{FF2B5EF4-FFF2-40B4-BE49-F238E27FC236}">
                <a16:creationId xmlns:a16="http://schemas.microsoft.com/office/drawing/2014/main" id="{B6F948A4-4B25-468C-9EA7-21810B62BB81}"/>
              </a:ext>
            </a:extLst>
          </p:cNvPr>
          <p:cNvSpPr>
            <a:spLocks noGrp="1"/>
          </p:cNvSpPr>
          <p:nvPr/>
        </p:nvSpPr>
        <p:spPr>
          <a:xfrm>
            <a:off x="521452" y="15691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9" name="b/pca-SPRSound-314">
            <a:extLst>
              <a:ext uri="{FF2B5EF4-FFF2-40B4-BE49-F238E27FC236}">
                <a16:creationId xmlns:a16="http://schemas.microsoft.com/office/drawing/2014/main" id="{52B90423-97C0-4AEF-8FC4-ED59041168F8}"/>
              </a:ext>
            </a:extLst>
          </p:cNvPr>
          <p:cNvSpPr>
            <a:spLocks noGrp="1"/>
          </p:cNvSpPr>
          <p:nvPr/>
        </p:nvSpPr>
        <p:spPr>
          <a:xfrm>
            <a:off x="550068" y="15608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0" name="b/pca-SPRSound-315">
            <a:extLst>
              <a:ext uri="{FF2B5EF4-FFF2-40B4-BE49-F238E27FC236}">
                <a16:creationId xmlns:a16="http://schemas.microsoft.com/office/drawing/2014/main" id="{7977373A-5D54-4F82-9A3E-DD22231DAC52}"/>
              </a:ext>
            </a:extLst>
          </p:cNvPr>
          <p:cNvSpPr>
            <a:spLocks noGrp="1"/>
          </p:cNvSpPr>
          <p:nvPr/>
        </p:nvSpPr>
        <p:spPr>
          <a:xfrm>
            <a:off x="522884" y="15821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1" name="b/pca-SPRSound-316">
            <a:extLst>
              <a:ext uri="{FF2B5EF4-FFF2-40B4-BE49-F238E27FC236}">
                <a16:creationId xmlns:a16="http://schemas.microsoft.com/office/drawing/2014/main" id="{9ACA27D9-61AA-4549-A769-67EF44F51E8A}"/>
              </a:ext>
            </a:extLst>
          </p:cNvPr>
          <p:cNvSpPr>
            <a:spLocks noGrp="1"/>
          </p:cNvSpPr>
          <p:nvPr/>
        </p:nvSpPr>
        <p:spPr>
          <a:xfrm>
            <a:off x="537347" y="15779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2" name="b/pca-SPRSound-317">
            <a:extLst>
              <a:ext uri="{FF2B5EF4-FFF2-40B4-BE49-F238E27FC236}">
                <a16:creationId xmlns:a16="http://schemas.microsoft.com/office/drawing/2014/main" id="{0B89D4EE-427C-4C8A-A13E-0D52AF448397}"/>
              </a:ext>
            </a:extLst>
          </p:cNvPr>
          <p:cNvSpPr>
            <a:spLocks noGrp="1"/>
          </p:cNvSpPr>
          <p:nvPr/>
        </p:nvSpPr>
        <p:spPr>
          <a:xfrm>
            <a:off x="604454" y="15719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3" name="b/pca-SPRSound-318">
            <a:extLst>
              <a:ext uri="{FF2B5EF4-FFF2-40B4-BE49-F238E27FC236}">
                <a16:creationId xmlns:a16="http://schemas.microsoft.com/office/drawing/2014/main" id="{31C21008-CCCD-49A9-A7AE-489EA712C2A5}"/>
              </a:ext>
            </a:extLst>
          </p:cNvPr>
          <p:cNvSpPr>
            <a:spLocks noGrp="1"/>
          </p:cNvSpPr>
          <p:nvPr/>
        </p:nvSpPr>
        <p:spPr>
          <a:xfrm>
            <a:off x="533644" y="15724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4" name="b/pca-SPRSound-319">
            <a:extLst>
              <a:ext uri="{FF2B5EF4-FFF2-40B4-BE49-F238E27FC236}">
                <a16:creationId xmlns:a16="http://schemas.microsoft.com/office/drawing/2014/main" id="{04901193-4140-4D27-AD6F-39EB63E60F71}"/>
              </a:ext>
            </a:extLst>
          </p:cNvPr>
          <p:cNvSpPr>
            <a:spLocks noGrp="1"/>
          </p:cNvSpPr>
          <p:nvPr/>
        </p:nvSpPr>
        <p:spPr>
          <a:xfrm>
            <a:off x="595936" y="154721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5" name="b/pca-SPRSound-320">
            <a:extLst>
              <a:ext uri="{FF2B5EF4-FFF2-40B4-BE49-F238E27FC236}">
                <a16:creationId xmlns:a16="http://schemas.microsoft.com/office/drawing/2014/main" id="{7AD6A12C-1853-4300-9B27-5D22C0F2C1E3}"/>
              </a:ext>
            </a:extLst>
          </p:cNvPr>
          <p:cNvSpPr>
            <a:spLocks noGrp="1"/>
          </p:cNvSpPr>
          <p:nvPr/>
        </p:nvSpPr>
        <p:spPr>
          <a:xfrm>
            <a:off x="575548" y="15702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6" name="b/pca-SPRSound-321">
            <a:extLst>
              <a:ext uri="{FF2B5EF4-FFF2-40B4-BE49-F238E27FC236}">
                <a16:creationId xmlns:a16="http://schemas.microsoft.com/office/drawing/2014/main" id="{797657F1-3FD1-4775-BE82-6C466639F221}"/>
              </a:ext>
            </a:extLst>
          </p:cNvPr>
          <p:cNvSpPr>
            <a:spLocks noGrp="1"/>
          </p:cNvSpPr>
          <p:nvPr/>
        </p:nvSpPr>
        <p:spPr>
          <a:xfrm>
            <a:off x="551100" y="156259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7" name="b/pca-SPRSound-322">
            <a:extLst>
              <a:ext uri="{FF2B5EF4-FFF2-40B4-BE49-F238E27FC236}">
                <a16:creationId xmlns:a16="http://schemas.microsoft.com/office/drawing/2014/main" id="{52586253-538B-413A-8ABA-36E1F60B7FE8}"/>
              </a:ext>
            </a:extLst>
          </p:cNvPr>
          <p:cNvSpPr>
            <a:spLocks noGrp="1"/>
          </p:cNvSpPr>
          <p:nvPr/>
        </p:nvSpPr>
        <p:spPr>
          <a:xfrm>
            <a:off x="559876" y="15746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8" name="b/pca-SPRSound-323">
            <a:extLst>
              <a:ext uri="{FF2B5EF4-FFF2-40B4-BE49-F238E27FC236}">
                <a16:creationId xmlns:a16="http://schemas.microsoft.com/office/drawing/2014/main" id="{D3AA6433-C7BA-46CD-BEEA-C68A7753F8CB}"/>
              </a:ext>
            </a:extLst>
          </p:cNvPr>
          <p:cNvSpPr>
            <a:spLocks noGrp="1"/>
          </p:cNvSpPr>
          <p:nvPr/>
        </p:nvSpPr>
        <p:spPr>
          <a:xfrm>
            <a:off x="587431" y="15382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9" name="b/pca-SPRSound-324">
            <a:extLst>
              <a:ext uri="{FF2B5EF4-FFF2-40B4-BE49-F238E27FC236}">
                <a16:creationId xmlns:a16="http://schemas.microsoft.com/office/drawing/2014/main" id="{F52A6B4B-3F99-4C86-B56F-43F15A681810}"/>
              </a:ext>
            </a:extLst>
          </p:cNvPr>
          <p:cNvSpPr>
            <a:spLocks noGrp="1"/>
          </p:cNvSpPr>
          <p:nvPr/>
        </p:nvSpPr>
        <p:spPr>
          <a:xfrm>
            <a:off x="559912" y="159166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0" name="b/pca-SPRSound-325">
            <a:extLst>
              <a:ext uri="{FF2B5EF4-FFF2-40B4-BE49-F238E27FC236}">
                <a16:creationId xmlns:a16="http://schemas.microsoft.com/office/drawing/2014/main" id="{C5839EA7-E061-4A25-A05E-3D3E3C48B397}"/>
              </a:ext>
            </a:extLst>
          </p:cNvPr>
          <p:cNvSpPr>
            <a:spLocks noGrp="1"/>
          </p:cNvSpPr>
          <p:nvPr/>
        </p:nvSpPr>
        <p:spPr>
          <a:xfrm>
            <a:off x="617480" y="15304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1" name="b/pca-SPRSound-326">
            <a:extLst>
              <a:ext uri="{FF2B5EF4-FFF2-40B4-BE49-F238E27FC236}">
                <a16:creationId xmlns:a16="http://schemas.microsoft.com/office/drawing/2014/main" id="{B56C4707-AB29-4D44-AAC1-77DB8700AC64}"/>
              </a:ext>
            </a:extLst>
          </p:cNvPr>
          <p:cNvSpPr>
            <a:spLocks noGrp="1"/>
          </p:cNvSpPr>
          <p:nvPr/>
        </p:nvSpPr>
        <p:spPr>
          <a:xfrm>
            <a:off x="588372" y="15869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2" name="b/pca-SPRSound-327">
            <a:extLst>
              <a:ext uri="{FF2B5EF4-FFF2-40B4-BE49-F238E27FC236}">
                <a16:creationId xmlns:a16="http://schemas.microsoft.com/office/drawing/2014/main" id="{B21D11C1-6EDC-4E22-987F-B5951D12F578}"/>
              </a:ext>
            </a:extLst>
          </p:cNvPr>
          <p:cNvSpPr>
            <a:spLocks noGrp="1"/>
          </p:cNvSpPr>
          <p:nvPr/>
        </p:nvSpPr>
        <p:spPr>
          <a:xfrm>
            <a:off x="526499" y="15848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3" name="b/pca-SPRSound-328">
            <a:extLst>
              <a:ext uri="{FF2B5EF4-FFF2-40B4-BE49-F238E27FC236}">
                <a16:creationId xmlns:a16="http://schemas.microsoft.com/office/drawing/2014/main" id="{D64EC0D5-7101-49D1-9F79-7203A5161053}"/>
              </a:ext>
            </a:extLst>
          </p:cNvPr>
          <p:cNvSpPr>
            <a:spLocks noGrp="1"/>
          </p:cNvSpPr>
          <p:nvPr/>
        </p:nvSpPr>
        <p:spPr>
          <a:xfrm>
            <a:off x="592826" y="15556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4" name="b/pca-SPRSound-329">
            <a:extLst>
              <a:ext uri="{FF2B5EF4-FFF2-40B4-BE49-F238E27FC236}">
                <a16:creationId xmlns:a16="http://schemas.microsoft.com/office/drawing/2014/main" id="{3E1F4808-E100-497F-B274-1BBA346E5F92}"/>
              </a:ext>
            </a:extLst>
          </p:cNvPr>
          <p:cNvSpPr>
            <a:spLocks noGrp="1"/>
          </p:cNvSpPr>
          <p:nvPr/>
        </p:nvSpPr>
        <p:spPr>
          <a:xfrm>
            <a:off x="573441" y="15435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5" name="b/pca-SPRSound-330">
            <a:extLst>
              <a:ext uri="{FF2B5EF4-FFF2-40B4-BE49-F238E27FC236}">
                <a16:creationId xmlns:a16="http://schemas.microsoft.com/office/drawing/2014/main" id="{A5F1E0B2-09FC-4461-A938-560FB142C432}"/>
              </a:ext>
            </a:extLst>
          </p:cNvPr>
          <p:cNvSpPr>
            <a:spLocks noGrp="1"/>
          </p:cNvSpPr>
          <p:nvPr/>
        </p:nvSpPr>
        <p:spPr>
          <a:xfrm>
            <a:off x="554786" y="155471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6" name="b/pca-SPRSound-331">
            <a:extLst>
              <a:ext uri="{FF2B5EF4-FFF2-40B4-BE49-F238E27FC236}">
                <a16:creationId xmlns:a16="http://schemas.microsoft.com/office/drawing/2014/main" id="{7D003ED6-C80E-4E73-82A0-09D40074E53A}"/>
              </a:ext>
            </a:extLst>
          </p:cNvPr>
          <p:cNvSpPr>
            <a:spLocks noGrp="1"/>
          </p:cNvSpPr>
          <p:nvPr/>
        </p:nvSpPr>
        <p:spPr>
          <a:xfrm>
            <a:off x="568220" y="155752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7" name="b/pca-SPRSound-332">
            <a:extLst>
              <a:ext uri="{FF2B5EF4-FFF2-40B4-BE49-F238E27FC236}">
                <a16:creationId xmlns:a16="http://schemas.microsoft.com/office/drawing/2014/main" id="{733E0E27-36E3-4EA4-8897-61D16719991A}"/>
              </a:ext>
            </a:extLst>
          </p:cNvPr>
          <p:cNvSpPr>
            <a:spLocks noGrp="1"/>
          </p:cNvSpPr>
          <p:nvPr/>
        </p:nvSpPr>
        <p:spPr>
          <a:xfrm>
            <a:off x="516099" y="15909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8" name="b/pca-SPRSound-333">
            <a:extLst>
              <a:ext uri="{FF2B5EF4-FFF2-40B4-BE49-F238E27FC236}">
                <a16:creationId xmlns:a16="http://schemas.microsoft.com/office/drawing/2014/main" id="{75487C4C-2B0F-41EB-993D-C52667020D5C}"/>
              </a:ext>
            </a:extLst>
          </p:cNvPr>
          <p:cNvSpPr>
            <a:spLocks noGrp="1"/>
          </p:cNvSpPr>
          <p:nvPr/>
        </p:nvSpPr>
        <p:spPr>
          <a:xfrm>
            <a:off x="552150" y="158862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9" name="b/pca-SPRSound-334">
            <a:extLst>
              <a:ext uri="{FF2B5EF4-FFF2-40B4-BE49-F238E27FC236}">
                <a16:creationId xmlns:a16="http://schemas.microsoft.com/office/drawing/2014/main" id="{FEEBF8FD-170F-4AA8-9A56-17334CEA1382}"/>
              </a:ext>
            </a:extLst>
          </p:cNvPr>
          <p:cNvSpPr>
            <a:spLocks noGrp="1"/>
          </p:cNvSpPr>
          <p:nvPr/>
        </p:nvSpPr>
        <p:spPr>
          <a:xfrm>
            <a:off x="544470" y="15653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0" name="b/pca-SPRSound-335">
            <a:extLst>
              <a:ext uri="{FF2B5EF4-FFF2-40B4-BE49-F238E27FC236}">
                <a16:creationId xmlns:a16="http://schemas.microsoft.com/office/drawing/2014/main" id="{582737F5-C814-495B-99A7-63B8AE911A10}"/>
              </a:ext>
            </a:extLst>
          </p:cNvPr>
          <p:cNvSpPr>
            <a:spLocks noGrp="1"/>
          </p:cNvSpPr>
          <p:nvPr/>
        </p:nvSpPr>
        <p:spPr>
          <a:xfrm>
            <a:off x="553844" y="153444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1" name="b/pca-SPRSound-336">
            <a:extLst>
              <a:ext uri="{FF2B5EF4-FFF2-40B4-BE49-F238E27FC236}">
                <a16:creationId xmlns:a16="http://schemas.microsoft.com/office/drawing/2014/main" id="{A7EA100F-DF49-421D-92F6-C4C0AC7F519A}"/>
              </a:ext>
            </a:extLst>
          </p:cNvPr>
          <p:cNvSpPr>
            <a:spLocks noGrp="1"/>
          </p:cNvSpPr>
          <p:nvPr/>
        </p:nvSpPr>
        <p:spPr>
          <a:xfrm>
            <a:off x="555252" y="155341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2" name="b/pca-SPRSound-337">
            <a:extLst>
              <a:ext uri="{FF2B5EF4-FFF2-40B4-BE49-F238E27FC236}">
                <a16:creationId xmlns:a16="http://schemas.microsoft.com/office/drawing/2014/main" id="{ADCFA7AA-B268-4B0D-A70D-2DADB43B6891}"/>
              </a:ext>
            </a:extLst>
          </p:cNvPr>
          <p:cNvSpPr>
            <a:spLocks noGrp="1"/>
          </p:cNvSpPr>
          <p:nvPr/>
        </p:nvSpPr>
        <p:spPr>
          <a:xfrm>
            <a:off x="514128" y="15688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3" name="b/pca-SPRSound-338">
            <a:extLst>
              <a:ext uri="{FF2B5EF4-FFF2-40B4-BE49-F238E27FC236}">
                <a16:creationId xmlns:a16="http://schemas.microsoft.com/office/drawing/2014/main" id="{E1A8AEC2-E2C5-4566-88FE-5093754B8D30}"/>
              </a:ext>
            </a:extLst>
          </p:cNvPr>
          <p:cNvSpPr>
            <a:spLocks noGrp="1"/>
          </p:cNvSpPr>
          <p:nvPr/>
        </p:nvSpPr>
        <p:spPr>
          <a:xfrm>
            <a:off x="505028" y="15673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4" name="b/pca-SPRSound-339">
            <a:extLst>
              <a:ext uri="{FF2B5EF4-FFF2-40B4-BE49-F238E27FC236}">
                <a16:creationId xmlns:a16="http://schemas.microsoft.com/office/drawing/2014/main" id="{EF5CC2BD-FD93-45B7-8C59-0059104AA3F4}"/>
              </a:ext>
            </a:extLst>
          </p:cNvPr>
          <p:cNvSpPr>
            <a:spLocks noGrp="1"/>
          </p:cNvSpPr>
          <p:nvPr/>
        </p:nvSpPr>
        <p:spPr>
          <a:xfrm>
            <a:off x="579537" y="15745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5" name="b/pca-SPRSound-340">
            <a:extLst>
              <a:ext uri="{FF2B5EF4-FFF2-40B4-BE49-F238E27FC236}">
                <a16:creationId xmlns:a16="http://schemas.microsoft.com/office/drawing/2014/main" id="{205FFDA1-4ADD-4F57-B801-010F1DE3492A}"/>
              </a:ext>
            </a:extLst>
          </p:cNvPr>
          <p:cNvSpPr>
            <a:spLocks noGrp="1"/>
          </p:cNvSpPr>
          <p:nvPr/>
        </p:nvSpPr>
        <p:spPr>
          <a:xfrm>
            <a:off x="554473" y="15560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6" name="b/pca-SPRSound-341">
            <a:extLst>
              <a:ext uri="{FF2B5EF4-FFF2-40B4-BE49-F238E27FC236}">
                <a16:creationId xmlns:a16="http://schemas.microsoft.com/office/drawing/2014/main" id="{3F93CD94-6DD7-4DBC-9733-22BEDF6FA2C6}"/>
              </a:ext>
            </a:extLst>
          </p:cNvPr>
          <p:cNvSpPr>
            <a:spLocks noGrp="1"/>
          </p:cNvSpPr>
          <p:nvPr/>
        </p:nvSpPr>
        <p:spPr>
          <a:xfrm>
            <a:off x="495536" y="15779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7" name="b/pca-SPRSound-342">
            <a:extLst>
              <a:ext uri="{FF2B5EF4-FFF2-40B4-BE49-F238E27FC236}">
                <a16:creationId xmlns:a16="http://schemas.microsoft.com/office/drawing/2014/main" id="{55219F87-B5F0-44C9-B967-37A9246B753C}"/>
              </a:ext>
            </a:extLst>
          </p:cNvPr>
          <p:cNvSpPr>
            <a:spLocks noGrp="1"/>
          </p:cNvSpPr>
          <p:nvPr/>
        </p:nvSpPr>
        <p:spPr>
          <a:xfrm>
            <a:off x="530491" y="158395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8" name="b/pca-SPRSound-343">
            <a:extLst>
              <a:ext uri="{FF2B5EF4-FFF2-40B4-BE49-F238E27FC236}">
                <a16:creationId xmlns:a16="http://schemas.microsoft.com/office/drawing/2014/main" id="{ECAE00B8-3D29-4A5E-B840-EB2FECD193B9}"/>
              </a:ext>
            </a:extLst>
          </p:cNvPr>
          <p:cNvSpPr>
            <a:spLocks noGrp="1"/>
          </p:cNvSpPr>
          <p:nvPr/>
        </p:nvSpPr>
        <p:spPr>
          <a:xfrm>
            <a:off x="518312" y="15422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9" name="b/pca-SPRSound-344">
            <a:extLst>
              <a:ext uri="{FF2B5EF4-FFF2-40B4-BE49-F238E27FC236}">
                <a16:creationId xmlns:a16="http://schemas.microsoft.com/office/drawing/2014/main" id="{80C8AE15-FCDF-483D-8CB0-FEA16B88A8A5}"/>
              </a:ext>
            </a:extLst>
          </p:cNvPr>
          <p:cNvSpPr>
            <a:spLocks noGrp="1"/>
          </p:cNvSpPr>
          <p:nvPr/>
        </p:nvSpPr>
        <p:spPr>
          <a:xfrm>
            <a:off x="569546" y="15952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0" name="b/pca-SPRSound-345">
            <a:extLst>
              <a:ext uri="{FF2B5EF4-FFF2-40B4-BE49-F238E27FC236}">
                <a16:creationId xmlns:a16="http://schemas.microsoft.com/office/drawing/2014/main" id="{9E813B5A-CAC3-4B26-8876-AAA0FF8CE86D}"/>
              </a:ext>
            </a:extLst>
          </p:cNvPr>
          <p:cNvSpPr>
            <a:spLocks noGrp="1"/>
          </p:cNvSpPr>
          <p:nvPr/>
        </p:nvSpPr>
        <p:spPr>
          <a:xfrm>
            <a:off x="603484" y="15291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1" name="b/pca-SPRSound-346">
            <a:extLst>
              <a:ext uri="{FF2B5EF4-FFF2-40B4-BE49-F238E27FC236}">
                <a16:creationId xmlns:a16="http://schemas.microsoft.com/office/drawing/2014/main" id="{C84D8D95-38DF-4809-99B5-5CF2D78479B6}"/>
              </a:ext>
            </a:extLst>
          </p:cNvPr>
          <p:cNvSpPr>
            <a:spLocks noGrp="1"/>
          </p:cNvSpPr>
          <p:nvPr/>
        </p:nvSpPr>
        <p:spPr>
          <a:xfrm>
            <a:off x="571124" y="15768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2" name="b/pca-SPRSound-347">
            <a:extLst>
              <a:ext uri="{FF2B5EF4-FFF2-40B4-BE49-F238E27FC236}">
                <a16:creationId xmlns:a16="http://schemas.microsoft.com/office/drawing/2014/main" id="{E48B3D13-46C0-4C31-B468-6D5B267D0177}"/>
              </a:ext>
            </a:extLst>
          </p:cNvPr>
          <p:cNvSpPr>
            <a:spLocks noGrp="1"/>
          </p:cNvSpPr>
          <p:nvPr/>
        </p:nvSpPr>
        <p:spPr>
          <a:xfrm>
            <a:off x="522998" y="156342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3" name="b/pca-SPRSound-348">
            <a:extLst>
              <a:ext uri="{FF2B5EF4-FFF2-40B4-BE49-F238E27FC236}">
                <a16:creationId xmlns:a16="http://schemas.microsoft.com/office/drawing/2014/main" id="{D3D5B067-7C83-405A-86CA-7336AE67835C}"/>
              </a:ext>
            </a:extLst>
          </p:cNvPr>
          <p:cNvSpPr>
            <a:spLocks noGrp="1"/>
          </p:cNvSpPr>
          <p:nvPr/>
        </p:nvSpPr>
        <p:spPr>
          <a:xfrm>
            <a:off x="584126" y="153874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4" name="b/pca-SPRSound-349">
            <a:extLst>
              <a:ext uri="{FF2B5EF4-FFF2-40B4-BE49-F238E27FC236}">
                <a16:creationId xmlns:a16="http://schemas.microsoft.com/office/drawing/2014/main" id="{044B4342-F9B6-438F-B01A-1303F824E2AD}"/>
              </a:ext>
            </a:extLst>
          </p:cNvPr>
          <p:cNvSpPr>
            <a:spLocks noGrp="1"/>
          </p:cNvSpPr>
          <p:nvPr/>
        </p:nvSpPr>
        <p:spPr>
          <a:xfrm>
            <a:off x="575339" y="15545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5" name="b/pca-SPRSound-350">
            <a:extLst>
              <a:ext uri="{FF2B5EF4-FFF2-40B4-BE49-F238E27FC236}">
                <a16:creationId xmlns:a16="http://schemas.microsoft.com/office/drawing/2014/main" id="{9265E303-5C41-4EEE-B37F-E245F2DDBCE6}"/>
              </a:ext>
            </a:extLst>
          </p:cNvPr>
          <p:cNvSpPr>
            <a:spLocks noGrp="1"/>
          </p:cNvSpPr>
          <p:nvPr/>
        </p:nvSpPr>
        <p:spPr>
          <a:xfrm>
            <a:off x="556200" y="15873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6" name="b/pca-SPRSound-351">
            <a:extLst>
              <a:ext uri="{FF2B5EF4-FFF2-40B4-BE49-F238E27FC236}">
                <a16:creationId xmlns:a16="http://schemas.microsoft.com/office/drawing/2014/main" id="{E5B3BF15-FF13-403C-AC69-95202021D578}"/>
              </a:ext>
            </a:extLst>
          </p:cNvPr>
          <p:cNvSpPr>
            <a:spLocks noGrp="1"/>
          </p:cNvSpPr>
          <p:nvPr/>
        </p:nvSpPr>
        <p:spPr>
          <a:xfrm>
            <a:off x="526382" y="155529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7" name="b/pca-SPRSound-352">
            <a:extLst>
              <a:ext uri="{FF2B5EF4-FFF2-40B4-BE49-F238E27FC236}">
                <a16:creationId xmlns:a16="http://schemas.microsoft.com/office/drawing/2014/main" id="{5B9D6C4F-A9A8-4521-8700-DEDCBDBF924C}"/>
              </a:ext>
            </a:extLst>
          </p:cNvPr>
          <p:cNvSpPr>
            <a:spLocks noGrp="1"/>
          </p:cNvSpPr>
          <p:nvPr/>
        </p:nvSpPr>
        <p:spPr>
          <a:xfrm>
            <a:off x="507412" y="15508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8" name="b/pca-SPRSound-353">
            <a:extLst>
              <a:ext uri="{FF2B5EF4-FFF2-40B4-BE49-F238E27FC236}">
                <a16:creationId xmlns:a16="http://schemas.microsoft.com/office/drawing/2014/main" id="{483849A9-741C-48E4-B7A5-13D891E65171}"/>
              </a:ext>
            </a:extLst>
          </p:cNvPr>
          <p:cNvSpPr>
            <a:spLocks noGrp="1"/>
          </p:cNvSpPr>
          <p:nvPr/>
        </p:nvSpPr>
        <p:spPr>
          <a:xfrm>
            <a:off x="663937" y="14986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9" name="b/pca-SPRSound-354">
            <a:extLst>
              <a:ext uri="{FF2B5EF4-FFF2-40B4-BE49-F238E27FC236}">
                <a16:creationId xmlns:a16="http://schemas.microsoft.com/office/drawing/2014/main" id="{412F9E54-749A-451E-99D9-07B270072EF9}"/>
              </a:ext>
            </a:extLst>
          </p:cNvPr>
          <p:cNvSpPr>
            <a:spLocks noGrp="1"/>
          </p:cNvSpPr>
          <p:nvPr/>
        </p:nvSpPr>
        <p:spPr>
          <a:xfrm>
            <a:off x="563223" y="15740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0" name="b/pca-SPRSound-355">
            <a:extLst>
              <a:ext uri="{FF2B5EF4-FFF2-40B4-BE49-F238E27FC236}">
                <a16:creationId xmlns:a16="http://schemas.microsoft.com/office/drawing/2014/main" id="{821FA545-7557-4C6F-95CB-D31DA3457052}"/>
              </a:ext>
            </a:extLst>
          </p:cNvPr>
          <p:cNvSpPr>
            <a:spLocks noGrp="1"/>
          </p:cNvSpPr>
          <p:nvPr/>
        </p:nvSpPr>
        <p:spPr>
          <a:xfrm>
            <a:off x="662992" y="14362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1" name="b/pca-SPRSound-356">
            <a:extLst>
              <a:ext uri="{FF2B5EF4-FFF2-40B4-BE49-F238E27FC236}">
                <a16:creationId xmlns:a16="http://schemas.microsoft.com/office/drawing/2014/main" id="{83C35C80-38BB-452A-8859-1E654DEB8A14}"/>
              </a:ext>
            </a:extLst>
          </p:cNvPr>
          <p:cNvSpPr>
            <a:spLocks noGrp="1"/>
          </p:cNvSpPr>
          <p:nvPr/>
        </p:nvSpPr>
        <p:spPr>
          <a:xfrm>
            <a:off x="576788" y="15596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2" name="b/pca-SPRSound-357">
            <a:extLst>
              <a:ext uri="{FF2B5EF4-FFF2-40B4-BE49-F238E27FC236}">
                <a16:creationId xmlns:a16="http://schemas.microsoft.com/office/drawing/2014/main" id="{D600F9CC-A1CE-4B06-BD38-B778512D066F}"/>
              </a:ext>
            </a:extLst>
          </p:cNvPr>
          <p:cNvSpPr>
            <a:spLocks noGrp="1"/>
          </p:cNvSpPr>
          <p:nvPr/>
        </p:nvSpPr>
        <p:spPr>
          <a:xfrm>
            <a:off x="561829" y="158029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3" name="b/pca-SPRSound-358">
            <a:extLst>
              <a:ext uri="{FF2B5EF4-FFF2-40B4-BE49-F238E27FC236}">
                <a16:creationId xmlns:a16="http://schemas.microsoft.com/office/drawing/2014/main" id="{3C4E4EAD-7C30-45E7-8DFD-463DFAFF58A0}"/>
              </a:ext>
            </a:extLst>
          </p:cNvPr>
          <p:cNvSpPr>
            <a:spLocks noGrp="1"/>
          </p:cNvSpPr>
          <p:nvPr/>
        </p:nvSpPr>
        <p:spPr>
          <a:xfrm>
            <a:off x="544963" y="15574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4" name="b/pca-SPRSound-359">
            <a:extLst>
              <a:ext uri="{FF2B5EF4-FFF2-40B4-BE49-F238E27FC236}">
                <a16:creationId xmlns:a16="http://schemas.microsoft.com/office/drawing/2014/main" id="{8CB54DE4-ADE4-4F83-987B-2A56D261E8EE}"/>
              </a:ext>
            </a:extLst>
          </p:cNvPr>
          <p:cNvSpPr>
            <a:spLocks noGrp="1"/>
          </p:cNvSpPr>
          <p:nvPr/>
        </p:nvSpPr>
        <p:spPr>
          <a:xfrm>
            <a:off x="525459" y="15506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5" name="b/pca-SPRSound-360">
            <a:extLst>
              <a:ext uri="{FF2B5EF4-FFF2-40B4-BE49-F238E27FC236}">
                <a16:creationId xmlns:a16="http://schemas.microsoft.com/office/drawing/2014/main" id="{41385BF0-7854-4065-8F79-E0168D6C8D64}"/>
              </a:ext>
            </a:extLst>
          </p:cNvPr>
          <p:cNvSpPr>
            <a:spLocks noGrp="1"/>
          </p:cNvSpPr>
          <p:nvPr/>
        </p:nvSpPr>
        <p:spPr>
          <a:xfrm>
            <a:off x="543287" y="15700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6" name="b/pca-SPRSound-361">
            <a:extLst>
              <a:ext uri="{FF2B5EF4-FFF2-40B4-BE49-F238E27FC236}">
                <a16:creationId xmlns:a16="http://schemas.microsoft.com/office/drawing/2014/main" id="{42C74F31-8249-46CD-A4A6-977B8EB8AEA3}"/>
              </a:ext>
            </a:extLst>
          </p:cNvPr>
          <p:cNvSpPr>
            <a:spLocks noGrp="1"/>
          </p:cNvSpPr>
          <p:nvPr/>
        </p:nvSpPr>
        <p:spPr>
          <a:xfrm>
            <a:off x="521903" y="15523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7" name="b/pca-SPRSound-362">
            <a:extLst>
              <a:ext uri="{FF2B5EF4-FFF2-40B4-BE49-F238E27FC236}">
                <a16:creationId xmlns:a16="http://schemas.microsoft.com/office/drawing/2014/main" id="{3A1EABDA-0B09-4C8D-B1B6-DEA4BC120344}"/>
              </a:ext>
            </a:extLst>
          </p:cNvPr>
          <p:cNvSpPr>
            <a:spLocks noGrp="1"/>
          </p:cNvSpPr>
          <p:nvPr/>
        </p:nvSpPr>
        <p:spPr>
          <a:xfrm>
            <a:off x="510494" y="15749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8" name="b/pca-SPRSound-363">
            <a:extLst>
              <a:ext uri="{FF2B5EF4-FFF2-40B4-BE49-F238E27FC236}">
                <a16:creationId xmlns:a16="http://schemas.microsoft.com/office/drawing/2014/main" id="{F7600FED-315E-49F0-B3A0-D0F8D3429C28}"/>
              </a:ext>
            </a:extLst>
          </p:cNvPr>
          <p:cNvSpPr>
            <a:spLocks noGrp="1"/>
          </p:cNvSpPr>
          <p:nvPr/>
        </p:nvSpPr>
        <p:spPr>
          <a:xfrm>
            <a:off x="591791" y="15461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9" name="b/pca-SPRSound-364">
            <a:extLst>
              <a:ext uri="{FF2B5EF4-FFF2-40B4-BE49-F238E27FC236}">
                <a16:creationId xmlns:a16="http://schemas.microsoft.com/office/drawing/2014/main" id="{77DC8A2A-0E3F-4D08-8CD8-43981551E1FB}"/>
              </a:ext>
            </a:extLst>
          </p:cNvPr>
          <p:cNvSpPr>
            <a:spLocks noGrp="1"/>
          </p:cNvSpPr>
          <p:nvPr/>
        </p:nvSpPr>
        <p:spPr>
          <a:xfrm>
            <a:off x="512625" y="15990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0" name="b/pca-SPRSound-365">
            <a:extLst>
              <a:ext uri="{FF2B5EF4-FFF2-40B4-BE49-F238E27FC236}">
                <a16:creationId xmlns:a16="http://schemas.microsoft.com/office/drawing/2014/main" id="{E5380C13-178D-402C-BF66-7C50DB3E7504}"/>
              </a:ext>
            </a:extLst>
          </p:cNvPr>
          <p:cNvSpPr>
            <a:spLocks noGrp="1"/>
          </p:cNvSpPr>
          <p:nvPr/>
        </p:nvSpPr>
        <p:spPr>
          <a:xfrm>
            <a:off x="540956" y="15761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1" name="b/pca-SPRSound-366">
            <a:extLst>
              <a:ext uri="{FF2B5EF4-FFF2-40B4-BE49-F238E27FC236}">
                <a16:creationId xmlns:a16="http://schemas.microsoft.com/office/drawing/2014/main" id="{B7795086-ABD6-4ECC-89F3-03556B3E8A1F}"/>
              </a:ext>
            </a:extLst>
          </p:cNvPr>
          <p:cNvSpPr>
            <a:spLocks noGrp="1"/>
          </p:cNvSpPr>
          <p:nvPr/>
        </p:nvSpPr>
        <p:spPr>
          <a:xfrm>
            <a:off x="510759" y="15523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2" name="b/pca-SPRSound-367">
            <a:extLst>
              <a:ext uri="{FF2B5EF4-FFF2-40B4-BE49-F238E27FC236}">
                <a16:creationId xmlns:a16="http://schemas.microsoft.com/office/drawing/2014/main" id="{DBF888C3-3874-4EE6-A8C3-EFAE6D1C2D7E}"/>
              </a:ext>
            </a:extLst>
          </p:cNvPr>
          <p:cNvSpPr>
            <a:spLocks noGrp="1"/>
          </p:cNvSpPr>
          <p:nvPr/>
        </p:nvSpPr>
        <p:spPr>
          <a:xfrm>
            <a:off x="506298" y="158385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3" name="b/pca-SPRSound-368">
            <a:extLst>
              <a:ext uri="{FF2B5EF4-FFF2-40B4-BE49-F238E27FC236}">
                <a16:creationId xmlns:a16="http://schemas.microsoft.com/office/drawing/2014/main" id="{C889BA5F-FAD1-4ED2-B0FF-6ED80669F284}"/>
              </a:ext>
            </a:extLst>
          </p:cNvPr>
          <p:cNvSpPr>
            <a:spLocks noGrp="1"/>
          </p:cNvSpPr>
          <p:nvPr/>
        </p:nvSpPr>
        <p:spPr>
          <a:xfrm>
            <a:off x="519491" y="15633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4" name="b/pca-SPRSound-369">
            <a:extLst>
              <a:ext uri="{FF2B5EF4-FFF2-40B4-BE49-F238E27FC236}">
                <a16:creationId xmlns:a16="http://schemas.microsoft.com/office/drawing/2014/main" id="{A97555F5-B928-435D-B388-11715A59B179}"/>
              </a:ext>
            </a:extLst>
          </p:cNvPr>
          <p:cNvSpPr>
            <a:spLocks noGrp="1"/>
          </p:cNvSpPr>
          <p:nvPr/>
        </p:nvSpPr>
        <p:spPr>
          <a:xfrm>
            <a:off x="526259" y="16008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5" name="b/pca-SPRSound-370">
            <a:extLst>
              <a:ext uri="{FF2B5EF4-FFF2-40B4-BE49-F238E27FC236}">
                <a16:creationId xmlns:a16="http://schemas.microsoft.com/office/drawing/2014/main" id="{DF10F4D7-1096-45C9-94C4-6ECD1D793AE1}"/>
              </a:ext>
            </a:extLst>
          </p:cNvPr>
          <p:cNvSpPr>
            <a:spLocks noGrp="1"/>
          </p:cNvSpPr>
          <p:nvPr/>
        </p:nvSpPr>
        <p:spPr>
          <a:xfrm>
            <a:off x="531415" y="15486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6" name="b/pca-SPRSound-371">
            <a:extLst>
              <a:ext uri="{FF2B5EF4-FFF2-40B4-BE49-F238E27FC236}">
                <a16:creationId xmlns:a16="http://schemas.microsoft.com/office/drawing/2014/main" id="{C7FE7499-289F-4E6D-B3D5-660D70254AEA}"/>
              </a:ext>
            </a:extLst>
          </p:cNvPr>
          <p:cNvSpPr>
            <a:spLocks noGrp="1"/>
          </p:cNvSpPr>
          <p:nvPr/>
        </p:nvSpPr>
        <p:spPr>
          <a:xfrm>
            <a:off x="545670" y="154148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7" name="b/pca-SPRSound-372">
            <a:extLst>
              <a:ext uri="{FF2B5EF4-FFF2-40B4-BE49-F238E27FC236}">
                <a16:creationId xmlns:a16="http://schemas.microsoft.com/office/drawing/2014/main" id="{7B604601-477D-4FB1-B630-AE058274AF3D}"/>
              </a:ext>
            </a:extLst>
          </p:cNvPr>
          <p:cNvSpPr>
            <a:spLocks noGrp="1"/>
          </p:cNvSpPr>
          <p:nvPr/>
        </p:nvSpPr>
        <p:spPr>
          <a:xfrm>
            <a:off x="520256" y="15899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8" name="b/pca-SPRSound-373">
            <a:extLst>
              <a:ext uri="{FF2B5EF4-FFF2-40B4-BE49-F238E27FC236}">
                <a16:creationId xmlns:a16="http://schemas.microsoft.com/office/drawing/2014/main" id="{822FADD9-BA6C-44B1-985F-E5A797936D08}"/>
              </a:ext>
            </a:extLst>
          </p:cNvPr>
          <p:cNvSpPr>
            <a:spLocks noGrp="1"/>
          </p:cNvSpPr>
          <p:nvPr/>
        </p:nvSpPr>
        <p:spPr>
          <a:xfrm>
            <a:off x="558945" y="158437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9" name="b/pca-SPRSound-374">
            <a:extLst>
              <a:ext uri="{FF2B5EF4-FFF2-40B4-BE49-F238E27FC236}">
                <a16:creationId xmlns:a16="http://schemas.microsoft.com/office/drawing/2014/main" id="{FF595AC0-6464-4174-956D-7C4B0FC92257}"/>
              </a:ext>
            </a:extLst>
          </p:cNvPr>
          <p:cNvSpPr>
            <a:spLocks noGrp="1"/>
          </p:cNvSpPr>
          <p:nvPr/>
        </p:nvSpPr>
        <p:spPr>
          <a:xfrm>
            <a:off x="545748" y="15770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0" name="b/pca-SPRSound-375">
            <a:extLst>
              <a:ext uri="{FF2B5EF4-FFF2-40B4-BE49-F238E27FC236}">
                <a16:creationId xmlns:a16="http://schemas.microsoft.com/office/drawing/2014/main" id="{33230A61-2242-4E4D-9611-55AEB94EF96E}"/>
              </a:ext>
            </a:extLst>
          </p:cNvPr>
          <p:cNvSpPr>
            <a:spLocks noGrp="1"/>
          </p:cNvSpPr>
          <p:nvPr/>
        </p:nvSpPr>
        <p:spPr>
          <a:xfrm>
            <a:off x="578879" y="15776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1" name="b/pca-SPRSound-376">
            <a:extLst>
              <a:ext uri="{FF2B5EF4-FFF2-40B4-BE49-F238E27FC236}">
                <a16:creationId xmlns:a16="http://schemas.microsoft.com/office/drawing/2014/main" id="{BC2A6B02-20A0-40EA-A7A5-CC70EDED1954}"/>
              </a:ext>
            </a:extLst>
          </p:cNvPr>
          <p:cNvSpPr>
            <a:spLocks noGrp="1"/>
          </p:cNvSpPr>
          <p:nvPr/>
        </p:nvSpPr>
        <p:spPr>
          <a:xfrm>
            <a:off x="593979" y="15529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2" name="b/pca-SPRSound-377">
            <a:extLst>
              <a:ext uri="{FF2B5EF4-FFF2-40B4-BE49-F238E27FC236}">
                <a16:creationId xmlns:a16="http://schemas.microsoft.com/office/drawing/2014/main" id="{D70BC1D6-CCF3-40F0-9861-810ACAC790F3}"/>
              </a:ext>
            </a:extLst>
          </p:cNvPr>
          <p:cNvSpPr>
            <a:spLocks noGrp="1"/>
          </p:cNvSpPr>
          <p:nvPr/>
        </p:nvSpPr>
        <p:spPr>
          <a:xfrm>
            <a:off x="556930" y="16088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3" name="b/pca-SPRSound-378">
            <a:extLst>
              <a:ext uri="{FF2B5EF4-FFF2-40B4-BE49-F238E27FC236}">
                <a16:creationId xmlns:a16="http://schemas.microsoft.com/office/drawing/2014/main" id="{A020ABD7-94FF-403A-9953-EBA798378FD3}"/>
              </a:ext>
            </a:extLst>
          </p:cNvPr>
          <p:cNvSpPr>
            <a:spLocks noGrp="1"/>
          </p:cNvSpPr>
          <p:nvPr/>
        </p:nvSpPr>
        <p:spPr>
          <a:xfrm>
            <a:off x="569770" y="15347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4" name="b/pca-SPRSound-379">
            <a:extLst>
              <a:ext uri="{FF2B5EF4-FFF2-40B4-BE49-F238E27FC236}">
                <a16:creationId xmlns:a16="http://schemas.microsoft.com/office/drawing/2014/main" id="{937993ED-EEC9-47E3-ABC1-188B75B2D6BB}"/>
              </a:ext>
            </a:extLst>
          </p:cNvPr>
          <p:cNvSpPr>
            <a:spLocks noGrp="1"/>
          </p:cNvSpPr>
          <p:nvPr/>
        </p:nvSpPr>
        <p:spPr>
          <a:xfrm>
            <a:off x="547087" y="15620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5" name="b/pca-SPRSound-380">
            <a:extLst>
              <a:ext uri="{FF2B5EF4-FFF2-40B4-BE49-F238E27FC236}">
                <a16:creationId xmlns:a16="http://schemas.microsoft.com/office/drawing/2014/main" id="{66CF4C82-7CD5-4075-87BF-B50D7263E557}"/>
              </a:ext>
            </a:extLst>
          </p:cNvPr>
          <p:cNvSpPr>
            <a:spLocks noGrp="1"/>
          </p:cNvSpPr>
          <p:nvPr/>
        </p:nvSpPr>
        <p:spPr>
          <a:xfrm>
            <a:off x="545900" y="15771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6" name="b/pca-SPRSound-381">
            <a:extLst>
              <a:ext uri="{FF2B5EF4-FFF2-40B4-BE49-F238E27FC236}">
                <a16:creationId xmlns:a16="http://schemas.microsoft.com/office/drawing/2014/main" id="{4898B077-AEF4-40A9-8F29-CBE78236F4A4}"/>
              </a:ext>
            </a:extLst>
          </p:cNvPr>
          <p:cNvSpPr>
            <a:spLocks noGrp="1"/>
          </p:cNvSpPr>
          <p:nvPr/>
        </p:nvSpPr>
        <p:spPr>
          <a:xfrm>
            <a:off x="537681" y="15837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7" name="b/pca-SPRSound-382">
            <a:extLst>
              <a:ext uri="{FF2B5EF4-FFF2-40B4-BE49-F238E27FC236}">
                <a16:creationId xmlns:a16="http://schemas.microsoft.com/office/drawing/2014/main" id="{B48CD374-AC1D-4911-8BB2-E912BD2C5394}"/>
              </a:ext>
            </a:extLst>
          </p:cNvPr>
          <p:cNvSpPr>
            <a:spLocks noGrp="1"/>
          </p:cNvSpPr>
          <p:nvPr/>
        </p:nvSpPr>
        <p:spPr>
          <a:xfrm>
            <a:off x="556831" y="15765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8" name="b/pca-SPRSound-383">
            <a:extLst>
              <a:ext uri="{FF2B5EF4-FFF2-40B4-BE49-F238E27FC236}">
                <a16:creationId xmlns:a16="http://schemas.microsoft.com/office/drawing/2014/main" id="{5CF8CD86-B660-4789-ABBB-A9B1F2B222E2}"/>
              </a:ext>
            </a:extLst>
          </p:cNvPr>
          <p:cNvSpPr>
            <a:spLocks noGrp="1"/>
          </p:cNvSpPr>
          <p:nvPr/>
        </p:nvSpPr>
        <p:spPr>
          <a:xfrm>
            <a:off x="556494" y="15445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9" name="b/pca-SPRSound-384">
            <a:extLst>
              <a:ext uri="{FF2B5EF4-FFF2-40B4-BE49-F238E27FC236}">
                <a16:creationId xmlns:a16="http://schemas.microsoft.com/office/drawing/2014/main" id="{432EEA98-455B-4933-8CA6-23456EABF56B}"/>
              </a:ext>
            </a:extLst>
          </p:cNvPr>
          <p:cNvSpPr>
            <a:spLocks noGrp="1"/>
          </p:cNvSpPr>
          <p:nvPr/>
        </p:nvSpPr>
        <p:spPr>
          <a:xfrm>
            <a:off x="562617" y="15159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0" name="b/pca-SPRSound-385">
            <a:extLst>
              <a:ext uri="{FF2B5EF4-FFF2-40B4-BE49-F238E27FC236}">
                <a16:creationId xmlns:a16="http://schemas.microsoft.com/office/drawing/2014/main" id="{BA83F3EC-9541-4A2A-A6C8-59EF04F07F72}"/>
              </a:ext>
            </a:extLst>
          </p:cNvPr>
          <p:cNvSpPr>
            <a:spLocks noGrp="1"/>
          </p:cNvSpPr>
          <p:nvPr/>
        </p:nvSpPr>
        <p:spPr>
          <a:xfrm>
            <a:off x="543460" y="15787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1" name="b/pca-SPRSound-386">
            <a:extLst>
              <a:ext uri="{FF2B5EF4-FFF2-40B4-BE49-F238E27FC236}">
                <a16:creationId xmlns:a16="http://schemas.microsoft.com/office/drawing/2014/main" id="{56C21155-83FE-4E4E-919C-CC8957FEF557}"/>
              </a:ext>
            </a:extLst>
          </p:cNvPr>
          <p:cNvSpPr>
            <a:spLocks noGrp="1"/>
          </p:cNvSpPr>
          <p:nvPr/>
        </p:nvSpPr>
        <p:spPr>
          <a:xfrm>
            <a:off x="554600" y="15302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2" name="b/pca-SPRSound-387">
            <a:extLst>
              <a:ext uri="{FF2B5EF4-FFF2-40B4-BE49-F238E27FC236}">
                <a16:creationId xmlns:a16="http://schemas.microsoft.com/office/drawing/2014/main" id="{BFA128B3-61A3-4444-99AC-CC497A4B4764}"/>
              </a:ext>
            </a:extLst>
          </p:cNvPr>
          <p:cNvSpPr>
            <a:spLocks noGrp="1"/>
          </p:cNvSpPr>
          <p:nvPr/>
        </p:nvSpPr>
        <p:spPr>
          <a:xfrm>
            <a:off x="531833" y="15768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3" name="b/pca-SPRSound-388">
            <a:extLst>
              <a:ext uri="{FF2B5EF4-FFF2-40B4-BE49-F238E27FC236}">
                <a16:creationId xmlns:a16="http://schemas.microsoft.com/office/drawing/2014/main" id="{3B7CFDC1-C8F4-4C95-83CC-48C92F233AC7}"/>
              </a:ext>
            </a:extLst>
          </p:cNvPr>
          <p:cNvSpPr>
            <a:spLocks noGrp="1"/>
          </p:cNvSpPr>
          <p:nvPr/>
        </p:nvSpPr>
        <p:spPr>
          <a:xfrm>
            <a:off x="576955" y="15369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4" name="b/pca-SPRSound-389">
            <a:extLst>
              <a:ext uri="{FF2B5EF4-FFF2-40B4-BE49-F238E27FC236}">
                <a16:creationId xmlns:a16="http://schemas.microsoft.com/office/drawing/2014/main" id="{C3F91C30-9EDF-4825-B135-10DB9590DF8B}"/>
              </a:ext>
            </a:extLst>
          </p:cNvPr>
          <p:cNvSpPr>
            <a:spLocks noGrp="1"/>
          </p:cNvSpPr>
          <p:nvPr/>
        </p:nvSpPr>
        <p:spPr>
          <a:xfrm>
            <a:off x="550296" y="15572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5" name="b/pca-SPRSound-390">
            <a:extLst>
              <a:ext uri="{FF2B5EF4-FFF2-40B4-BE49-F238E27FC236}">
                <a16:creationId xmlns:a16="http://schemas.microsoft.com/office/drawing/2014/main" id="{DE614A62-194F-42CA-A6D6-33EF3CD0B2DF}"/>
              </a:ext>
            </a:extLst>
          </p:cNvPr>
          <p:cNvSpPr>
            <a:spLocks noGrp="1"/>
          </p:cNvSpPr>
          <p:nvPr/>
        </p:nvSpPr>
        <p:spPr>
          <a:xfrm>
            <a:off x="540948" y="15655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6" name="b/pca-SPRSound-391">
            <a:extLst>
              <a:ext uri="{FF2B5EF4-FFF2-40B4-BE49-F238E27FC236}">
                <a16:creationId xmlns:a16="http://schemas.microsoft.com/office/drawing/2014/main" id="{1086154D-BF9A-4648-8613-F3BBF6F5B63C}"/>
              </a:ext>
            </a:extLst>
          </p:cNvPr>
          <p:cNvSpPr>
            <a:spLocks noGrp="1"/>
          </p:cNvSpPr>
          <p:nvPr/>
        </p:nvSpPr>
        <p:spPr>
          <a:xfrm>
            <a:off x="536553" y="15404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7" name="b/pca-SPRSound-392">
            <a:extLst>
              <a:ext uri="{FF2B5EF4-FFF2-40B4-BE49-F238E27FC236}">
                <a16:creationId xmlns:a16="http://schemas.microsoft.com/office/drawing/2014/main" id="{306CC797-A92E-415F-887E-AE1A761ED1CA}"/>
              </a:ext>
            </a:extLst>
          </p:cNvPr>
          <p:cNvSpPr>
            <a:spLocks noGrp="1"/>
          </p:cNvSpPr>
          <p:nvPr/>
        </p:nvSpPr>
        <p:spPr>
          <a:xfrm>
            <a:off x="577163" y="156935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8" name="b/pca-SPRSound-393">
            <a:extLst>
              <a:ext uri="{FF2B5EF4-FFF2-40B4-BE49-F238E27FC236}">
                <a16:creationId xmlns:a16="http://schemas.microsoft.com/office/drawing/2014/main" id="{6AC927CB-1319-4874-A024-6D03D58E566F}"/>
              </a:ext>
            </a:extLst>
          </p:cNvPr>
          <p:cNvSpPr>
            <a:spLocks noGrp="1"/>
          </p:cNvSpPr>
          <p:nvPr/>
        </p:nvSpPr>
        <p:spPr>
          <a:xfrm>
            <a:off x="596644" y="15773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9" name="b/pca-SPRSound-394">
            <a:extLst>
              <a:ext uri="{FF2B5EF4-FFF2-40B4-BE49-F238E27FC236}">
                <a16:creationId xmlns:a16="http://schemas.microsoft.com/office/drawing/2014/main" id="{87471768-BD01-4B2C-9FD7-AC0BE42C1955}"/>
              </a:ext>
            </a:extLst>
          </p:cNvPr>
          <p:cNvSpPr>
            <a:spLocks noGrp="1"/>
          </p:cNvSpPr>
          <p:nvPr/>
        </p:nvSpPr>
        <p:spPr>
          <a:xfrm>
            <a:off x="575265" y="154171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0" name="b/pca-SPRSound-395">
            <a:extLst>
              <a:ext uri="{FF2B5EF4-FFF2-40B4-BE49-F238E27FC236}">
                <a16:creationId xmlns:a16="http://schemas.microsoft.com/office/drawing/2014/main" id="{11C865DF-2CEB-44AB-A0EB-BBA2A19D443F}"/>
              </a:ext>
            </a:extLst>
          </p:cNvPr>
          <p:cNvSpPr>
            <a:spLocks noGrp="1"/>
          </p:cNvSpPr>
          <p:nvPr/>
        </p:nvSpPr>
        <p:spPr>
          <a:xfrm>
            <a:off x="457065" y="15707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1" name="b/pca-SPRSound-396">
            <a:extLst>
              <a:ext uri="{FF2B5EF4-FFF2-40B4-BE49-F238E27FC236}">
                <a16:creationId xmlns:a16="http://schemas.microsoft.com/office/drawing/2014/main" id="{5A43D802-1013-4312-8CD9-ABAED499B9EB}"/>
              </a:ext>
            </a:extLst>
          </p:cNvPr>
          <p:cNvSpPr>
            <a:spLocks noGrp="1"/>
          </p:cNvSpPr>
          <p:nvPr/>
        </p:nvSpPr>
        <p:spPr>
          <a:xfrm>
            <a:off x="546984" y="157395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2" name="b/pca-SPRSound-397">
            <a:extLst>
              <a:ext uri="{FF2B5EF4-FFF2-40B4-BE49-F238E27FC236}">
                <a16:creationId xmlns:a16="http://schemas.microsoft.com/office/drawing/2014/main" id="{7319915A-5E35-44AF-9AE9-689BE1CC7EBB}"/>
              </a:ext>
            </a:extLst>
          </p:cNvPr>
          <p:cNvSpPr>
            <a:spLocks noGrp="1"/>
          </p:cNvSpPr>
          <p:nvPr/>
        </p:nvSpPr>
        <p:spPr>
          <a:xfrm>
            <a:off x="579754" y="155166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3" name="b/pca-SPRSound-398">
            <a:extLst>
              <a:ext uri="{FF2B5EF4-FFF2-40B4-BE49-F238E27FC236}">
                <a16:creationId xmlns:a16="http://schemas.microsoft.com/office/drawing/2014/main" id="{087ABA93-2FF9-4A2A-81F3-DA642EDB1B16}"/>
              </a:ext>
            </a:extLst>
          </p:cNvPr>
          <p:cNvSpPr>
            <a:spLocks noGrp="1"/>
          </p:cNvSpPr>
          <p:nvPr/>
        </p:nvSpPr>
        <p:spPr>
          <a:xfrm>
            <a:off x="519565" y="157399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4" name="b/pca-SPRSound-399">
            <a:extLst>
              <a:ext uri="{FF2B5EF4-FFF2-40B4-BE49-F238E27FC236}">
                <a16:creationId xmlns:a16="http://schemas.microsoft.com/office/drawing/2014/main" id="{58A79757-D02E-49EC-AFC2-C2BBE19173BA}"/>
              </a:ext>
            </a:extLst>
          </p:cNvPr>
          <p:cNvSpPr>
            <a:spLocks noGrp="1"/>
          </p:cNvSpPr>
          <p:nvPr/>
        </p:nvSpPr>
        <p:spPr>
          <a:xfrm>
            <a:off x="594753" y="15918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5" name="b/pca-SPRSound-400">
            <a:extLst>
              <a:ext uri="{FF2B5EF4-FFF2-40B4-BE49-F238E27FC236}">
                <a16:creationId xmlns:a16="http://schemas.microsoft.com/office/drawing/2014/main" id="{01A59161-6880-4EE0-B5AC-3A82D0D9A586}"/>
              </a:ext>
            </a:extLst>
          </p:cNvPr>
          <p:cNvSpPr>
            <a:spLocks noGrp="1"/>
          </p:cNvSpPr>
          <p:nvPr/>
        </p:nvSpPr>
        <p:spPr>
          <a:xfrm>
            <a:off x="492868" y="15945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6" name="b/pca-SPRSound-401">
            <a:extLst>
              <a:ext uri="{FF2B5EF4-FFF2-40B4-BE49-F238E27FC236}">
                <a16:creationId xmlns:a16="http://schemas.microsoft.com/office/drawing/2014/main" id="{A5ABFCC7-FB1F-414C-8AEF-D9735DFAB769}"/>
              </a:ext>
            </a:extLst>
          </p:cNvPr>
          <p:cNvSpPr>
            <a:spLocks noGrp="1"/>
          </p:cNvSpPr>
          <p:nvPr/>
        </p:nvSpPr>
        <p:spPr>
          <a:xfrm>
            <a:off x="547260" y="15843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7" name="b/pca-SPRSound-402">
            <a:extLst>
              <a:ext uri="{FF2B5EF4-FFF2-40B4-BE49-F238E27FC236}">
                <a16:creationId xmlns:a16="http://schemas.microsoft.com/office/drawing/2014/main" id="{E306649B-EA58-4845-914E-246C85058FCD}"/>
              </a:ext>
            </a:extLst>
          </p:cNvPr>
          <p:cNvSpPr>
            <a:spLocks noGrp="1"/>
          </p:cNvSpPr>
          <p:nvPr/>
        </p:nvSpPr>
        <p:spPr>
          <a:xfrm>
            <a:off x="569348" y="15572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8" name="b/pca-SPRSound-403">
            <a:extLst>
              <a:ext uri="{FF2B5EF4-FFF2-40B4-BE49-F238E27FC236}">
                <a16:creationId xmlns:a16="http://schemas.microsoft.com/office/drawing/2014/main" id="{09E51460-736E-4D67-9F8D-3D9E50A52829}"/>
              </a:ext>
            </a:extLst>
          </p:cNvPr>
          <p:cNvSpPr>
            <a:spLocks noGrp="1"/>
          </p:cNvSpPr>
          <p:nvPr/>
        </p:nvSpPr>
        <p:spPr>
          <a:xfrm>
            <a:off x="510182" y="15661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9" name="b/pca-SPRSound-404">
            <a:extLst>
              <a:ext uri="{FF2B5EF4-FFF2-40B4-BE49-F238E27FC236}">
                <a16:creationId xmlns:a16="http://schemas.microsoft.com/office/drawing/2014/main" id="{5DB01B88-FC0E-4ACC-A004-72E13F924198}"/>
              </a:ext>
            </a:extLst>
          </p:cNvPr>
          <p:cNvSpPr>
            <a:spLocks noGrp="1"/>
          </p:cNvSpPr>
          <p:nvPr/>
        </p:nvSpPr>
        <p:spPr>
          <a:xfrm>
            <a:off x="547959" y="157856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0" name="b/pca-SPRSound-405">
            <a:extLst>
              <a:ext uri="{FF2B5EF4-FFF2-40B4-BE49-F238E27FC236}">
                <a16:creationId xmlns:a16="http://schemas.microsoft.com/office/drawing/2014/main" id="{988AAAF1-8E41-4750-9781-F281B7824F84}"/>
              </a:ext>
            </a:extLst>
          </p:cNvPr>
          <p:cNvSpPr>
            <a:spLocks noGrp="1"/>
          </p:cNvSpPr>
          <p:nvPr/>
        </p:nvSpPr>
        <p:spPr>
          <a:xfrm>
            <a:off x="537963" y="15729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1" name="b/pca-SPRSound-406">
            <a:extLst>
              <a:ext uri="{FF2B5EF4-FFF2-40B4-BE49-F238E27FC236}">
                <a16:creationId xmlns:a16="http://schemas.microsoft.com/office/drawing/2014/main" id="{E204B582-ECB3-47B1-A0FA-7D57801297CB}"/>
              </a:ext>
            </a:extLst>
          </p:cNvPr>
          <p:cNvSpPr>
            <a:spLocks noGrp="1"/>
          </p:cNvSpPr>
          <p:nvPr/>
        </p:nvSpPr>
        <p:spPr>
          <a:xfrm>
            <a:off x="595408" y="15710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2" name="b/pca-SPRSound-407">
            <a:extLst>
              <a:ext uri="{FF2B5EF4-FFF2-40B4-BE49-F238E27FC236}">
                <a16:creationId xmlns:a16="http://schemas.microsoft.com/office/drawing/2014/main" id="{40BA19B0-3FE4-4CE6-9ED7-F8CD88D64888}"/>
              </a:ext>
            </a:extLst>
          </p:cNvPr>
          <p:cNvSpPr>
            <a:spLocks noGrp="1"/>
          </p:cNvSpPr>
          <p:nvPr/>
        </p:nvSpPr>
        <p:spPr>
          <a:xfrm>
            <a:off x="538904" y="15905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3" name="b/pca-SPRSound-408">
            <a:extLst>
              <a:ext uri="{FF2B5EF4-FFF2-40B4-BE49-F238E27FC236}">
                <a16:creationId xmlns:a16="http://schemas.microsoft.com/office/drawing/2014/main" id="{23DAC568-DBBE-4D66-A284-AD3336FE3134}"/>
              </a:ext>
            </a:extLst>
          </p:cNvPr>
          <p:cNvSpPr>
            <a:spLocks noGrp="1"/>
          </p:cNvSpPr>
          <p:nvPr/>
        </p:nvSpPr>
        <p:spPr>
          <a:xfrm>
            <a:off x="550053" y="15751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4" name="b/pca-SPRSound-409">
            <a:extLst>
              <a:ext uri="{FF2B5EF4-FFF2-40B4-BE49-F238E27FC236}">
                <a16:creationId xmlns:a16="http://schemas.microsoft.com/office/drawing/2014/main" id="{A9CF1B30-F5FF-44BB-8101-2113BE078048}"/>
              </a:ext>
            </a:extLst>
          </p:cNvPr>
          <p:cNvSpPr>
            <a:spLocks noGrp="1"/>
          </p:cNvSpPr>
          <p:nvPr/>
        </p:nvSpPr>
        <p:spPr>
          <a:xfrm>
            <a:off x="505494" y="15811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5" name="b/pca-SPRSound-410">
            <a:extLst>
              <a:ext uri="{FF2B5EF4-FFF2-40B4-BE49-F238E27FC236}">
                <a16:creationId xmlns:a16="http://schemas.microsoft.com/office/drawing/2014/main" id="{6F258AE2-A312-4E1D-A16E-F35CDDED8E2D}"/>
              </a:ext>
            </a:extLst>
          </p:cNvPr>
          <p:cNvSpPr>
            <a:spLocks noGrp="1"/>
          </p:cNvSpPr>
          <p:nvPr/>
        </p:nvSpPr>
        <p:spPr>
          <a:xfrm>
            <a:off x="568222" y="15288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6" name="b/pca-SPRSound-411">
            <a:extLst>
              <a:ext uri="{FF2B5EF4-FFF2-40B4-BE49-F238E27FC236}">
                <a16:creationId xmlns:a16="http://schemas.microsoft.com/office/drawing/2014/main" id="{91E67358-F270-450E-8C8E-9F7898E9254D}"/>
              </a:ext>
            </a:extLst>
          </p:cNvPr>
          <p:cNvSpPr>
            <a:spLocks noGrp="1"/>
          </p:cNvSpPr>
          <p:nvPr/>
        </p:nvSpPr>
        <p:spPr>
          <a:xfrm>
            <a:off x="576844" y="153686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7" name="b/pca-SPRSound-412">
            <a:extLst>
              <a:ext uri="{FF2B5EF4-FFF2-40B4-BE49-F238E27FC236}">
                <a16:creationId xmlns:a16="http://schemas.microsoft.com/office/drawing/2014/main" id="{98AEE16F-D26A-4827-B204-FCE825AB44D7}"/>
              </a:ext>
            </a:extLst>
          </p:cNvPr>
          <p:cNvSpPr>
            <a:spLocks noGrp="1"/>
          </p:cNvSpPr>
          <p:nvPr/>
        </p:nvSpPr>
        <p:spPr>
          <a:xfrm>
            <a:off x="560316" y="15046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8" name="b/pca-SPRSound-413">
            <a:extLst>
              <a:ext uri="{FF2B5EF4-FFF2-40B4-BE49-F238E27FC236}">
                <a16:creationId xmlns:a16="http://schemas.microsoft.com/office/drawing/2014/main" id="{3720FB29-4C46-47CB-A4E6-F0257427A07B}"/>
              </a:ext>
            </a:extLst>
          </p:cNvPr>
          <p:cNvSpPr>
            <a:spLocks noGrp="1"/>
          </p:cNvSpPr>
          <p:nvPr/>
        </p:nvSpPr>
        <p:spPr>
          <a:xfrm>
            <a:off x="559747" y="15450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9" name="b/pca-SPRSound-414">
            <a:extLst>
              <a:ext uri="{FF2B5EF4-FFF2-40B4-BE49-F238E27FC236}">
                <a16:creationId xmlns:a16="http://schemas.microsoft.com/office/drawing/2014/main" id="{1EE673F9-68D5-4F15-A140-D8E16CC81634}"/>
              </a:ext>
            </a:extLst>
          </p:cNvPr>
          <p:cNvSpPr>
            <a:spLocks noGrp="1"/>
          </p:cNvSpPr>
          <p:nvPr/>
        </p:nvSpPr>
        <p:spPr>
          <a:xfrm>
            <a:off x="618878" y="15499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0" name="b/pca-SPRSound-415">
            <a:extLst>
              <a:ext uri="{FF2B5EF4-FFF2-40B4-BE49-F238E27FC236}">
                <a16:creationId xmlns:a16="http://schemas.microsoft.com/office/drawing/2014/main" id="{471CE022-BDBF-432D-8326-95FDB7E521AA}"/>
              </a:ext>
            </a:extLst>
          </p:cNvPr>
          <p:cNvSpPr>
            <a:spLocks noGrp="1"/>
          </p:cNvSpPr>
          <p:nvPr/>
        </p:nvSpPr>
        <p:spPr>
          <a:xfrm>
            <a:off x="548047" y="15386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1" name="b/pca-SPRSound-416">
            <a:extLst>
              <a:ext uri="{FF2B5EF4-FFF2-40B4-BE49-F238E27FC236}">
                <a16:creationId xmlns:a16="http://schemas.microsoft.com/office/drawing/2014/main" id="{BEB09A74-2140-45E0-9D64-A9030D8C54BB}"/>
              </a:ext>
            </a:extLst>
          </p:cNvPr>
          <p:cNvSpPr>
            <a:spLocks noGrp="1"/>
          </p:cNvSpPr>
          <p:nvPr/>
        </p:nvSpPr>
        <p:spPr>
          <a:xfrm>
            <a:off x="552755" y="15860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2" name="b/pca-SPRSound-417">
            <a:extLst>
              <a:ext uri="{FF2B5EF4-FFF2-40B4-BE49-F238E27FC236}">
                <a16:creationId xmlns:a16="http://schemas.microsoft.com/office/drawing/2014/main" id="{61A6A223-9D7F-440D-93A3-C24C18F9A00C}"/>
              </a:ext>
            </a:extLst>
          </p:cNvPr>
          <p:cNvSpPr>
            <a:spLocks noGrp="1"/>
          </p:cNvSpPr>
          <p:nvPr/>
        </p:nvSpPr>
        <p:spPr>
          <a:xfrm>
            <a:off x="554266" y="15935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3" name="b/pca-SPRSound-418">
            <a:extLst>
              <a:ext uri="{FF2B5EF4-FFF2-40B4-BE49-F238E27FC236}">
                <a16:creationId xmlns:a16="http://schemas.microsoft.com/office/drawing/2014/main" id="{A67DBC39-CEB0-412D-9E82-7E1F19EE26F6}"/>
              </a:ext>
            </a:extLst>
          </p:cNvPr>
          <p:cNvSpPr>
            <a:spLocks noGrp="1"/>
          </p:cNvSpPr>
          <p:nvPr/>
        </p:nvSpPr>
        <p:spPr>
          <a:xfrm>
            <a:off x="540301" y="152669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4" name="b/pca-SPRSound-419">
            <a:extLst>
              <a:ext uri="{FF2B5EF4-FFF2-40B4-BE49-F238E27FC236}">
                <a16:creationId xmlns:a16="http://schemas.microsoft.com/office/drawing/2014/main" id="{03ED2502-4BE9-4083-9CF7-D5746797DA69}"/>
              </a:ext>
            </a:extLst>
          </p:cNvPr>
          <p:cNvSpPr>
            <a:spLocks noGrp="1"/>
          </p:cNvSpPr>
          <p:nvPr/>
        </p:nvSpPr>
        <p:spPr>
          <a:xfrm>
            <a:off x="564654" y="159934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5" name="b/pca-SPRSound-420">
            <a:extLst>
              <a:ext uri="{FF2B5EF4-FFF2-40B4-BE49-F238E27FC236}">
                <a16:creationId xmlns:a16="http://schemas.microsoft.com/office/drawing/2014/main" id="{F899F701-20A3-4C3B-83F5-876D9798249C}"/>
              </a:ext>
            </a:extLst>
          </p:cNvPr>
          <p:cNvSpPr>
            <a:spLocks noGrp="1"/>
          </p:cNvSpPr>
          <p:nvPr/>
        </p:nvSpPr>
        <p:spPr>
          <a:xfrm>
            <a:off x="634125" y="14785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6" name="b/pca-SPRSound-421">
            <a:extLst>
              <a:ext uri="{FF2B5EF4-FFF2-40B4-BE49-F238E27FC236}">
                <a16:creationId xmlns:a16="http://schemas.microsoft.com/office/drawing/2014/main" id="{C0D1665C-7546-48B2-A11A-948D3E16475B}"/>
              </a:ext>
            </a:extLst>
          </p:cNvPr>
          <p:cNvSpPr>
            <a:spLocks noGrp="1"/>
          </p:cNvSpPr>
          <p:nvPr/>
        </p:nvSpPr>
        <p:spPr>
          <a:xfrm>
            <a:off x="552341" y="15676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7" name="b/pca-SPRSound-422">
            <a:extLst>
              <a:ext uri="{FF2B5EF4-FFF2-40B4-BE49-F238E27FC236}">
                <a16:creationId xmlns:a16="http://schemas.microsoft.com/office/drawing/2014/main" id="{0A880D91-E557-48C9-A269-16D1DBF4E901}"/>
              </a:ext>
            </a:extLst>
          </p:cNvPr>
          <p:cNvSpPr>
            <a:spLocks noGrp="1"/>
          </p:cNvSpPr>
          <p:nvPr/>
        </p:nvSpPr>
        <p:spPr>
          <a:xfrm>
            <a:off x="528714" y="15466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8" name="b/pca-SPRSound-423">
            <a:extLst>
              <a:ext uri="{FF2B5EF4-FFF2-40B4-BE49-F238E27FC236}">
                <a16:creationId xmlns:a16="http://schemas.microsoft.com/office/drawing/2014/main" id="{E4816730-30DC-4A5A-9434-9049DF97DFFC}"/>
              </a:ext>
            </a:extLst>
          </p:cNvPr>
          <p:cNvSpPr>
            <a:spLocks noGrp="1"/>
          </p:cNvSpPr>
          <p:nvPr/>
        </p:nvSpPr>
        <p:spPr>
          <a:xfrm>
            <a:off x="586712" y="15520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9" name="b/pca-SPRSound-424">
            <a:extLst>
              <a:ext uri="{FF2B5EF4-FFF2-40B4-BE49-F238E27FC236}">
                <a16:creationId xmlns:a16="http://schemas.microsoft.com/office/drawing/2014/main" id="{F1BEF717-8D0D-4630-AF1D-E23E9F4F00BB}"/>
              </a:ext>
            </a:extLst>
          </p:cNvPr>
          <p:cNvSpPr>
            <a:spLocks noGrp="1"/>
          </p:cNvSpPr>
          <p:nvPr/>
        </p:nvSpPr>
        <p:spPr>
          <a:xfrm>
            <a:off x="639111" y="152359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0" name="b/pca-SPRSound-425">
            <a:extLst>
              <a:ext uri="{FF2B5EF4-FFF2-40B4-BE49-F238E27FC236}">
                <a16:creationId xmlns:a16="http://schemas.microsoft.com/office/drawing/2014/main" id="{307298FA-0904-478C-BDF2-BF8AAD19B44B}"/>
              </a:ext>
            </a:extLst>
          </p:cNvPr>
          <p:cNvSpPr>
            <a:spLocks noGrp="1"/>
          </p:cNvSpPr>
          <p:nvPr/>
        </p:nvSpPr>
        <p:spPr>
          <a:xfrm>
            <a:off x="575121" y="156935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1" name="b/pca-SPRSound-426">
            <a:extLst>
              <a:ext uri="{FF2B5EF4-FFF2-40B4-BE49-F238E27FC236}">
                <a16:creationId xmlns:a16="http://schemas.microsoft.com/office/drawing/2014/main" id="{975937BE-6535-47DD-9EE1-A8FF3578240C}"/>
              </a:ext>
            </a:extLst>
          </p:cNvPr>
          <p:cNvSpPr>
            <a:spLocks noGrp="1"/>
          </p:cNvSpPr>
          <p:nvPr/>
        </p:nvSpPr>
        <p:spPr>
          <a:xfrm>
            <a:off x="576711" y="15595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2" name="b/pca-SPRSound-427">
            <a:extLst>
              <a:ext uri="{FF2B5EF4-FFF2-40B4-BE49-F238E27FC236}">
                <a16:creationId xmlns:a16="http://schemas.microsoft.com/office/drawing/2014/main" id="{A5EBEFEE-D30D-4815-A2B5-FDC4A89F1124}"/>
              </a:ext>
            </a:extLst>
          </p:cNvPr>
          <p:cNvSpPr>
            <a:spLocks noGrp="1"/>
          </p:cNvSpPr>
          <p:nvPr/>
        </p:nvSpPr>
        <p:spPr>
          <a:xfrm>
            <a:off x="539831" y="15780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3" name="b/pca-SPRSound-428">
            <a:extLst>
              <a:ext uri="{FF2B5EF4-FFF2-40B4-BE49-F238E27FC236}">
                <a16:creationId xmlns:a16="http://schemas.microsoft.com/office/drawing/2014/main" id="{2BD61314-E3C9-4D16-8884-B99129BD845F}"/>
              </a:ext>
            </a:extLst>
          </p:cNvPr>
          <p:cNvSpPr>
            <a:spLocks noGrp="1"/>
          </p:cNvSpPr>
          <p:nvPr/>
        </p:nvSpPr>
        <p:spPr>
          <a:xfrm>
            <a:off x="560535" y="15687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4" name="b/pca-SPRSound-429">
            <a:extLst>
              <a:ext uri="{FF2B5EF4-FFF2-40B4-BE49-F238E27FC236}">
                <a16:creationId xmlns:a16="http://schemas.microsoft.com/office/drawing/2014/main" id="{21CB2589-594A-4685-9DAD-83381B983E34}"/>
              </a:ext>
            </a:extLst>
          </p:cNvPr>
          <p:cNvSpPr>
            <a:spLocks noGrp="1"/>
          </p:cNvSpPr>
          <p:nvPr/>
        </p:nvSpPr>
        <p:spPr>
          <a:xfrm>
            <a:off x="523159" y="160475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5" name="b/pca-SPRSound-430">
            <a:extLst>
              <a:ext uri="{FF2B5EF4-FFF2-40B4-BE49-F238E27FC236}">
                <a16:creationId xmlns:a16="http://schemas.microsoft.com/office/drawing/2014/main" id="{CFFCDF63-FE48-4658-9505-104FF74AA6AB}"/>
              </a:ext>
            </a:extLst>
          </p:cNvPr>
          <p:cNvSpPr>
            <a:spLocks noGrp="1"/>
          </p:cNvSpPr>
          <p:nvPr/>
        </p:nvSpPr>
        <p:spPr>
          <a:xfrm>
            <a:off x="569914" y="15655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6" name="b/pca-SPRSound-431">
            <a:extLst>
              <a:ext uri="{FF2B5EF4-FFF2-40B4-BE49-F238E27FC236}">
                <a16:creationId xmlns:a16="http://schemas.microsoft.com/office/drawing/2014/main" id="{04C51821-CC6B-4A8B-8562-6ED6FECD55F7}"/>
              </a:ext>
            </a:extLst>
          </p:cNvPr>
          <p:cNvSpPr>
            <a:spLocks noGrp="1"/>
          </p:cNvSpPr>
          <p:nvPr/>
        </p:nvSpPr>
        <p:spPr>
          <a:xfrm>
            <a:off x="489564" y="15643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7" name="b/pca-SPRSound-432">
            <a:extLst>
              <a:ext uri="{FF2B5EF4-FFF2-40B4-BE49-F238E27FC236}">
                <a16:creationId xmlns:a16="http://schemas.microsoft.com/office/drawing/2014/main" id="{3DDDEE58-C9F9-4995-8DB4-3F9AF8055617}"/>
              </a:ext>
            </a:extLst>
          </p:cNvPr>
          <p:cNvSpPr>
            <a:spLocks noGrp="1"/>
          </p:cNvSpPr>
          <p:nvPr/>
        </p:nvSpPr>
        <p:spPr>
          <a:xfrm>
            <a:off x="565067" y="15660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8" name="b/pca-SPRSound-433">
            <a:extLst>
              <a:ext uri="{FF2B5EF4-FFF2-40B4-BE49-F238E27FC236}">
                <a16:creationId xmlns:a16="http://schemas.microsoft.com/office/drawing/2014/main" id="{D080377A-B72A-4079-802D-1CFFDB11F8B7}"/>
              </a:ext>
            </a:extLst>
          </p:cNvPr>
          <p:cNvSpPr>
            <a:spLocks noGrp="1"/>
          </p:cNvSpPr>
          <p:nvPr/>
        </p:nvSpPr>
        <p:spPr>
          <a:xfrm>
            <a:off x="581928" y="153608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9" name="b/pca-SPRSound-434">
            <a:extLst>
              <a:ext uri="{FF2B5EF4-FFF2-40B4-BE49-F238E27FC236}">
                <a16:creationId xmlns:a16="http://schemas.microsoft.com/office/drawing/2014/main" id="{45B374F8-AFBC-47FF-A619-55879D4B0568}"/>
              </a:ext>
            </a:extLst>
          </p:cNvPr>
          <p:cNvSpPr>
            <a:spLocks noGrp="1"/>
          </p:cNvSpPr>
          <p:nvPr/>
        </p:nvSpPr>
        <p:spPr>
          <a:xfrm>
            <a:off x="550221" y="15839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0" name="b/pca-SPRSound-435">
            <a:extLst>
              <a:ext uri="{FF2B5EF4-FFF2-40B4-BE49-F238E27FC236}">
                <a16:creationId xmlns:a16="http://schemas.microsoft.com/office/drawing/2014/main" id="{333DA28D-D786-4BFC-BC53-EDE28BACAAE1}"/>
              </a:ext>
            </a:extLst>
          </p:cNvPr>
          <p:cNvSpPr>
            <a:spLocks noGrp="1"/>
          </p:cNvSpPr>
          <p:nvPr/>
        </p:nvSpPr>
        <p:spPr>
          <a:xfrm>
            <a:off x="668567" y="14690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1" name="b/pca-SPRSound-436">
            <a:extLst>
              <a:ext uri="{FF2B5EF4-FFF2-40B4-BE49-F238E27FC236}">
                <a16:creationId xmlns:a16="http://schemas.microsoft.com/office/drawing/2014/main" id="{6FE50D5B-99DD-422B-9CE1-963ABD4BE008}"/>
              </a:ext>
            </a:extLst>
          </p:cNvPr>
          <p:cNvSpPr>
            <a:spLocks noGrp="1"/>
          </p:cNvSpPr>
          <p:nvPr/>
        </p:nvSpPr>
        <p:spPr>
          <a:xfrm>
            <a:off x="511142" y="15960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2" name="b/pca-SPRSound-437">
            <a:extLst>
              <a:ext uri="{FF2B5EF4-FFF2-40B4-BE49-F238E27FC236}">
                <a16:creationId xmlns:a16="http://schemas.microsoft.com/office/drawing/2014/main" id="{B2ABCCB7-5A4F-4567-8F18-577D5DC99485}"/>
              </a:ext>
            </a:extLst>
          </p:cNvPr>
          <p:cNvSpPr>
            <a:spLocks noGrp="1"/>
          </p:cNvSpPr>
          <p:nvPr/>
        </p:nvSpPr>
        <p:spPr>
          <a:xfrm>
            <a:off x="546619" y="15888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3" name="b/pca-SPRSound-438">
            <a:extLst>
              <a:ext uri="{FF2B5EF4-FFF2-40B4-BE49-F238E27FC236}">
                <a16:creationId xmlns:a16="http://schemas.microsoft.com/office/drawing/2014/main" id="{566C2ACF-64E6-45B6-8BA0-3676699348F4}"/>
              </a:ext>
            </a:extLst>
          </p:cNvPr>
          <p:cNvSpPr>
            <a:spLocks noGrp="1"/>
          </p:cNvSpPr>
          <p:nvPr/>
        </p:nvSpPr>
        <p:spPr>
          <a:xfrm>
            <a:off x="551297" y="15327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4" name="b/pca-SPRSound-439">
            <a:extLst>
              <a:ext uri="{FF2B5EF4-FFF2-40B4-BE49-F238E27FC236}">
                <a16:creationId xmlns:a16="http://schemas.microsoft.com/office/drawing/2014/main" id="{E3D022F2-454C-408B-877B-D90A0537EA30}"/>
              </a:ext>
            </a:extLst>
          </p:cNvPr>
          <p:cNvSpPr>
            <a:spLocks noGrp="1"/>
          </p:cNvSpPr>
          <p:nvPr/>
        </p:nvSpPr>
        <p:spPr>
          <a:xfrm>
            <a:off x="533917" y="15628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5" name="b/pca-SPRSound-440">
            <a:extLst>
              <a:ext uri="{FF2B5EF4-FFF2-40B4-BE49-F238E27FC236}">
                <a16:creationId xmlns:a16="http://schemas.microsoft.com/office/drawing/2014/main" id="{B6410315-B288-4494-B9E5-A1CC1B99696E}"/>
              </a:ext>
            </a:extLst>
          </p:cNvPr>
          <p:cNvSpPr>
            <a:spLocks noGrp="1"/>
          </p:cNvSpPr>
          <p:nvPr/>
        </p:nvSpPr>
        <p:spPr>
          <a:xfrm>
            <a:off x="537658" y="160211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6" name="b/pca-SPRSound-441">
            <a:extLst>
              <a:ext uri="{FF2B5EF4-FFF2-40B4-BE49-F238E27FC236}">
                <a16:creationId xmlns:a16="http://schemas.microsoft.com/office/drawing/2014/main" id="{32171D5C-18DC-460B-979B-758896637E2A}"/>
              </a:ext>
            </a:extLst>
          </p:cNvPr>
          <p:cNvSpPr>
            <a:spLocks noGrp="1"/>
          </p:cNvSpPr>
          <p:nvPr/>
        </p:nvSpPr>
        <p:spPr>
          <a:xfrm>
            <a:off x="593608" y="155510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7" name="b/pca-SPRSound-442">
            <a:extLst>
              <a:ext uri="{FF2B5EF4-FFF2-40B4-BE49-F238E27FC236}">
                <a16:creationId xmlns:a16="http://schemas.microsoft.com/office/drawing/2014/main" id="{09635FD9-94FC-4370-A2BE-E094BA50D74B}"/>
              </a:ext>
            </a:extLst>
          </p:cNvPr>
          <p:cNvSpPr>
            <a:spLocks noGrp="1"/>
          </p:cNvSpPr>
          <p:nvPr/>
        </p:nvSpPr>
        <p:spPr>
          <a:xfrm>
            <a:off x="563309" y="158835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8" name="b/pca-SPRSound-443">
            <a:extLst>
              <a:ext uri="{FF2B5EF4-FFF2-40B4-BE49-F238E27FC236}">
                <a16:creationId xmlns:a16="http://schemas.microsoft.com/office/drawing/2014/main" id="{1FFA040D-CE7C-48C4-8CBE-5ADA07AAB163}"/>
              </a:ext>
            </a:extLst>
          </p:cNvPr>
          <p:cNvSpPr>
            <a:spLocks noGrp="1"/>
          </p:cNvSpPr>
          <p:nvPr/>
        </p:nvSpPr>
        <p:spPr>
          <a:xfrm>
            <a:off x="576622" y="1570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9" name="b/pca-SPRSound-444">
            <a:extLst>
              <a:ext uri="{FF2B5EF4-FFF2-40B4-BE49-F238E27FC236}">
                <a16:creationId xmlns:a16="http://schemas.microsoft.com/office/drawing/2014/main" id="{9A9CA997-DBBD-4C25-9E27-9F71466ABBFA}"/>
              </a:ext>
            </a:extLst>
          </p:cNvPr>
          <p:cNvSpPr>
            <a:spLocks noGrp="1"/>
          </p:cNvSpPr>
          <p:nvPr/>
        </p:nvSpPr>
        <p:spPr>
          <a:xfrm>
            <a:off x="624573" y="15600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0" name="b/pca-SPRSound-445">
            <a:extLst>
              <a:ext uri="{FF2B5EF4-FFF2-40B4-BE49-F238E27FC236}">
                <a16:creationId xmlns:a16="http://schemas.microsoft.com/office/drawing/2014/main" id="{055B8618-A311-4ECD-A2A4-67FCB10E4485}"/>
              </a:ext>
            </a:extLst>
          </p:cNvPr>
          <p:cNvSpPr>
            <a:spLocks noGrp="1"/>
          </p:cNvSpPr>
          <p:nvPr/>
        </p:nvSpPr>
        <p:spPr>
          <a:xfrm>
            <a:off x="535866" y="15730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1" name="b/pca-SPRSound-446">
            <a:extLst>
              <a:ext uri="{FF2B5EF4-FFF2-40B4-BE49-F238E27FC236}">
                <a16:creationId xmlns:a16="http://schemas.microsoft.com/office/drawing/2014/main" id="{DAF418DB-17B5-4D72-B964-2259839B9225}"/>
              </a:ext>
            </a:extLst>
          </p:cNvPr>
          <p:cNvSpPr>
            <a:spLocks noGrp="1"/>
          </p:cNvSpPr>
          <p:nvPr/>
        </p:nvSpPr>
        <p:spPr>
          <a:xfrm>
            <a:off x="558990" y="15694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2" name="b/pca-SPRSound-447">
            <a:extLst>
              <a:ext uri="{FF2B5EF4-FFF2-40B4-BE49-F238E27FC236}">
                <a16:creationId xmlns:a16="http://schemas.microsoft.com/office/drawing/2014/main" id="{32DC1614-CBB5-4DCF-AFF3-77E1F2A1C345}"/>
              </a:ext>
            </a:extLst>
          </p:cNvPr>
          <p:cNvSpPr>
            <a:spLocks noGrp="1"/>
          </p:cNvSpPr>
          <p:nvPr/>
        </p:nvSpPr>
        <p:spPr>
          <a:xfrm>
            <a:off x="508633" y="15787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3" name="b/pca-SPRSound-448">
            <a:extLst>
              <a:ext uri="{FF2B5EF4-FFF2-40B4-BE49-F238E27FC236}">
                <a16:creationId xmlns:a16="http://schemas.microsoft.com/office/drawing/2014/main" id="{384663EF-BB4B-4224-830C-912C5FF12FEC}"/>
              </a:ext>
            </a:extLst>
          </p:cNvPr>
          <p:cNvSpPr>
            <a:spLocks noGrp="1"/>
          </p:cNvSpPr>
          <p:nvPr/>
        </p:nvSpPr>
        <p:spPr>
          <a:xfrm>
            <a:off x="548225" y="15737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4" name="b/pca-SPRSound-449">
            <a:extLst>
              <a:ext uri="{FF2B5EF4-FFF2-40B4-BE49-F238E27FC236}">
                <a16:creationId xmlns:a16="http://schemas.microsoft.com/office/drawing/2014/main" id="{F4EE019F-1D46-417E-A9FE-551095B0B9D4}"/>
              </a:ext>
            </a:extLst>
          </p:cNvPr>
          <p:cNvSpPr>
            <a:spLocks noGrp="1"/>
          </p:cNvSpPr>
          <p:nvPr/>
        </p:nvSpPr>
        <p:spPr>
          <a:xfrm>
            <a:off x="586637" y="15719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5" name="b/pca-SPRSound-450">
            <a:extLst>
              <a:ext uri="{FF2B5EF4-FFF2-40B4-BE49-F238E27FC236}">
                <a16:creationId xmlns:a16="http://schemas.microsoft.com/office/drawing/2014/main" id="{C67FB150-E558-497B-A280-0CCBD9E87E40}"/>
              </a:ext>
            </a:extLst>
          </p:cNvPr>
          <p:cNvSpPr>
            <a:spLocks noGrp="1"/>
          </p:cNvSpPr>
          <p:nvPr/>
        </p:nvSpPr>
        <p:spPr>
          <a:xfrm>
            <a:off x="518221" y="15788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6" name="b/pca-SPRSound-451">
            <a:extLst>
              <a:ext uri="{FF2B5EF4-FFF2-40B4-BE49-F238E27FC236}">
                <a16:creationId xmlns:a16="http://schemas.microsoft.com/office/drawing/2014/main" id="{906F16B0-B9AF-4B10-94BD-CA65EDD05727}"/>
              </a:ext>
            </a:extLst>
          </p:cNvPr>
          <p:cNvSpPr>
            <a:spLocks noGrp="1"/>
          </p:cNvSpPr>
          <p:nvPr/>
        </p:nvSpPr>
        <p:spPr>
          <a:xfrm>
            <a:off x="543190" y="15379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7" name="b/pca-SPRSound-452">
            <a:extLst>
              <a:ext uri="{FF2B5EF4-FFF2-40B4-BE49-F238E27FC236}">
                <a16:creationId xmlns:a16="http://schemas.microsoft.com/office/drawing/2014/main" id="{37F60A0D-2F51-4484-B92D-BD0C262D930A}"/>
              </a:ext>
            </a:extLst>
          </p:cNvPr>
          <p:cNvSpPr>
            <a:spLocks noGrp="1"/>
          </p:cNvSpPr>
          <p:nvPr/>
        </p:nvSpPr>
        <p:spPr>
          <a:xfrm>
            <a:off x="457427" y="15529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8" name="b/pca-SPRSound-453">
            <a:extLst>
              <a:ext uri="{FF2B5EF4-FFF2-40B4-BE49-F238E27FC236}">
                <a16:creationId xmlns:a16="http://schemas.microsoft.com/office/drawing/2014/main" id="{BEF76929-B15E-4C53-955F-9FDAC3D390DA}"/>
              </a:ext>
            </a:extLst>
          </p:cNvPr>
          <p:cNvSpPr>
            <a:spLocks noGrp="1"/>
          </p:cNvSpPr>
          <p:nvPr/>
        </p:nvSpPr>
        <p:spPr>
          <a:xfrm>
            <a:off x="566232" y="15725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9" name="b/pca-SPRSound-454">
            <a:extLst>
              <a:ext uri="{FF2B5EF4-FFF2-40B4-BE49-F238E27FC236}">
                <a16:creationId xmlns:a16="http://schemas.microsoft.com/office/drawing/2014/main" id="{9C8792E2-8D2B-445E-BD14-80658BA47EC2}"/>
              </a:ext>
            </a:extLst>
          </p:cNvPr>
          <p:cNvSpPr>
            <a:spLocks noGrp="1"/>
          </p:cNvSpPr>
          <p:nvPr/>
        </p:nvSpPr>
        <p:spPr>
          <a:xfrm>
            <a:off x="580547" y="153569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0" name="b/pca-SPRSound-455">
            <a:extLst>
              <a:ext uri="{FF2B5EF4-FFF2-40B4-BE49-F238E27FC236}">
                <a16:creationId xmlns:a16="http://schemas.microsoft.com/office/drawing/2014/main" id="{2D986CDD-8A40-48FE-91CD-D99ADA1293A2}"/>
              </a:ext>
            </a:extLst>
          </p:cNvPr>
          <p:cNvSpPr>
            <a:spLocks noGrp="1"/>
          </p:cNvSpPr>
          <p:nvPr/>
        </p:nvSpPr>
        <p:spPr>
          <a:xfrm>
            <a:off x="567708" y="157064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1" name="b/pca-SPRSound-456">
            <a:extLst>
              <a:ext uri="{FF2B5EF4-FFF2-40B4-BE49-F238E27FC236}">
                <a16:creationId xmlns:a16="http://schemas.microsoft.com/office/drawing/2014/main" id="{0F8112E2-C2BE-4057-B201-8AC8CF9C766A}"/>
              </a:ext>
            </a:extLst>
          </p:cNvPr>
          <p:cNvSpPr>
            <a:spLocks noGrp="1"/>
          </p:cNvSpPr>
          <p:nvPr/>
        </p:nvSpPr>
        <p:spPr>
          <a:xfrm>
            <a:off x="478371" y="15791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2" name="b/pca-SPRSound-457">
            <a:extLst>
              <a:ext uri="{FF2B5EF4-FFF2-40B4-BE49-F238E27FC236}">
                <a16:creationId xmlns:a16="http://schemas.microsoft.com/office/drawing/2014/main" id="{D36814E9-E755-4E5E-84E3-A9B3C01BD5AE}"/>
              </a:ext>
            </a:extLst>
          </p:cNvPr>
          <p:cNvSpPr>
            <a:spLocks noGrp="1"/>
          </p:cNvSpPr>
          <p:nvPr/>
        </p:nvSpPr>
        <p:spPr>
          <a:xfrm>
            <a:off x="487528" y="155520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3" name="b/pca-SPRSound-458">
            <a:extLst>
              <a:ext uri="{FF2B5EF4-FFF2-40B4-BE49-F238E27FC236}">
                <a16:creationId xmlns:a16="http://schemas.microsoft.com/office/drawing/2014/main" id="{0D75F11E-5124-4D2D-9D56-89048C214695}"/>
              </a:ext>
            </a:extLst>
          </p:cNvPr>
          <p:cNvSpPr>
            <a:spLocks noGrp="1"/>
          </p:cNvSpPr>
          <p:nvPr/>
        </p:nvSpPr>
        <p:spPr>
          <a:xfrm>
            <a:off x="549176" y="15754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4" name="b/pca-SPRSound-459">
            <a:extLst>
              <a:ext uri="{FF2B5EF4-FFF2-40B4-BE49-F238E27FC236}">
                <a16:creationId xmlns:a16="http://schemas.microsoft.com/office/drawing/2014/main" id="{CB5E36C7-575F-46ED-A1F6-A9A2C4A4B89B}"/>
              </a:ext>
            </a:extLst>
          </p:cNvPr>
          <p:cNvSpPr>
            <a:spLocks noGrp="1"/>
          </p:cNvSpPr>
          <p:nvPr/>
        </p:nvSpPr>
        <p:spPr>
          <a:xfrm>
            <a:off x="550628" y="15785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5" name="b/pca-SPRSound-460">
            <a:extLst>
              <a:ext uri="{FF2B5EF4-FFF2-40B4-BE49-F238E27FC236}">
                <a16:creationId xmlns:a16="http://schemas.microsoft.com/office/drawing/2014/main" id="{DC5FE101-23CD-4DF2-ACA3-B4622684E7F8}"/>
              </a:ext>
            </a:extLst>
          </p:cNvPr>
          <p:cNvSpPr>
            <a:spLocks noGrp="1"/>
          </p:cNvSpPr>
          <p:nvPr/>
        </p:nvSpPr>
        <p:spPr>
          <a:xfrm>
            <a:off x="556675" y="15614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6" name="b/pca-SPRSound-461">
            <a:extLst>
              <a:ext uri="{FF2B5EF4-FFF2-40B4-BE49-F238E27FC236}">
                <a16:creationId xmlns:a16="http://schemas.microsoft.com/office/drawing/2014/main" id="{BEAD1973-75A9-486D-B694-0DB2E34C5075}"/>
              </a:ext>
            </a:extLst>
          </p:cNvPr>
          <p:cNvSpPr>
            <a:spLocks noGrp="1"/>
          </p:cNvSpPr>
          <p:nvPr/>
        </p:nvSpPr>
        <p:spPr>
          <a:xfrm>
            <a:off x="518930" y="15545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7" name="b/pca-SPRSound-462">
            <a:extLst>
              <a:ext uri="{FF2B5EF4-FFF2-40B4-BE49-F238E27FC236}">
                <a16:creationId xmlns:a16="http://schemas.microsoft.com/office/drawing/2014/main" id="{014A5FEB-E2B5-41E9-A75A-B25D454FA846}"/>
              </a:ext>
            </a:extLst>
          </p:cNvPr>
          <p:cNvSpPr>
            <a:spLocks noGrp="1"/>
          </p:cNvSpPr>
          <p:nvPr/>
        </p:nvSpPr>
        <p:spPr>
          <a:xfrm>
            <a:off x="538842" y="15936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8" name="b/pca-SPRSound-463">
            <a:extLst>
              <a:ext uri="{FF2B5EF4-FFF2-40B4-BE49-F238E27FC236}">
                <a16:creationId xmlns:a16="http://schemas.microsoft.com/office/drawing/2014/main" id="{C77D2910-19E5-4C04-AE61-AAD1DD0D91DC}"/>
              </a:ext>
            </a:extLst>
          </p:cNvPr>
          <p:cNvSpPr>
            <a:spLocks noGrp="1"/>
          </p:cNvSpPr>
          <p:nvPr/>
        </p:nvSpPr>
        <p:spPr>
          <a:xfrm>
            <a:off x="539531" y="15711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9" name="b/pca-SPRSound-464">
            <a:extLst>
              <a:ext uri="{FF2B5EF4-FFF2-40B4-BE49-F238E27FC236}">
                <a16:creationId xmlns:a16="http://schemas.microsoft.com/office/drawing/2014/main" id="{BE493012-A9A9-41AA-AC72-3C0151B0E827}"/>
              </a:ext>
            </a:extLst>
          </p:cNvPr>
          <p:cNvSpPr>
            <a:spLocks noGrp="1"/>
          </p:cNvSpPr>
          <p:nvPr/>
        </p:nvSpPr>
        <p:spPr>
          <a:xfrm>
            <a:off x="617969" y="155057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0" name="b/pca-SPRSound-465">
            <a:extLst>
              <a:ext uri="{FF2B5EF4-FFF2-40B4-BE49-F238E27FC236}">
                <a16:creationId xmlns:a16="http://schemas.microsoft.com/office/drawing/2014/main" id="{42A19349-687E-4DB0-BC6D-8B91E6DE916F}"/>
              </a:ext>
            </a:extLst>
          </p:cNvPr>
          <p:cNvSpPr>
            <a:spLocks noGrp="1"/>
          </p:cNvSpPr>
          <p:nvPr/>
        </p:nvSpPr>
        <p:spPr>
          <a:xfrm>
            <a:off x="550898" y="15696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1" name="b/pca-SPRSound-466">
            <a:extLst>
              <a:ext uri="{FF2B5EF4-FFF2-40B4-BE49-F238E27FC236}">
                <a16:creationId xmlns:a16="http://schemas.microsoft.com/office/drawing/2014/main" id="{CEED1297-7C12-4FB1-9A59-3B129E4F2325}"/>
              </a:ext>
            </a:extLst>
          </p:cNvPr>
          <p:cNvSpPr>
            <a:spLocks noGrp="1"/>
          </p:cNvSpPr>
          <p:nvPr/>
        </p:nvSpPr>
        <p:spPr>
          <a:xfrm>
            <a:off x="514068" y="157441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2" name="b/pca-SPRSound-467">
            <a:extLst>
              <a:ext uri="{FF2B5EF4-FFF2-40B4-BE49-F238E27FC236}">
                <a16:creationId xmlns:a16="http://schemas.microsoft.com/office/drawing/2014/main" id="{6D962E5C-6F1A-41F5-A5F3-56EDBCA6E923}"/>
              </a:ext>
            </a:extLst>
          </p:cNvPr>
          <p:cNvSpPr>
            <a:spLocks noGrp="1"/>
          </p:cNvSpPr>
          <p:nvPr/>
        </p:nvSpPr>
        <p:spPr>
          <a:xfrm>
            <a:off x="540897" y="15825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3" name="b/pca-SPRSound-468">
            <a:extLst>
              <a:ext uri="{FF2B5EF4-FFF2-40B4-BE49-F238E27FC236}">
                <a16:creationId xmlns:a16="http://schemas.microsoft.com/office/drawing/2014/main" id="{672437CC-6052-4005-AFC4-68446115F19C}"/>
              </a:ext>
            </a:extLst>
          </p:cNvPr>
          <p:cNvSpPr>
            <a:spLocks noGrp="1"/>
          </p:cNvSpPr>
          <p:nvPr/>
        </p:nvSpPr>
        <p:spPr>
          <a:xfrm>
            <a:off x="617052" y="15474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4" name="b/pca-SPRSound-469">
            <a:extLst>
              <a:ext uri="{FF2B5EF4-FFF2-40B4-BE49-F238E27FC236}">
                <a16:creationId xmlns:a16="http://schemas.microsoft.com/office/drawing/2014/main" id="{11DFD3F2-8FF6-4000-AF9A-C5E0D5FD70CF}"/>
              </a:ext>
            </a:extLst>
          </p:cNvPr>
          <p:cNvSpPr>
            <a:spLocks noGrp="1"/>
          </p:cNvSpPr>
          <p:nvPr/>
        </p:nvSpPr>
        <p:spPr>
          <a:xfrm>
            <a:off x="533313" y="15632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5" name="b/pca-SPRSound-470">
            <a:extLst>
              <a:ext uri="{FF2B5EF4-FFF2-40B4-BE49-F238E27FC236}">
                <a16:creationId xmlns:a16="http://schemas.microsoft.com/office/drawing/2014/main" id="{CAA54AE8-6707-4ABE-9953-014761A907F6}"/>
              </a:ext>
            </a:extLst>
          </p:cNvPr>
          <p:cNvSpPr>
            <a:spLocks noGrp="1"/>
          </p:cNvSpPr>
          <p:nvPr/>
        </p:nvSpPr>
        <p:spPr>
          <a:xfrm>
            <a:off x="551173" y="158012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6" name="b/pca-SPRSound-471">
            <a:extLst>
              <a:ext uri="{FF2B5EF4-FFF2-40B4-BE49-F238E27FC236}">
                <a16:creationId xmlns:a16="http://schemas.microsoft.com/office/drawing/2014/main" id="{D89BCDF3-A92F-4391-89A2-D022FA6EA60B}"/>
              </a:ext>
            </a:extLst>
          </p:cNvPr>
          <p:cNvSpPr>
            <a:spLocks noGrp="1"/>
          </p:cNvSpPr>
          <p:nvPr/>
        </p:nvSpPr>
        <p:spPr>
          <a:xfrm>
            <a:off x="586426" y="15312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7" name="b/pca-SPRSound-472">
            <a:extLst>
              <a:ext uri="{FF2B5EF4-FFF2-40B4-BE49-F238E27FC236}">
                <a16:creationId xmlns:a16="http://schemas.microsoft.com/office/drawing/2014/main" id="{131B7043-0C9F-49A8-94E5-E799BB41062E}"/>
              </a:ext>
            </a:extLst>
          </p:cNvPr>
          <p:cNvSpPr>
            <a:spLocks noGrp="1"/>
          </p:cNvSpPr>
          <p:nvPr/>
        </p:nvSpPr>
        <p:spPr>
          <a:xfrm>
            <a:off x="475224" y="15851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8" name="b/pca-SPRSound-473">
            <a:extLst>
              <a:ext uri="{FF2B5EF4-FFF2-40B4-BE49-F238E27FC236}">
                <a16:creationId xmlns:a16="http://schemas.microsoft.com/office/drawing/2014/main" id="{48CED01A-8AEB-429C-B3E7-E08D60148300}"/>
              </a:ext>
            </a:extLst>
          </p:cNvPr>
          <p:cNvSpPr>
            <a:spLocks noGrp="1"/>
          </p:cNvSpPr>
          <p:nvPr/>
        </p:nvSpPr>
        <p:spPr>
          <a:xfrm>
            <a:off x="547631" y="15598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9" name="b/pca-SPRSound-474">
            <a:extLst>
              <a:ext uri="{FF2B5EF4-FFF2-40B4-BE49-F238E27FC236}">
                <a16:creationId xmlns:a16="http://schemas.microsoft.com/office/drawing/2014/main" id="{25B4B2D1-8B96-4BF4-892B-A8B9295567C5}"/>
              </a:ext>
            </a:extLst>
          </p:cNvPr>
          <p:cNvSpPr>
            <a:spLocks noGrp="1"/>
          </p:cNvSpPr>
          <p:nvPr/>
        </p:nvSpPr>
        <p:spPr>
          <a:xfrm>
            <a:off x="532234" y="155729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0" name="b/pca-SPRSound-475">
            <a:extLst>
              <a:ext uri="{FF2B5EF4-FFF2-40B4-BE49-F238E27FC236}">
                <a16:creationId xmlns:a16="http://schemas.microsoft.com/office/drawing/2014/main" id="{B96714DD-0CD7-44A7-B0F3-65B3A49D9C41}"/>
              </a:ext>
            </a:extLst>
          </p:cNvPr>
          <p:cNvSpPr>
            <a:spLocks noGrp="1"/>
          </p:cNvSpPr>
          <p:nvPr/>
        </p:nvSpPr>
        <p:spPr>
          <a:xfrm>
            <a:off x="594218" y="15170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1" name="b/pca-SPRSound-476">
            <a:extLst>
              <a:ext uri="{FF2B5EF4-FFF2-40B4-BE49-F238E27FC236}">
                <a16:creationId xmlns:a16="http://schemas.microsoft.com/office/drawing/2014/main" id="{0E46308D-E367-4FAE-B7B2-0FA12C4903AF}"/>
              </a:ext>
            </a:extLst>
          </p:cNvPr>
          <p:cNvSpPr>
            <a:spLocks noGrp="1"/>
          </p:cNvSpPr>
          <p:nvPr/>
        </p:nvSpPr>
        <p:spPr>
          <a:xfrm>
            <a:off x="525807" y="15867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2" name="b/pca-SPRSound-477">
            <a:extLst>
              <a:ext uri="{FF2B5EF4-FFF2-40B4-BE49-F238E27FC236}">
                <a16:creationId xmlns:a16="http://schemas.microsoft.com/office/drawing/2014/main" id="{488FB16F-C08A-44E3-9804-93771DEECC9C}"/>
              </a:ext>
            </a:extLst>
          </p:cNvPr>
          <p:cNvSpPr>
            <a:spLocks noGrp="1"/>
          </p:cNvSpPr>
          <p:nvPr/>
        </p:nvSpPr>
        <p:spPr>
          <a:xfrm>
            <a:off x="588846" y="157481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3" name="b/pca-SPRSound-478">
            <a:extLst>
              <a:ext uri="{FF2B5EF4-FFF2-40B4-BE49-F238E27FC236}">
                <a16:creationId xmlns:a16="http://schemas.microsoft.com/office/drawing/2014/main" id="{396293BC-117D-475B-9D05-315288D40ED2}"/>
              </a:ext>
            </a:extLst>
          </p:cNvPr>
          <p:cNvSpPr>
            <a:spLocks noGrp="1"/>
          </p:cNvSpPr>
          <p:nvPr/>
        </p:nvSpPr>
        <p:spPr>
          <a:xfrm>
            <a:off x="568855" y="157756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4" name="b/pca-SPRSound-479">
            <a:extLst>
              <a:ext uri="{FF2B5EF4-FFF2-40B4-BE49-F238E27FC236}">
                <a16:creationId xmlns:a16="http://schemas.microsoft.com/office/drawing/2014/main" id="{D2031FB3-9605-408D-86EC-19053C2C1033}"/>
              </a:ext>
            </a:extLst>
          </p:cNvPr>
          <p:cNvSpPr>
            <a:spLocks noGrp="1"/>
          </p:cNvSpPr>
          <p:nvPr/>
        </p:nvSpPr>
        <p:spPr>
          <a:xfrm>
            <a:off x="539513" y="153600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5" name="b/pca-SPRSound-480">
            <a:extLst>
              <a:ext uri="{FF2B5EF4-FFF2-40B4-BE49-F238E27FC236}">
                <a16:creationId xmlns:a16="http://schemas.microsoft.com/office/drawing/2014/main" id="{CBC87B33-EB34-47CD-A969-0C6713F53BCC}"/>
              </a:ext>
            </a:extLst>
          </p:cNvPr>
          <p:cNvSpPr>
            <a:spLocks noGrp="1"/>
          </p:cNvSpPr>
          <p:nvPr/>
        </p:nvSpPr>
        <p:spPr>
          <a:xfrm>
            <a:off x="570719" y="15656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6" name="b/pca-SPRSound-481">
            <a:extLst>
              <a:ext uri="{FF2B5EF4-FFF2-40B4-BE49-F238E27FC236}">
                <a16:creationId xmlns:a16="http://schemas.microsoft.com/office/drawing/2014/main" id="{ED48C7DE-85AE-4CA8-9435-E1C7F7C34DBE}"/>
              </a:ext>
            </a:extLst>
          </p:cNvPr>
          <p:cNvSpPr>
            <a:spLocks noGrp="1"/>
          </p:cNvSpPr>
          <p:nvPr/>
        </p:nvSpPr>
        <p:spPr>
          <a:xfrm>
            <a:off x="542365" y="15687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7" name="b/pca-SPRSound-482">
            <a:extLst>
              <a:ext uri="{FF2B5EF4-FFF2-40B4-BE49-F238E27FC236}">
                <a16:creationId xmlns:a16="http://schemas.microsoft.com/office/drawing/2014/main" id="{D719BE07-6715-488E-9C01-D95BF8F27D04}"/>
              </a:ext>
            </a:extLst>
          </p:cNvPr>
          <p:cNvSpPr>
            <a:spLocks noGrp="1"/>
          </p:cNvSpPr>
          <p:nvPr/>
        </p:nvSpPr>
        <p:spPr>
          <a:xfrm>
            <a:off x="599374" y="15617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8" name="b/pca-SPRSound-483">
            <a:extLst>
              <a:ext uri="{FF2B5EF4-FFF2-40B4-BE49-F238E27FC236}">
                <a16:creationId xmlns:a16="http://schemas.microsoft.com/office/drawing/2014/main" id="{A5541979-5388-4E05-B50A-8BFE42898198}"/>
              </a:ext>
            </a:extLst>
          </p:cNvPr>
          <p:cNvSpPr>
            <a:spLocks noGrp="1"/>
          </p:cNvSpPr>
          <p:nvPr/>
        </p:nvSpPr>
        <p:spPr>
          <a:xfrm>
            <a:off x="567697" y="15364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9" name="b/pca-SPRSound-484">
            <a:extLst>
              <a:ext uri="{FF2B5EF4-FFF2-40B4-BE49-F238E27FC236}">
                <a16:creationId xmlns:a16="http://schemas.microsoft.com/office/drawing/2014/main" id="{F9B088EC-8B3D-4035-AEE5-EC56DA100A78}"/>
              </a:ext>
            </a:extLst>
          </p:cNvPr>
          <p:cNvSpPr>
            <a:spLocks noGrp="1"/>
          </p:cNvSpPr>
          <p:nvPr/>
        </p:nvSpPr>
        <p:spPr>
          <a:xfrm>
            <a:off x="539669" y="15848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0" name="b/pca-SPRSound-485">
            <a:extLst>
              <a:ext uri="{FF2B5EF4-FFF2-40B4-BE49-F238E27FC236}">
                <a16:creationId xmlns:a16="http://schemas.microsoft.com/office/drawing/2014/main" id="{F9FCF203-43AF-4A55-BEFB-D6599D0DBABA}"/>
              </a:ext>
            </a:extLst>
          </p:cNvPr>
          <p:cNvSpPr>
            <a:spLocks noGrp="1"/>
          </p:cNvSpPr>
          <p:nvPr/>
        </p:nvSpPr>
        <p:spPr>
          <a:xfrm>
            <a:off x="543499" y="15808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1" name="b/pca-SPRSound-486">
            <a:extLst>
              <a:ext uri="{FF2B5EF4-FFF2-40B4-BE49-F238E27FC236}">
                <a16:creationId xmlns:a16="http://schemas.microsoft.com/office/drawing/2014/main" id="{8FBFB6C0-5F89-4E47-8E46-C041A625CC36}"/>
              </a:ext>
            </a:extLst>
          </p:cNvPr>
          <p:cNvSpPr>
            <a:spLocks noGrp="1"/>
          </p:cNvSpPr>
          <p:nvPr/>
        </p:nvSpPr>
        <p:spPr>
          <a:xfrm>
            <a:off x="590494" y="157525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2" name="b/pca-SPRSound-487">
            <a:extLst>
              <a:ext uri="{FF2B5EF4-FFF2-40B4-BE49-F238E27FC236}">
                <a16:creationId xmlns:a16="http://schemas.microsoft.com/office/drawing/2014/main" id="{607B6B32-E7C5-45E8-90DC-4897F5CC3F5C}"/>
              </a:ext>
            </a:extLst>
          </p:cNvPr>
          <p:cNvSpPr>
            <a:spLocks noGrp="1"/>
          </p:cNvSpPr>
          <p:nvPr/>
        </p:nvSpPr>
        <p:spPr>
          <a:xfrm>
            <a:off x="543876" y="15358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3" name="b/pca-SPRSound-488">
            <a:extLst>
              <a:ext uri="{FF2B5EF4-FFF2-40B4-BE49-F238E27FC236}">
                <a16:creationId xmlns:a16="http://schemas.microsoft.com/office/drawing/2014/main" id="{63751E5A-4980-47CD-A644-52EB0DBAD6C0}"/>
              </a:ext>
            </a:extLst>
          </p:cNvPr>
          <p:cNvSpPr>
            <a:spLocks noGrp="1"/>
          </p:cNvSpPr>
          <p:nvPr/>
        </p:nvSpPr>
        <p:spPr>
          <a:xfrm>
            <a:off x="554685" y="153929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4" name="b/pca-SPRSound-489">
            <a:extLst>
              <a:ext uri="{FF2B5EF4-FFF2-40B4-BE49-F238E27FC236}">
                <a16:creationId xmlns:a16="http://schemas.microsoft.com/office/drawing/2014/main" id="{26855AF7-AFA6-41D3-A038-02023D9B3C17}"/>
              </a:ext>
            </a:extLst>
          </p:cNvPr>
          <p:cNvSpPr>
            <a:spLocks noGrp="1"/>
          </p:cNvSpPr>
          <p:nvPr/>
        </p:nvSpPr>
        <p:spPr>
          <a:xfrm>
            <a:off x="545722" y="15400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5" name="b/pca-SPRSound-490">
            <a:extLst>
              <a:ext uri="{FF2B5EF4-FFF2-40B4-BE49-F238E27FC236}">
                <a16:creationId xmlns:a16="http://schemas.microsoft.com/office/drawing/2014/main" id="{FDB9226C-28F1-4888-9A20-F8FC0E3D0785}"/>
              </a:ext>
            </a:extLst>
          </p:cNvPr>
          <p:cNvSpPr>
            <a:spLocks noGrp="1"/>
          </p:cNvSpPr>
          <p:nvPr/>
        </p:nvSpPr>
        <p:spPr>
          <a:xfrm>
            <a:off x="602320" y="15479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6" name="b/pca-SPRSound-491">
            <a:extLst>
              <a:ext uri="{FF2B5EF4-FFF2-40B4-BE49-F238E27FC236}">
                <a16:creationId xmlns:a16="http://schemas.microsoft.com/office/drawing/2014/main" id="{925B97BF-941B-430A-B82C-B5DC8C8265CC}"/>
              </a:ext>
            </a:extLst>
          </p:cNvPr>
          <p:cNvSpPr>
            <a:spLocks noGrp="1"/>
          </p:cNvSpPr>
          <p:nvPr/>
        </p:nvSpPr>
        <p:spPr>
          <a:xfrm>
            <a:off x="524125" y="15763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7" name="b/pca-SPRSound-492">
            <a:extLst>
              <a:ext uri="{FF2B5EF4-FFF2-40B4-BE49-F238E27FC236}">
                <a16:creationId xmlns:a16="http://schemas.microsoft.com/office/drawing/2014/main" id="{B97EA53B-7810-4B48-8CD6-853A05B7C2F1}"/>
              </a:ext>
            </a:extLst>
          </p:cNvPr>
          <p:cNvSpPr>
            <a:spLocks noGrp="1"/>
          </p:cNvSpPr>
          <p:nvPr/>
        </p:nvSpPr>
        <p:spPr>
          <a:xfrm>
            <a:off x="580937" y="15541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8" name="b/pca-SPRSound-493">
            <a:extLst>
              <a:ext uri="{FF2B5EF4-FFF2-40B4-BE49-F238E27FC236}">
                <a16:creationId xmlns:a16="http://schemas.microsoft.com/office/drawing/2014/main" id="{63021F55-0345-4CA3-AA5E-EE0573B81701}"/>
              </a:ext>
            </a:extLst>
          </p:cNvPr>
          <p:cNvSpPr>
            <a:spLocks noGrp="1"/>
          </p:cNvSpPr>
          <p:nvPr/>
        </p:nvSpPr>
        <p:spPr>
          <a:xfrm>
            <a:off x="528635" y="1578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9" name="b/pca-SPRSound-494">
            <a:extLst>
              <a:ext uri="{FF2B5EF4-FFF2-40B4-BE49-F238E27FC236}">
                <a16:creationId xmlns:a16="http://schemas.microsoft.com/office/drawing/2014/main" id="{FF5CCED8-7D20-46AB-93A4-E8F6E2DB8AF9}"/>
              </a:ext>
            </a:extLst>
          </p:cNvPr>
          <p:cNvSpPr>
            <a:spLocks noGrp="1"/>
          </p:cNvSpPr>
          <p:nvPr/>
        </p:nvSpPr>
        <p:spPr>
          <a:xfrm>
            <a:off x="552880" y="15664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0" name="b/pca-SPRSound-495">
            <a:extLst>
              <a:ext uri="{FF2B5EF4-FFF2-40B4-BE49-F238E27FC236}">
                <a16:creationId xmlns:a16="http://schemas.microsoft.com/office/drawing/2014/main" id="{F352A25E-BC31-4064-A47E-1A6CA6FBA625}"/>
              </a:ext>
            </a:extLst>
          </p:cNvPr>
          <p:cNvSpPr>
            <a:spLocks noGrp="1"/>
          </p:cNvSpPr>
          <p:nvPr/>
        </p:nvSpPr>
        <p:spPr>
          <a:xfrm>
            <a:off x="616988" y="15012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1" name="b/pca-SPRSound-496">
            <a:extLst>
              <a:ext uri="{FF2B5EF4-FFF2-40B4-BE49-F238E27FC236}">
                <a16:creationId xmlns:a16="http://schemas.microsoft.com/office/drawing/2014/main" id="{0D0FAF75-CCB6-40A2-9ADC-636117486503}"/>
              </a:ext>
            </a:extLst>
          </p:cNvPr>
          <p:cNvSpPr>
            <a:spLocks noGrp="1"/>
          </p:cNvSpPr>
          <p:nvPr/>
        </p:nvSpPr>
        <p:spPr>
          <a:xfrm>
            <a:off x="576317" y="15939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2" name="b/pca-SPRSound-497">
            <a:extLst>
              <a:ext uri="{FF2B5EF4-FFF2-40B4-BE49-F238E27FC236}">
                <a16:creationId xmlns:a16="http://schemas.microsoft.com/office/drawing/2014/main" id="{12B18DAD-28D3-4C44-ACE0-64FB53362D6C}"/>
              </a:ext>
            </a:extLst>
          </p:cNvPr>
          <p:cNvSpPr>
            <a:spLocks noGrp="1"/>
          </p:cNvSpPr>
          <p:nvPr/>
        </p:nvSpPr>
        <p:spPr>
          <a:xfrm>
            <a:off x="538081" y="159587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3" name="b/pca-SPRSound-498">
            <a:extLst>
              <a:ext uri="{FF2B5EF4-FFF2-40B4-BE49-F238E27FC236}">
                <a16:creationId xmlns:a16="http://schemas.microsoft.com/office/drawing/2014/main" id="{1836A3B2-AE9D-4FE4-BE77-630AD2330FFF}"/>
              </a:ext>
            </a:extLst>
          </p:cNvPr>
          <p:cNvSpPr>
            <a:spLocks noGrp="1"/>
          </p:cNvSpPr>
          <p:nvPr/>
        </p:nvSpPr>
        <p:spPr>
          <a:xfrm>
            <a:off x="587362" y="153929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4" name="b/pca-SPRSound-499">
            <a:extLst>
              <a:ext uri="{FF2B5EF4-FFF2-40B4-BE49-F238E27FC236}">
                <a16:creationId xmlns:a16="http://schemas.microsoft.com/office/drawing/2014/main" id="{AA760F38-F0B1-46FE-89F4-DAE3E73FE5DF}"/>
              </a:ext>
            </a:extLst>
          </p:cNvPr>
          <p:cNvSpPr>
            <a:spLocks noGrp="1"/>
          </p:cNvSpPr>
          <p:nvPr/>
        </p:nvSpPr>
        <p:spPr>
          <a:xfrm>
            <a:off x="572178" y="15150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5" name="b/pca-SPRSound-500">
            <a:extLst>
              <a:ext uri="{FF2B5EF4-FFF2-40B4-BE49-F238E27FC236}">
                <a16:creationId xmlns:a16="http://schemas.microsoft.com/office/drawing/2014/main" id="{A131D451-DE96-45D7-8659-DDF1A566C5ED}"/>
              </a:ext>
            </a:extLst>
          </p:cNvPr>
          <p:cNvSpPr>
            <a:spLocks noGrp="1"/>
          </p:cNvSpPr>
          <p:nvPr/>
        </p:nvSpPr>
        <p:spPr>
          <a:xfrm>
            <a:off x="535114" y="159163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6" name="b/pca-SPRSound-501">
            <a:extLst>
              <a:ext uri="{FF2B5EF4-FFF2-40B4-BE49-F238E27FC236}">
                <a16:creationId xmlns:a16="http://schemas.microsoft.com/office/drawing/2014/main" id="{793B9F45-D148-4B20-A307-A4F51F7C4597}"/>
              </a:ext>
            </a:extLst>
          </p:cNvPr>
          <p:cNvSpPr>
            <a:spLocks noGrp="1"/>
          </p:cNvSpPr>
          <p:nvPr/>
        </p:nvSpPr>
        <p:spPr>
          <a:xfrm>
            <a:off x="534062" y="16219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7" name="b/pca-SPRSound-502">
            <a:extLst>
              <a:ext uri="{FF2B5EF4-FFF2-40B4-BE49-F238E27FC236}">
                <a16:creationId xmlns:a16="http://schemas.microsoft.com/office/drawing/2014/main" id="{375CE4FE-FC12-48D3-A40E-263E6C2979EB}"/>
              </a:ext>
            </a:extLst>
          </p:cNvPr>
          <p:cNvSpPr>
            <a:spLocks noGrp="1"/>
          </p:cNvSpPr>
          <p:nvPr/>
        </p:nvSpPr>
        <p:spPr>
          <a:xfrm>
            <a:off x="554332" y="157005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8" name="b/pca-SPRSound-503">
            <a:extLst>
              <a:ext uri="{FF2B5EF4-FFF2-40B4-BE49-F238E27FC236}">
                <a16:creationId xmlns:a16="http://schemas.microsoft.com/office/drawing/2014/main" id="{E044805D-5D03-4939-84FE-A6974A397F99}"/>
              </a:ext>
            </a:extLst>
          </p:cNvPr>
          <p:cNvSpPr>
            <a:spLocks noGrp="1"/>
          </p:cNvSpPr>
          <p:nvPr/>
        </p:nvSpPr>
        <p:spPr>
          <a:xfrm>
            <a:off x="539384" y="16207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9" name="b/pca-SPRSound-504">
            <a:extLst>
              <a:ext uri="{FF2B5EF4-FFF2-40B4-BE49-F238E27FC236}">
                <a16:creationId xmlns:a16="http://schemas.microsoft.com/office/drawing/2014/main" id="{AF13429E-A4E5-485E-A7B8-481C699B3B30}"/>
              </a:ext>
            </a:extLst>
          </p:cNvPr>
          <p:cNvSpPr>
            <a:spLocks noGrp="1"/>
          </p:cNvSpPr>
          <p:nvPr/>
        </p:nvSpPr>
        <p:spPr>
          <a:xfrm>
            <a:off x="612780" y="16107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0" name="b/pca-SPRSound-505">
            <a:extLst>
              <a:ext uri="{FF2B5EF4-FFF2-40B4-BE49-F238E27FC236}">
                <a16:creationId xmlns:a16="http://schemas.microsoft.com/office/drawing/2014/main" id="{45A0B4E4-BF6F-43D2-B809-11CCB5595A1D}"/>
              </a:ext>
            </a:extLst>
          </p:cNvPr>
          <p:cNvSpPr>
            <a:spLocks noGrp="1"/>
          </p:cNvSpPr>
          <p:nvPr/>
        </p:nvSpPr>
        <p:spPr>
          <a:xfrm>
            <a:off x="552018" y="156950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1" name="b/pca-SPRSound-506">
            <a:extLst>
              <a:ext uri="{FF2B5EF4-FFF2-40B4-BE49-F238E27FC236}">
                <a16:creationId xmlns:a16="http://schemas.microsoft.com/office/drawing/2014/main" id="{DA1141BD-8B4D-4E43-BCBD-058A56B1532C}"/>
              </a:ext>
            </a:extLst>
          </p:cNvPr>
          <p:cNvSpPr>
            <a:spLocks noGrp="1"/>
          </p:cNvSpPr>
          <p:nvPr/>
        </p:nvSpPr>
        <p:spPr>
          <a:xfrm>
            <a:off x="566031" y="16027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2" name="b/pca-SPRSound-507">
            <a:extLst>
              <a:ext uri="{FF2B5EF4-FFF2-40B4-BE49-F238E27FC236}">
                <a16:creationId xmlns:a16="http://schemas.microsoft.com/office/drawing/2014/main" id="{0EC3FD2D-1669-41FC-8557-7688ACE6A215}"/>
              </a:ext>
            </a:extLst>
          </p:cNvPr>
          <p:cNvSpPr>
            <a:spLocks noGrp="1"/>
          </p:cNvSpPr>
          <p:nvPr/>
        </p:nvSpPr>
        <p:spPr>
          <a:xfrm>
            <a:off x="590718" y="150796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3" name="b/pca-SPRSound-508">
            <a:extLst>
              <a:ext uri="{FF2B5EF4-FFF2-40B4-BE49-F238E27FC236}">
                <a16:creationId xmlns:a16="http://schemas.microsoft.com/office/drawing/2014/main" id="{9799AF16-1179-42EB-8BEF-817E86FBB106}"/>
              </a:ext>
            </a:extLst>
          </p:cNvPr>
          <p:cNvSpPr>
            <a:spLocks noGrp="1"/>
          </p:cNvSpPr>
          <p:nvPr/>
        </p:nvSpPr>
        <p:spPr>
          <a:xfrm>
            <a:off x="570408" y="15411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4" name="b/pca-SPRSound-509">
            <a:extLst>
              <a:ext uri="{FF2B5EF4-FFF2-40B4-BE49-F238E27FC236}">
                <a16:creationId xmlns:a16="http://schemas.microsoft.com/office/drawing/2014/main" id="{99446A0A-F611-4394-A794-9E273729F36C}"/>
              </a:ext>
            </a:extLst>
          </p:cNvPr>
          <p:cNvSpPr>
            <a:spLocks noGrp="1"/>
          </p:cNvSpPr>
          <p:nvPr/>
        </p:nvSpPr>
        <p:spPr>
          <a:xfrm>
            <a:off x="661583" y="14837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5" name="b/pca-SPRSound-510">
            <a:extLst>
              <a:ext uri="{FF2B5EF4-FFF2-40B4-BE49-F238E27FC236}">
                <a16:creationId xmlns:a16="http://schemas.microsoft.com/office/drawing/2014/main" id="{096CD81A-308A-49B4-B605-46142BC4A68F}"/>
              </a:ext>
            </a:extLst>
          </p:cNvPr>
          <p:cNvSpPr>
            <a:spLocks noGrp="1"/>
          </p:cNvSpPr>
          <p:nvPr/>
        </p:nvSpPr>
        <p:spPr>
          <a:xfrm>
            <a:off x="525043" y="15882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6" name="b/pca-SPRSound-511">
            <a:extLst>
              <a:ext uri="{FF2B5EF4-FFF2-40B4-BE49-F238E27FC236}">
                <a16:creationId xmlns:a16="http://schemas.microsoft.com/office/drawing/2014/main" id="{D5164EBA-1FE8-4140-897A-035643F72073}"/>
              </a:ext>
            </a:extLst>
          </p:cNvPr>
          <p:cNvSpPr>
            <a:spLocks noGrp="1"/>
          </p:cNvSpPr>
          <p:nvPr/>
        </p:nvSpPr>
        <p:spPr>
          <a:xfrm>
            <a:off x="558772" y="15663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7" name="b/pca-SPRSound-512">
            <a:extLst>
              <a:ext uri="{FF2B5EF4-FFF2-40B4-BE49-F238E27FC236}">
                <a16:creationId xmlns:a16="http://schemas.microsoft.com/office/drawing/2014/main" id="{1D09A774-6AE0-4ADA-9D57-1DBF51DF880A}"/>
              </a:ext>
            </a:extLst>
          </p:cNvPr>
          <p:cNvSpPr>
            <a:spLocks noGrp="1"/>
          </p:cNvSpPr>
          <p:nvPr/>
        </p:nvSpPr>
        <p:spPr>
          <a:xfrm>
            <a:off x="555345" y="15811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8" name="b/pca-SPRSound-513">
            <a:extLst>
              <a:ext uri="{FF2B5EF4-FFF2-40B4-BE49-F238E27FC236}">
                <a16:creationId xmlns:a16="http://schemas.microsoft.com/office/drawing/2014/main" id="{CD76AA29-F70E-4AF5-988E-5A4B68E8A20F}"/>
              </a:ext>
            </a:extLst>
          </p:cNvPr>
          <p:cNvSpPr>
            <a:spLocks noGrp="1"/>
          </p:cNvSpPr>
          <p:nvPr/>
        </p:nvSpPr>
        <p:spPr>
          <a:xfrm>
            <a:off x="599789" y="15929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9" name="b/pca-SPRSound-514">
            <a:extLst>
              <a:ext uri="{FF2B5EF4-FFF2-40B4-BE49-F238E27FC236}">
                <a16:creationId xmlns:a16="http://schemas.microsoft.com/office/drawing/2014/main" id="{2D13F56A-B0B9-47BD-A3F7-B3725B29A261}"/>
              </a:ext>
            </a:extLst>
          </p:cNvPr>
          <p:cNvSpPr>
            <a:spLocks noGrp="1"/>
          </p:cNvSpPr>
          <p:nvPr/>
        </p:nvSpPr>
        <p:spPr>
          <a:xfrm>
            <a:off x="627646" y="15110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0" name="b/pca-SPRSound-515">
            <a:extLst>
              <a:ext uri="{FF2B5EF4-FFF2-40B4-BE49-F238E27FC236}">
                <a16:creationId xmlns:a16="http://schemas.microsoft.com/office/drawing/2014/main" id="{33D20290-D72A-4395-9C13-0CE47EC62EC0}"/>
              </a:ext>
            </a:extLst>
          </p:cNvPr>
          <p:cNvSpPr>
            <a:spLocks noGrp="1"/>
          </p:cNvSpPr>
          <p:nvPr/>
        </p:nvSpPr>
        <p:spPr>
          <a:xfrm>
            <a:off x="571248" y="15406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1" name="b/pca-SPRSound-516">
            <a:extLst>
              <a:ext uri="{FF2B5EF4-FFF2-40B4-BE49-F238E27FC236}">
                <a16:creationId xmlns:a16="http://schemas.microsoft.com/office/drawing/2014/main" id="{F7212486-EE45-4CEC-9C03-727241B36831}"/>
              </a:ext>
            </a:extLst>
          </p:cNvPr>
          <p:cNvSpPr>
            <a:spLocks noGrp="1"/>
          </p:cNvSpPr>
          <p:nvPr/>
        </p:nvSpPr>
        <p:spPr>
          <a:xfrm>
            <a:off x="469532" y="156598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2" name="b/pca-SPRSound-517">
            <a:extLst>
              <a:ext uri="{FF2B5EF4-FFF2-40B4-BE49-F238E27FC236}">
                <a16:creationId xmlns:a16="http://schemas.microsoft.com/office/drawing/2014/main" id="{76AF21D2-1E21-4ED9-8D59-2FABE32095B5}"/>
              </a:ext>
            </a:extLst>
          </p:cNvPr>
          <p:cNvSpPr>
            <a:spLocks noGrp="1"/>
          </p:cNvSpPr>
          <p:nvPr/>
        </p:nvSpPr>
        <p:spPr>
          <a:xfrm>
            <a:off x="530588" y="159284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3" name="b/pca-SPRSound-518">
            <a:extLst>
              <a:ext uri="{FF2B5EF4-FFF2-40B4-BE49-F238E27FC236}">
                <a16:creationId xmlns:a16="http://schemas.microsoft.com/office/drawing/2014/main" id="{887BB4E7-4957-4376-A7E4-46D9BA26854F}"/>
              </a:ext>
            </a:extLst>
          </p:cNvPr>
          <p:cNvSpPr>
            <a:spLocks noGrp="1"/>
          </p:cNvSpPr>
          <p:nvPr/>
        </p:nvSpPr>
        <p:spPr>
          <a:xfrm>
            <a:off x="477325" y="15746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4" name="b/pca-SPRSound-519">
            <a:extLst>
              <a:ext uri="{FF2B5EF4-FFF2-40B4-BE49-F238E27FC236}">
                <a16:creationId xmlns:a16="http://schemas.microsoft.com/office/drawing/2014/main" id="{3B0CBBEC-CD8B-40E1-98FF-F845174CFB86}"/>
              </a:ext>
            </a:extLst>
          </p:cNvPr>
          <p:cNvSpPr>
            <a:spLocks noGrp="1"/>
          </p:cNvSpPr>
          <p:nvPr/>
        </p:nvSpPr>
        <p:spPr>
          <a:xfrm>
            <a:off x="569467" y="15824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5" name="b/pca-SPRSound-520">
            <a:extLst>
              <a:ext uri="{FF2B5EF4-FFF2-40B4-BE49-F238E27FC236}">
                <a16:creationId xmlns:a16="http://schemas.microsoft.com/office/drawing/2014/main" id="{8245F623-8956-45FA-A11D-B380750B19BC}"/>
              </a:ext>
            </a:extLst>
          </p:cNvPr>
          <p:cNvSpPr>
            <a:spLocks noGrp="1"/>
          </p:cNvSpPr>
          <p:nvPr/>
        </p:nvSpPr>
        <p:spPr>
          <a:xfrm>
            <a:off x="545760" y="156895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6" name="b/pca-SPRSound-521">
            <a:extLst>
              <a:ext uri="{FF2B5EF4-FFF2-40B4-BE49-F238E27FC236}">
                <a16:creationId xmlns:a16="http://schemas.microsoft.com/office/drawing/2014/main" id="{FF8F191D-0CB5-4950-874E-4DE9E8B8B84E}"/>
              </a:ext>
            </a:extLst>
          </p:cNvPr>
          <p:cNvSpPr>
            <a:spLocks noGrp="1"/>
          </p:cNvSpPr>
          <p:nvPr/>
        </p:nvSpPr>
        <p:spPr>
          <a:xfrm>
            <a:off x="534161" y="15606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7" name="b/pca-SPRSound-522">
            <a:extLst>
              <a:ext uri="{FF2B5EF4-FFF2-40B4-BE49-F238E27FC236}">
                <a16:creationId xmlns:a16="http://schemas.microsoft.com/office/drawing/2014/main" id="{2412A96E-EA34-4DBB-BAB8-72219872DE0A}"/>
              </a:ext>
            </a:extLst>
          </p:cNvPr>
          <p:cNvSpPr>
            <a:spLocks noGrp="1"/>
          </p:cNvSpPr>
          <p:nvPr/>
        </p:nvSpPr>
        <p:spPr>
          <a:xfrm>
            <a:off x="520479" y="15614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8" name="b/pca-SPRSound-523">
            <a:extLst>
              <a:ext uri="{FF2B5EF4-FFF2-40B4-BE49-F238E27FC236}">
                <a16:creationId xmlns:a16="http://schemas.microsoft.com/office/drawing/2014/main" id="{91AFBE4E-16EF-4B04-B500-DF12F3005787}"/>
              </a:ext>
            </a:extLst>
          </p:cNvPr>
          <p:cNvSpPr>
            <a:spLocks noGrp="1"/>
          </p:cNvSpPr>
          <p:nvPr/>
        </p:nvSpPr>
        <p:spPr>
          <a:xfrm>
            <a:off x="496733" y="15240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9" name="b/pca-SPRSound-524">
            <a:extLst>
              <a:ext uri="{FF2B5EF4-FFF2-40B4-BE49-F238E27FC236}">
                <a16:creationId xmlns:a16="http://schemas.microsoft.com/office/drawing/2014/main" id="{1F3DE08C-84D8-4F8A-A999-E08AC0A6769E}"/>
              </a:ext>
            </a:extLst>
          </p:cNvPr>
          <p:cNvSpPr>
            <a:spLocks noGrp="1"/>
          </p:cNvSpPr>
          <p:nvPr/>
        </p:nvSpPr>
        <p:spPr>
          <a:xfrm>
            <a:off x="564764" y="15640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0" name="b/pca-SPRSound-525">
            <a:extLst>
              <a:ext uri="{FF2B5EF4-FFF2-40B4-BE49-F238E27FC236}">
                <a16:creationId xmlns:a16="http://schemas.microsoft.com/office/drawing/2014/main" id="{75C1F99E-1B00-4177-9A62-FBD6D6FD65CD}"/>
              </a:ext>
            </a:extLst>
          </p:cNvPr>
          <p:cNvSpPr>
            <a:spLocks noGrp="1"/>
          </p:cNvSpPr>
          <p:nvPr/>
        </p:nvSpPr>
        <p:spPr>
          <a:xfrm>
            <a:off x="606999" y="15409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1" name="b/pca-SPRSound-526">
            <a:extLst>
              <a:ext uri="{FF2B5EF4-FFF2-40B4-BE49-F238E27FC236}">
                <a16:creationId xmlns:a16="http://schemas.microsoft.com/office/drawing/2014/main" id="{6B0BF85A-761E-48CC-A7CA-F9E2C3956661}"/>
              </a:ext>
            </a:extLst>
          </p:cNvPr>
          <p:cNvSpPr>
            <a:spLocks noGrp="1"/>
          </p:cNvSpPr>
          <p:nvPr/>
        </p:nvSpPr>
        <p:spPr>
          <a:xfrm>
            <a:off x="559097" y="15295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2" name="b/pca-SPRSound-527">
            <a:extLst>
              <a:ext uri="{FF2B5EF4-FFF2-40B4-BE49-F238E27FC236}">
                <a16:creationId xmlns:a16="http://schemas.microsoft.com/office/drawing/2014/main" id="{8E5D9875-3626-41AF-BBE1-59A1D56C2ADA}"/>
              </a:ext>
            </a:extLst>
          </p:cNvPr>
          <p:cNvSpPr>
            <a:spLocks noGrp="1"/>
          </p:cNvSpPr>
          <p:nvPr/>
        </p:nvSpPr>
        <p:spPr>
          <a:xfrm>
            <a:off x="608311" y="15464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3" name="b/pca-SPRSound-528">
            <a:extLst>
              <a:ext uri="{FF2B5EF4-FFF2-40B4-BE49-F238E27FC236}">
                <a16:creationId xmlns:a16="http://schemas.microsoft.com/office/drawing/2014/main" id="{0D6F11AB-9374-405A-B90D-15DEF09C2032}"/>
              </a:ext>
            </a:extLst>
          </p:cNvPr>
          <p:cNvSpPr>
            <a:spLocks noGrp="1"/>
          </p:cNvSpPr>
          <p:nvPr/>
        </p:nvSpPr>
        <p:spPr>
          <a:xfrm>
            <a:off x="640855" y="14844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4" name="b/pca-SPRSound-529">
            <a:extLst>
              <a:ext uri="{FF2B5EF4-FFF2-40B4-BE49-F238E27FC236}">
                <a16:creationId xmlns:a16="http://schemas.microsoft.com/office/drawing/2014/main" id="{0A5CFBB1-A76C-428E-9CBA-6FBE9B35A75A}"/>
              </a:ext>
            </a:extLst>
          </p:cNvPr>
          <p:cNvSpPr>
            <a:spLocks noGrp="1"/>
          </p:cNvSpPr>
          <p:nvPr/>
        </p:nvSpPr>
        <p:spPr>
          <a:xfrm>
            <a:off x="595037" y="154991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5" name="b/pca-SPRSound-530">
            <a:extLst>
              <a:ext uri="{FF2B5EF4-FFF2-40B4-BE49-F238E27FC236}">
                <a16:creationId xmlns:a16="http://schemas.microsoft.com/office/drawing/2014/main" id="{BD9C0BBD-6915-42AA-B944-0DE2B800F2DD}"/>
              </a:ext>
            </a:extLst>
          </p:cNvPr>
          <p:cNvSpPr>
            <a:spLocks noGrp="1"/>
          </p:cNvSpPr>
          <p:nvPr/>
        </p:nvSpPr>
        <p:spPr>
          <a:xfrm>
            <a:off x="555858" y="15616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6" name="b/pca-SPRSound-531">
            <a:extLst>
              <a:ext uri="{FF2B5EF4-FFF2-40B4-BE49-F238E27FC236}">
                <a16:creationId xmlns:a16="http://schemas.microsoft.com/office/drawing/2014/main" id="{FEEF5724-E44E-4EE2-9B9B-1E304C04AC6F}"/>
              </a:ext>
            </a:extLst>
          </p:cNvPr>
          <p:cNvSpPr>
            <a:spLocks noGrp="1"/>
          </p:cNvSpPr>
          <p:nvPr/>
        </p:nvSpPr>
        <p:spPr>
          <a:xfrm>
            <a:off x="565054" y="15894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7" name="b/pca-SPRSound-532">
            <a:extLst>
              <a:ext uri="{FF2B5EF4-FFF2-40B4-BE49-F238E27FC236}">
                <a16:creationId xmlns:a16="http://schemas.microsoft.com/office/drawing/2014/main" id="{BACAF688-D5F8-4E67-B435-1605C774D923}"/>
              </a:ext>
            </a:extLst>
          </p:cNvPr>
          <p:cNvSpPr>
            <a:spLocks noGrp="1"/>
          </p:cNvSpPr>
          <p:nvPr/>
        </p:nvSpPr>
        <p:spPr>
          <a:xfrm>
            <a:off x="553160" y="15715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8" name="b/pca-SPRSound-533">
            <a:extLst>
              <a:ext uri="{FF2B5EF4-FFF2-40B4-BE49-F238E27FC236}">
                <a16:creationId xmlns:a16="http://schemas.microsoft.com/office/drawing/2014/main" id="{432E830F-C610-4AB8-BEC9-AB122AFB183C}"/>
              </a:ext>
            </a:extLst>
          </p:cNvPr>
          <p:cNvSpPr>
            <a:spLocks noGrp="1"/>
          </p:cNvSpPr>
          <p:nvPr/>
        </p:nvSpPr>
        <p:spPr>
          <a:xfrm>
            <a:off x="541131" y="15805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9" name="b/pca-SPRSound-534">
            <a:extLst>
              <a:ext uri="{FF2B5EF4-FFF2-40B4-BE49-F238E27FC236}">
                <a16:creationId xmlns:a16="http://schemas.microsoft.com/office/drawing/2014/main" id="{E3FD0683-EBFD-4C35-AF75-F21950FFDE2D}"/>
              </a:ext>
            </a:extLst>
          </p:cNvPr>
          <p:cNvSpPr>
            <a:spLocks noGrp="1"/>
          </p:cNvSpPr>
          <p:nvPr/>
        </p:nvSpPr>
        <p:spPr>
          <a:xfrm>
            <a:off x="560379" y="15205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0" name="b/pca-SPRSound-535">
            <a:extLst>
              <a:ext uri="{FF2B5EF4-FFF2-40B4-BE49-F238E27FC236}">
                <a16:creationId xmlns:a16="http://schemas.microsoft.com/office/drawing/2014/main" id="{BA22BA79-AEBB-475B-A8A6-8A4616E51CAF}"/>
              </a:ext>
            </a:extLst>
          </p:cNvPr>
          <p:cNvSpPr>
            <a:spLocks noGrp="1"/>
          </p:cNvSpPr>
          <p:nvPr/>
        </p:nvSpPr>
        <p:spPr>
          <a:xfrm>
            <a:off x="528872" y="15959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1" name="b/pca-SPRSound-536">
            <a:extLst>
              <a:ext uri="{FF2B5EF4-FFF2-40B4-BE49-F238E27FC236}">
                <a16:creationId xmlns:a16="http://schemas.microsoft.com/office/drawing/2014/main" id="{E5011F82-122A-4D91-8C2C-2C383178B289}"/>
              </a:ext>
            </a:extLst>
          </p:cNvPr>
          <p:cNvSpPr>
            <a:spLocks noGrp="1"/>
          </p:cNvSpPr>
          <p:nvPr/>
        </p:nvSpPr>
        <p:spPr>
          <a:xfrm>
            <a:off x="551457" y="156818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2" name="b/pca-SPRSound-537">
            <a:extLst>
              <a:ext uri="{FF2B5EF4-FFF2-40B4-BE49-F238E27FC236}">
                <a16:creationId xmlns:a16="http://schemas.microsoft.com/office/drawing/2014/main" id="{F5AD02EB-DBFE-4533-9101-CD2F805594F4}"/>
              </a:ext>
            </a:extLst>
          </p:cNvPr>
          <p:cNvSpPr>
            <a:spLocks noGrp="1"/>
          </p:cNvSpPr>
          <p:nvPr/>
        </p:nvSpPr>
        <p:spPr>
          <a:xfrm>
            <a:off x="548907" y="15862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3" name="b/pca-SPRSound-538">
            <a:extLst>
              <a:ext uri="{FF2B5EF4-FFF2-40B4-BE49-F238E27FC236}">
                <a16:creationId xmlns:a16="http://schemas.microsoft.com/office/drawing/2014/main" id="{36841697-A80B-44F8-930E-6A5DDB18B632}"/>
              </a:ext>
            </a:extLst>
          </p:cNvPr>
          <p:cNvSpPr>
            <a:spLocks noGrp="1"/>
          </p:cNvSpPr>
          <p:nvPr/>
        </p:nvSpPr>
        <p:spPr>
          <a:xfrm>
            <a:off x="535760" y="15775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4" name="b/pca-SPRSound-539">
            <a:extLst>
              <a:ext uri="{FF2B5EF4-FFF2-40B4-BE49-F238E27FC236}">
                <a16:creationId xmlns:a16="http://schemas.microsoft.com/office/drawing/2014/main" id="{B8C808C1-E160-44FC-946D-DF64F2893995}"/>
              </a:ext>
            </a:extLst>
          </p:cNvPr>
          <p:cNvSpPr>
            <a:spLocks noGrp="1"/>
          </p:cNvSpPr>
          <p:nvPr/>
        </p:nvSpPr>
        <p:spPr>
          <a:xfrm>
            <a:off x="518157" y="15701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5" name="b/pca-SPRSound-540">
            <a:extLst>
              <a:ext uri="{FF2B5EF4-FFF2-40B4-BE49-F238E27FC236}">
                <a16:creationId xmlns:a16="http://schemas.microsoft.com/office/drawing/2014/main" id="{44F7DCF1-69CD-46B9-9C95-5AB5E7953C38}"/>
              </a:ext>
            </a:extLst>
          </p:cNvPr>
          <p:cNvSpPr>
            <a:spLocks noGrp="1"/>
          </p:cNvSpPr>
          <p:nvPr/>
        </p:nvSpPr>
        <p:spPr>
          <a:xfrm>
            <a:off x="598128" y="154754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6" name="b/pca-SPRSound-541">
            <a:extLst>
              <a:ext uri="{FF2B5EF4-FFF2-40B4-BE49-F238E27FC236}">
                <a16:creationId xmlns:a16="http://schemas.microsoft.com/office/drawing/2014/main" id="{28C15CA7-0961-401F-8F59-7A01980271C5}"/>
              </a:ext>
            </a:extLst>
          </p:cNvPr>
          <p:cNvSpPr>
            <a:spLocks noGrp="1"/>
          </p:cNvSpPr>
          <p:nvPr/>
        </p:nvSpPr>
        <p:spPr>
          <a:xfrm>
            <a:off x="504863" y="15905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7" name="b/pca-SPRSound-542">
            <a:extLst>
              <a:ext uri="{FF2B5EF4-FFF2-40B4-BE49-F238E27FC236}">
                <a16:creationId xmlns:a16="http://schemas.microsoft.com/office/drawing/2014/main" id="{9D4B8488-11D2-4194-A571-BDF5CD065AE2}"/>
              </a:ext>
            </a:extLst>
          </p:cNvPr>
          <p:cNvSpPr>
            <a:spLocks noGrp="1"/>
          </p:cNvSpPr>
          <p:nvPr/>
        </p:nvSpPr>
        <p:spPr>
          <a:xfrm>
            <a:off x="548767" y="157822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8" name="b/pca-SPRSound-543">
            <a:extLst>
              <a:ext uri="{FF2B5EF4-FFF2-40B4-BE49-F238E27FC236}">
                <a16:creationId xmlns:a16="http://schemas.microsoft.com/office/drawing/2014/main" id="{EC1A7C17-F3DD-46BA-803A-AA5831ABB29F}"/>
              </a:ext>
            </a:extLst>
          </p:cNvPr>
          <p:cNvSpPr>
            <a:spLocks noGrp="1"/>
          </p:cNvSpPr>
          <p:nvPr/>
        </p:nvSpPr>
        <p:spPr>
          <a:xfrm>
            <a:off x="551523" y="158274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9" name="b/pca-SPRSound-544">
            <a:extLst>
              <a:ext uri="{FF2B5EF4-FFF2-40B4-BE49-F238E27FC236}">
                <a16:creationId xmlns:a16="http://schemas.microsoft.com/office/drawing/2014/main" id="{75E425C3-49D8-4FEC-AA75-2D2D5FE2C641}"/>
              </a:ext>
            </a:extLst>
          </p:cNvPr>
          <p:cNvSpPr>
            <a:spLocks noGrp="1"/>
          </p:cNvSpPr>
          <p:nvPr/>
        </p:nvSpPr>
        <p:spPr>
          <a:xfrm>
            <a:off x="594911" y="15136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0" name="b/pca-SPRSound-545">
            <a:extLst>
              <a:ext uri="{FF2B5EF4-FFF2-40B4-BE49-F238E27FC236}">
                <a16:creationId xmlns:a16="http://schemas.microsoft.com/office/drawing/2014/main" id="{BF3F5CF8-EBB0-4870-9A8D-1C0D7798F3AA}"/>
              </a:ext>
            </a:extLst>
          </p:cNvPr>
          <p:cNvSpPr>
            <a:spLocks noGrp="1"/>
          </p:cNvSpPr>
          <p:nvPr/>
        </p:nvSpPr>
        <p:spPr>
          <a:xfrm>
            <a:off x="507313" y="15744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1" name="b/pca-SPRSound-546">
            <a:extLst>
              <a:ext uri="{FF2B5EF4-FFF2-40B4-BE49-F238E27FC236}">
                <a16:creationId xmlns:a16="http://schemas.microsoft.com/office/drawing/2014/main" id="{220B9900-B227-436F-8BAC-514D8F3A6521}"/>
              </a:ext>
            </a:extLst>
          </p:cNvPr>
          <p:cNvSpPr>
            <a:spLocks noGrp="1"/>
          </p:cNvSpPr>
          <p:nvPr/>
        </p:nvSpPr>
        <p:spPr>
          <a:xfrm>
            <a:off x="529962" y="15649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2" name="b/pca-SPRSound-547">
            <a:extLst>
              <a:ext uri="{FF2B5EF4-FFF2-40B4-BE49-F238E27FC236}">
                <a16:creationId xmlns:a16="http://schemas.microsoft.com/office/drawing/2014/main" id="{4C9A95F5-3D54-4694-A631-484DF35F131E}"/>
              </a:ext>
            </a:extLst>
          </p:cNvPr>
          <p:cNvSpPr>
            <a:spLocks noGrp="1"/>
          </p:cNvSpPr>
          <p:nvPr/>
        </p:nvSpPr>
        <p:spPr>
          <a:xfrm>
            <a:off x="627774" y="1562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3" name="b/pca-SPRSound-548">
            <a:extLst>
              <a:ext uri="{FF2B5EF4-FFF2-40B4-BE49-F238E27FC236}">
                <a16:creationId xmlns:a16="http://schemas.microsoft.com/office/drawing/2014/main" id="{06E9CE97-EEFE-423E-9C26-708B9E74FFCB}"/>
              </a:ext>
            </a:extLst>
          </p:cNvPr>
          <p:cNvSpPr>
            <a:spLocks noGrp="1"/>
          </p:cNvSpPr>
          <p:nvPr/>
        </p:nvSpPr>
        <p:spPr>
          <a:xfrm>
            <a:off x="519540" y="15727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4" name="b/pca-SPRSound-549">
            <a:extLst>
              <a:ext uri="{FF2B5EF4-FFF2-40B4-BE49-F238E27FC236}">
                <a16:creationId xmlns:a16="http://schemas.microsoft.com/office/drawing/2014/main" id="{FDA98CB3-3095-48F8-861D-6E35DCEFE3B3}"/>
              </a:ext>
            </a:extLst>
          </p:cNvPr>
          <p:cNvSpPr>
            <a:spLocks noGrp="1"/>
          </p:cNvSpPr>
          <p:nvPr/>
        </p:nvSpPr>
        <p:spPr>
          <a:xfrm>
            <a:off x="547802" y="15560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5" name="b/pca-SPRSound-550">
            <a:extLst>
              <a:ext uri="{FF2B5EF4-FFF2-40B4-BE49-F238E27FC236}">
                <a16:creationId xmlns:a16="http://schemas.microsoft.com/office/drawing/2014/main" id="{A18558BD-133B-400B-981A-F76B8A10ED1D}"/>
              </a:ext>
            </a:extLst>
          </p:cNvPr>
          <p:cNvSpPr>
            <a:spLocks noGrp="1"/>
          </p:cNvSpPr>
          <p:nvPr/>
        </p:nvSpPr>
        <p:spPr>
          <a:xfrm>
            <a:off x="577425" y="158526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6" name="b/pca-SPRSound-551">
            <a:extLst>
              <a:ext uri="{FF2B5EF4-FFF2-40B4-BE49-F238E27FC236}">
                <a16:creationId xmlns:a16="http://schemas.microsoft.com/office/drawing/2014/main" id="{2244C892-AFD2-4412-8BE3-574500684FBA}"/>
              </a:ext>
            </a:extLst>
          </p:cNvPr>
          <p:cNvSpPr>
            <a:spLocks noGrp="1"/>
          </p:cNvSpPr>
          <p:nvPr/>
        </p:nvSpPr>
        <p:spPr>
          <a:xfrm>
            <a:off x="580032" y="15891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7" name="b/pca-SPRSound-552">
            <a:extLst>
              <a:ext uri="{FF2B5EF4-FFF2-40B4-BE49-F238E27FC236}">
                <a16:creationId xmlns:a16="http://schemas.microsoft.com/office/drawing/2014/main" id="{F0D1C0BD-6DE9-4AF0-AB41-02FA510DAB03}"/>
              </a:ext>
            </a:extLst>
          </p:cNvPr>
          <p:cNvSpPr>
            <a:spLocks noGrp="1"/>
          </p:cNvSpPr>
          <p:nvPr/>
        </p:nvSpPr>
        <p:spPr>
          <a:xfrm>
            <a:off x="506838" y="15746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8" name="b/pca-SPRSound-553">
            <a:extLst>
              <a:ext uri="{FF2B5EF4-FFF2-40B4-BE49-F238E27FC236}">
                <a16:creationId xmlns:a16="http://schemas.microsoft.com/office/drawing/2014/main" id="{735B8B99-F89C-4E34-A7C4-27955A05CFAA}"/>
              </a:ext>
            </a:extLst>
          </p:cNvPr>
          <p:cNvSpPr>
            <a:spLocks noGrp="1"/>
          </p:cNvSpPr>
          <p:nvPr/>
        </p:nvSpPr>
        <p:spPr>
          <a:xfrm>
            <a:off x="531954" y="15796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9" name="b/pca-SPRSound-554">
            <a:extLst>
              <a:ext uri="{FF2B5EF4-FFF2-40B4-BE49-F238E27FC236}">
                <a16:creationId xmlns:a16="http://schemas.microsoft.com/office/drawing/2014/main" id="{A6EC3E4C-B44A-4535-A022-B844AC1CFE9A}"/>
              </a:ext>
            </a:extLst>
          </p:cNvPr>
          <p:cNvSpPr>
            <a:spLocks noGrp="1"/>
          </p:cNvSpPr>
          <p:nvPr/>
        </p:nvSpPr>
        <p:spPr>
          <a:xfrm>
            <a:off x="568790" y="157751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0" name="b/pca-SPRSound-555">
            <a:extLst>
              <a:ext uri="{FF2B5EF4-FFF2-40B4-BE49-F238E27FC236}">
                <a16:creationId xmlns:a16="http://schemas.microsoft.com/office/drawing/2014/main" id="{B6FE5D14-2C93-48D8-89BC-C69E2EC0333B}"/>
              </a:ext>
            </a:extLst>
          </p:cNvPr>
          <p:cNvSpPr>
            <a:spLocks noGrp="1"/>
          </p:cNvSpPr>
          <p:nvPr/>
        </p:nvSpPr>
        <p:spPr>
          <a:xfrm>
            <a:off x="534630" y="157446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1" name="b/pca-SPRSound-556">
            <a:extLst>
              <a:ext uri="{FF2B5EF4-FFF2-40B4-BE49-F238E27FC236}">
                <a16:creationId xmlns:a16="http://schemas.microsoft.com/office/drawing/2014/main" id="{41747E1A-96FA-41C3-9248-6ABE431E1591}"/>
              </a:ext>
            </a:extLst>
          </p:cNvPr>
          <p:cNvSpPr>
            <a:spLocks noGrp="1"/>
          </p:cNvSpPr>
          <p:nvPr/>
        </p:nvSpPr>
        <p:spPr>
          <a:xfrm>
            <a:off x="621259" y="15305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2" name="b/pca-SPRSound-557">
            <a:extLst>
              <a:ext uri="{FF2B5EF4-FFF2-40B4-BE49-F238E27FC236}">
                <a16:creationId xmlns:a16="http://schemas.microsoft.com/office/drawing/2014/main" id="{FA78C5DF-DD08-4DB3-A69F-CADE786BE6ED}"/>
              </a:ext>
            </a:extLst>
          </p:cNvPr>
          <p:cNvSpPr>
            <a:spLocks noGrp="1"/>
          </p:cNvSpPr>
          <p:nvPr/>
        </p:nvSpPr>
        <p:spPr>
          <a:xfrm>
            <a:off x="606347" y="15744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3" name="b/pca-SPRSound-558">
            <a:extLst>
              <a:ext uri="{FF2B5EF4-FFF2-40B4-BE49-F238E27FC236}">
                <a16:creationId xmlns:a16="http://schemas.microsoft.com/office/drawing/2014/main" id="{F7451294-D99D-4A56-8AFA-C66D19735525}"/>
              </a:ext>
            </a:extLst>
          </p:cNvPr>
          <p:cNvSpPr>
            <a:spLocks noGrp="1"/>
          </p:cNvSpPr>
          <p:nvPr/>
        </p:nvSpPr>
        <p:spPr>
          <a:xfrm>
            <a:off x="492746" y="15751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4" name="b/pca-SPRSound-559">
            <a:extLst>
              <a:ext uri="{FF2B5EF4-FFF2-40B4-BE49-F238E27FC236}">
                <a16:creationId xmlns:a16="http://schemas.microsoft.com/office/drawing/2014/main" id="{BDF03579-9F7F-41C0-855E-79D4227CA771}"/>
              </a:ext>
            </a:extLst>
          </p:cNvPr>
          <p:cNvSpPr>
            <a:spLocks noGrp="1"/>
          </p:cNvSpPr>
          <p:nvPr/>
        </p:nvSpPr>
        <p:spPr>
          <a:xfrm>
            <a:off x="661836" y="144396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5" name="b/pca-SPRSound-560">
            <a:extLst>
              <a:ext uri="{FF2B5EF4-FFF2-40B4-BE49-F238E27FC236}">
                <a16:creationId xmlns:a16="http://schemas.microsoft.com/office/drawing/2014/main" id="{D6739E7B-90D7-4736-A38C-0AC190CB50CE}"/>
              </a:ext>
            </a:extLst>
          </p:cNvPr>
          <p:cNvSpPr>
            <a:spLocks noGrp="1"/>
          </p:cNvSpPr>
          <p:nvPr/>
        </p:nvSpPr>
        <p:spPr>
          <a:xfrm>
            <a:off x="622389" y="15418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6" name="b/pca-HF_Lung-000">
            <a:extLst>
              <a:ext uri="{FF2B5EF4-FFF2-40B4-BE49-F238E27FC236}">
                <a16:creationId xmlns:a16="http://schemas.microsoft.com/office/drawing/2014/main" id="{BCA1A74D-C15E-49D9-BB57-6303CC86CD36}"/>
              </a:ext>
            </a:extLst>
          </p:cNvPr>
          <p:cNvSpPr>
            <a:spLocks noGrp="1"/>
          </p:cNvSpPr>
          <p:nvPr/>
        </p:nvSpPr>
        <p:spPr>
          <a:xfrm>
            <a:off x="756741" y="1628613"/>
            <a:ext cx="16618" cy="16618"/>
          </a:xfrm>
          <a:prstGeom prst="rect">
            <a:avLst/>
          </a:prstGeom>
          <a:solidFill>
            <a:srgbClr val="9365A9">
              <a:alpha val="64000"/>
            </a:srgbClr>
          </a:solidFill>
          <a:ln w="0">
            <a:noFill/>
          </a:ln>
        </p:spPr>
        <p:txBody>
          <a:bodyPr/>
          <a:lstStyle/>
          <a:p>
            <a:endParaRPr lang="en-US"/>
          </a:p>
        </p:txBody>
      </p:sp>
      <p:sp>
        <p:nvSpPr>
          <p:cNvPr id="677" name="b/pca-HF_Lung-001">
            <a:extLst>
              <a:ext uri="{FF2B5EF4-FFF2-40B4-BE49-F238E27FC236}">
                <a16:creationId xmlns:a16="http://schemas.microsoft.com/office/drawing/2014/main" id="{C1546F38-727A-490F-80C9-70157DC6122F}"/>
              </a:ext>
            </a:extLst>
          </p:cNvPr>
          <p:cNvSpPr>
            <a:spLocks noGrp="1"/>
          </p:cNvSpPr>
          <p:nvPr/>
        </p:nvSpPr>
        <p:spPr>
          <a:xfrm>
            <a:off x="684519" y="1684003"/>
            <a:ext cx="16618" cy="16618"/>
          </a:xfrm>
          <a:prstGeom prst="rect">
            <a:avLst/>
          </a:prstGeom>
          <a:solidFill>
            <a:srgbClr val="9365A9">
              <a:alpha val="64000"/>
            </a:srgbClr>
          </a:solidFill>
          <a:ln w="0">
            <a:noFill/>
          </a:ln>
        </p:spPr>
        <p:txBody>
          <a:bodyPr/>
          <a:lstStyle/>
          <a:p>
            <a:endParaRPr lang="en-US"/>
          </a:p>
        </p:txBody>
      </p:sp>
      <p:sp>
        <p:nvSpPr>
          <p:cNvPr id="678" name="b/pca-HF_Lung-002">
            <a:extLst>
              <a:ext uri="{FF2B5EF4-FFF2-40B4-BE49-F238E27FC236}">
                <a16:creationId xmlns:a16="http://schemas.microsoft.com/office/drawing/2014/main" id="{BB87C013-C4A5-496C-B55D-B92F19EFBD52}"/>
              </a:ext>
            </a:extLst>
          </p:cNvPr>
          <p:cNvSpPr>
            <a:spLocks noGrp="1"/>
          </p:cNvSpPr>
          <p:nvPr/>
        </p:nvSpPr>
        <p:spPr>
          <a:xfrm>
            <a:off x="691278" y="1627682"/>
            <a:ext cx="16618" cy="16618"/>
          </a:xfrm>
          <a:prstGeom prst="rect">
            <a:avLst/>
          </a:prstGeom>
          <a:solidFill>
            <a:srgbClr val="9365A9">
              <a:alpha val="64000"/>
            </a:srgbClr>
          </a:solidFill>
          <a:ln w="0">
            <a:noFill/>
          </a:ln>
        </p:spPr>
        <p:txBody>
          <a:bodyPr/>
          <a:lstStyle/>
          <a:p>
            <a:endParaRPr lang="en-US"/>
          </a:p>
        </p:txBody>
      </p:sp>
      <p:sp>
        <p:nvSpPr>
          <p:cNvPr id="679" name="b/pca-HF_Lung-003">
            <a:extLst>
              <a:ext uri="{FF2B5EF4-FFF2-40B4-BE49-F238E27FC236}">
                <a16:creationId xmlns:a16="http://schemas.microsoft.com/office/drawing/2014/main" id="{8D770C00-F178-4070-B6E3-7D05F82EC20B}"/>
              </a:ext>
            </a:extLst>
          </p:cNvPr>
          <p:cNvSpPr>
            <a:spLocks noGrp="1"/>
          </p:cNvSpPr>
          <p:nvPr/>
        </p:nvSpPr>
        <p:spPr>
          <a:xfrm>
            <a:off x="709747" y="1601695"/>
            <a:ext cx="16618" cy="16618"/>
          </a:xfrm>
          <a:prstGeom prst="rect">
            <a:avLst/>
          </a:prstGeom>
          <a:solidFill>
            <a:srgbClr val="9365A9">
              <a:alpha val="64000"/>
            </a:srgbClr>
          </a:solidFill>
          <a:ln w="0">
            <a:noFill/>
          </a:ln>
        </p:spPr>
        <p:txBody>
          <a:bodyPr/>
          <a:lstStyle/>
          <a:p>
            <a:endParaRPr lang="en-US"/>
          </a:p>
        </p:txBody>
      </p:sp>
      <p:sp>
        <p:nvSpPr>
          <p:cNvPr id="680" name="b/pca-HF_Lung-004">
            <a:extLst>
              <a:ext uri="{FF2B5EF4-FFF2-40B4-BE49-F238E27FC236}">
                <a16:creationId xmlns:a16="http://schemas.microsoft.com/office/drawing/2014/main" id="{EC8FDA73-5854-42FC-B1E2-FA58CA047FDB}"/>
              </a:ext>
            </a:extLst>
          </p:cNvPr>
          <p:cNvSpPr>
            <a:spLocks noGrp="1"/>
          </p:cNvSpPr>
          <p:nvPr/>
        </p:nvSpPr>
        <p:spPr>
          <a:xfrm>
            <a:off x="713321" y="1518634"/>
            <a:ext cx="16618" cy="16618"/>
          </a:xfrm>
          <a:prstGeom prst="rect">
            <a:avLst/>
          </a:prstGeom>
          <a:solidFill>
            <a:srgbClr val="9365A9">
              <a:alpha val="64000"/>
            </a:srgbClr>
          </a:solidFill>
          <a:ln w="0">
            <a:noFill/>
          </a:ln>
        </p:spPr>
        <p:txBody>
          <a:bodyPr/>
          <a:lstStyle/>
          <a:p>
            <a:endParaRPr lang="en-US"/>
          </a:p>
        </p:txBody>
      </p:sp>
      <p:sp>
        <p:nvSpPr>
          <p:cNvPr id="681" name="b/pca-HF_Lung-005">
            <a:extLst>
              <a:ext uri="{FF2B5EF4-FFF2-40B4-BE49-F238E27FC236}">
                <a16:creationId xmlns:a16="http://schemas.microsoft.com/office/drawing/2014/main" id="{93F934F7-4A13-4963-9DD0-C752009DFC59}"/>
              </a:ext>
            </a:extLst>
          </p:cNvPr>
          <p:cNvSpPr>
            <a:spLocks noGrp="1"/>
          </p:cNvSpPr>
          <p:nvPr/>
        </p:nvSpPr>
        <p:spPr>
          <a:xfrm>
            <a:off x="705697" y="1632604"/>
            <a:ext cx="16618" cy="16618"/>
          </a:xfrm>
          <a:prstGeom prst="rect">
            <a:avLst/>
          </a:prstGeom>
          <a:solidFill>
            <a:srgbClr val="9365A9">
              <a:alpha val="64000"/>
            </a:srgbClr>
          </a:solidFill>
          <a:ln w="0">
            <a:noFill/>
          </a:ln>
        </p:spPr>
        <p:txBody>
          <a:bodyPr/>
          <a:lstStyle/>
          <a:p>
            <a:endParaRPr lang="en-US"/>
          </a:p>
        </p:txBody>
      </p:sp>
      <p:sp>
        <p:nvSpPr>
          <p:cNvPr id="682" name="b/pca-HF_Lung-006">
            <a:extLst>
              <a:ext uri="{FF2B5EF4-FFF2-40B4-BE49-F238E27FC236}">
                <a16:creationId xmlns:a16="http://schemas.microsoft.com/office/drawing/2014/main" id="{2F4BC540-930B-440F-A36D-39F86DF13254}"/>
              </a:ext>
            </a:extLst>
          </p:cNvPr>
          <p:cNvSpPr>
            <a:spLocks noGrp="1"/>
          </p:cNvSpPr>
          <p:nvPr/>
        </p:nvSpPr>
        <p:spPr>
          <a:xfrm>
            <a:off x="615008" y="1718531"/>
            <a:ext cx="16618" cy="16618"/>
          </a:xfrm>
          <a:prstGeom prst="rect">
            <a:avLst/>
          </a:prstGeom>
          <a:solidFill>
            <a:srgbClr val="9365A9">
              <a:alpha val="64000"/>
            </a:srgbClr>
          </a:solidFill>
          <a:ln w="0">
            <a:noFill/>
          </a:ln>
        </p:spPr>
        <p:txBody>
          <a:bodyPr/>
          <a:lstStyle/>
          <a:p>
            <a:endParaRPr lang="en-US"/>
          </a:p>
        </p:txBody>
      </p:sp>
      <p:sp>
        <p:nvSpPr>
          <p:cNvPr id="683" name="b/pca-HF_Lung-007">
            <a:extLst>
              <a:ext uri="{FF2B5EF4-FFF2-40B4-BE49-F238E27FC236}">
                <a16:creationId xmlns:a16="http://schemas.microsoft.com/office/drawing/2014/main" id="{68B2ECDA-CE89-43E4-A046-A0EE0D459457}"/>
              </a:ext>
            </a:extLst>
          </p:cNvPr>
          <p:cNvSpPr>
            <a:spLocks noGrp="1"/>
          </p:cNvSpPr>
          <p:nvPr/>
        </p:nvSpPr>
        <p:spPr>
          <a:xfrm>
            <a:off x="695956" y="1650808"/>
            <a:ext cx="16618" cy="16618"/>
          </a:xfrm>
          <a:prstGeom prst="rect">
            <a:avLst/>
          </a:prstGeom>
          <a:solidFill>
            <a:srgbClr val="9365A9">
              <a:alpha val="64000"/>
            </a:srgbClr>
          </a:solidFill>
          <a:ln w="0">
            <a:noFill/>
          </a:ln>
        </p:spPr>
        <p:txBody>
          <a:bodyPr/>
          <a:lstStyle/>
          <a:p>
            <a:endParaRPr lang="en-US"/>
          </a:p>
        </p:txBody>
      </p:sp>
      <p:sp>
        <p:nvSpPr>
          <p:cNvPr id="684" name="b/pca-HF_Lung-008">
            <a:extLst>
              <a:ext uri="{FF2B5EF4-FFF2-40B4-BE49-F238E27FC236}">
                <a16:creationId xmlns:a16="http://schemas.microsoft.com/office/drawing/2014/main" id="{99F2AE58-F3ED-4291-A59B-8805D62D59EB}"/>
              </a:ext>
            </a:extLst>
          </p:cNvPr>
          <p:cNvSpPr>
            <a:spLocks noGrp="1"/>
          </p:cNvSpPr>
          <p:nvPr/>
        </p:nvSpPr>
        <p:spPr>
          <a:xfrm>
            <a:off x="735815" y="1714505"/>
            <a:ext cx="16618" cy="16618"/>
          </a:xfrm>
          <a:prstGeom prst="rect">
            <a:avLst/>
          </a:prstGeom>
          <a:solidFill>
            <a:srgbClr val="9365A9">
              <a:alpha val="64000"/>
            </a:srgbClr>
          </a:solidFill>
          <a:ln w="0">
            <a:noFill/>
          </a:ln>
        </p:spPr>
        <p:txBody>
          <a:bodyPr/>
          <a:lstStyle/>
          <a:p>
            <a:endParaRPr lang="en-US"/>
          </a:p>
        </p:txBody>
      </p:sp>
      <p:sp>
        <p:nvSpPr>
          <p:cNvPr id="685" name="b/pca-HF_Lung-009">
            <a:extLst>
              <a:ext uri="{FF2B5EF4-FFF2-40B4-BE49-F238E27FC236}">
                <a16:creationId xmlns:a16="http://schemas.microsoft.com/office/drawing/2014/main" id="{8FEDEF89-1622-4A6C-B852-A2BF3FB799EF}"/>
              </a:ext>
            </a:extLst>
          </p:cNvPr>
          <p:cNvSpPr>
            <a:spLocks noGrp="1"/>
          </p:cNvSpPr>
          <p:nvPr/>
        </p:nvSpPr>
        <p:spPr>
          <a:xfrm>
            <a:off x="693818" y="1636632"/>
            <a:ext cx="16618" cy="16618"/>
          </a:xfrm>
          <a:prstGeom prst="rect">
            <a:avLst/>
          </a:prstGeom>
          <a:solidFill>
            <a:srgbClr val="9365A9">
              <a:alpha val="64000"/>
            </a:srgbClr>
          </a:solidFill>
          <a:ln w="0">
            <a:noFill/>
          </a:ln>
        </p:spPr>
        <p:txBody>
          <a:bodyPr/>
          <a:lstStyle/>
          <a:p>
            <a:endParaRPr lang="en-US"/>
          </a:p>
        </p:txBody>
      </p:sp>
      <p:sp>
        <p:nvSpPr>
          <p:cNvPr id="686" name="b/pca-HF_Lung-010">
            <a:extLst>
              <a:ext uri="{FF2B5EF4-FFF2-40B4-BE49-F238E27FC236}">
                <a16:creationId xmlns:a16="http://schemas.microsoft.com/office/drawing/2014/main" id="{193C69A6-7745-4949-ABE5-16DFCA30C5C8}"/>
              </a:ext>
            </a:extLst>
          </p:cNvPr>
          <p:cNvSpPr>
            <a:spLocks noGrp="1"/>
          </p:cNvSpPr>
          <p:nvPr/>
        </p:nvSpPr>
        <p:spPr>
          <a:xfrm>
            <a:off x="656459" y="1640633"/>
            <a:ext cx="16618" cy="16618"/>
          </a:xfrm>
          <a:prstGeom prst="rect">
            <a:avLst/>
          </a:prstGeom>
          <a:solidFill>
            <a:srgbClr val="9365A9">
              <a:alpha val="64000"/>
            </a:srgbClr>
          </a:solidFill>
          <a:ln w="0">
            <a:noFill/>
          </a:ln>
        </p:spPr>
        <p:txBody>
          <a:bodyPr/>
          <a:lstStyle/>
          <a:p>
            <a:endParaRPr lang="en-US"/>
          </a:p>
        </p:txBody>
      </p:sp>
      <p:sp>
        <p:nvSpPr>
          <p:cNvPr id="687" name="b/pca-HF_Lung-011">
            <a:extLst>
              <a:ext uri="{FF2B5EF4-FFF2-40B4-BE49-F238E27FC236}">
                <a16:creationId xmlns:a16="http://schemas.microsoft.com/office/drawing/2014/main" id="{D37D0BCB-9EF5-4C78-8A7B-DF41330E0C17}"/>
              </a:ext>
            </a:extLst>
          </p:cNvPr>
          <p:cNvSpPr>
            <a:spLocks noGrp="1"/>
          </p:cNvSpPr>
          <p:nvPr/>
        </p:nvSpPr>
        <p:spPr>
          <a:xfrm>
            <a:off x="742759" y="1614394"/>
            <a:ext cx="16618" cy="16618"/>
          </a:xfrm>
          <a:prstGeom prst="rect">
            <a:avLst/>
          </a:prstGeom>
          <a:solidFill>
            <a:srgbClr val="9365A9">
              <a:alpha val="64000"/>
            </a:srgbClr>
          </a:solidFill>
          <a:ln w="0">
            <a:noFill/>
          </a:ln>
        </p:spPr>
        <p:txBody>
          <a:bodyPr/>
          <a:lstStyle/>
          <a:p>
            <a:endParaRPr lang="en-US"/>
          </a:p>
        </p:txBody>
      </p:sp>
      <p:sp>
        <p:nvSpPr>
          <p:cNvPr id="688" name="b/pca-HF_Lung-012">
            <a:extLst>
              <a:ext uri="{FF2B5EF4-FFF2-40B4-BE49-F238E27FC236}">
                <a16:creationId xmlns:a16="http://schemas.microsoft.com/office/drawing/2014/main" id="{7E0FBFFF-189A-4BCF-977E-A376B038B7D0}"/>
              </a:ext>
            </a:extLst>
          </p:cNvPr>
          <p:cNvSpPr>
            <a:spLocks noGrp="1"/>
          </p:cNvSpPr>
          <p:nvPr/>
        </p:nvSpPr>
        <p:spPr>
          <a:xfrm>
            <a:off x="672421" y="1650691"/>
            <a:ext cx="16618" cy="16618"/>
          </a:xfrm>
          <a:prstGeom prst="rect">
            <a:avLst/>
          </a:prstGeom>
          <a:solidFill>
            <a:srgbClr val="9365A9">
              <a:alpha val="64000"/>
            </a:srgbClr>
          </a:solidFill>
          <a:ln w="0">
            <a:noFill/>
          </a:ln>
        </p:spPr>
        <p:txBody>
          <a:bodyPr/>
          <a:lstStyle/>
          <a:p>
            <a:endParaRPr lang="en-US"/>
          </a:p>
        </p:txBody>
      </p:sp>
      <p:sp>
        <p:nvSpPr>
          <p:cNvPr id="689" name="b/pca-HF_Lung-013">
            <a:extLst>
              <a:ext uri="{FF2B5EF4-FFF2-40B4-BE49-F238E27FC236}">
                <a16:creationId xmlns:a16="http://schemas.microsoft.com/office/drawing/2014/main" id="{364E1D8C-E296-409D-8B84-2CFAC6CEBF51}"/>
              </a:ext>
            </a:extLst>
          </p:cNvPr>
          <p:cNvSpPr>
            <a:spLocks noGrp="1"/>
          </p:cNvSpPr>
          <p:nvPr/>
        </p:nvSpPr>
        <p:spPr>
          <a:xfrm>
            <a:off x="687634" y="1586487"/>
            <a:ext cx="16618" cy="16618"/>
          </a:xfrm>
          <a:prstGeom prst="rect">
            <a:avLst/>
          </a:prstGeom>
          <a:solidFill>
            <a:srgbClr val="9365A9">
              <a:alpha val="64000"/>
            </a:srgbClr>
          </a:solidFill>
          <a:ln w="0">
            <a:noFill/>
          </a:ln>
        </p:spPr>
        <p:txBody>
          <a:bodyPr/>
          <a:lstStyle/>
          <a:p>
            <a:endParaRPr lang="en-US"/>
          </a:p>
        </p:txBody>
      </p:sp>
      <p:sp>
        <p:nvSpPr>
          <p:cNvPr id="690" name="b/pca-HF_Lung-014">
            <a:extLst>
              <a:ext uri="{FF2B5EF4-FFF2-40B4-BE49-F238E27FC236}">
                <a16:creationId xmlns:a16="http://schemas.microsoft.com/office/drawing/2014/main" id="{D8CF2861-18CF-445E-86B9-A7FED66A536A}"/>
              </a:ext>
            </a:extLst>
          </p:cNvPr>
          <p:cNvSpPr>
            <a:spLocks noGrp="1"/>
          </p:cNvSpPr>
          <p:nvPr/>
        </p:nvSpPr>
        <p:spPr>
          <a:xfrm>
            <a:off x="711598" y="1714794"/>
            <a:ext cx="16618" cy="16618"/>
          </a:xfrm>
          <a:prstGeom prst="rect">
            <a:avLst/>
          </a:prstGeom>
          <a:solidFill>
            <a:srgbClr val="9365A9">
              <a:alpha val="64000"/>
            </a:srgbClr>
          </a:solidFill>
          <a:ln w="0">
            <a:noFill/>
          </a:ln>
        </p:spPr>
        <p:txBody>
          <a:bodyPr/>
          <a:lstStyle/>
          <a:p>
            <a:endParaRPr lang="en-US"/>
          </a:p>
        </p:txBody>
      </p:sp>
      <p:sp>
        <p:nvSpPr>
          <p:cNvPr id="691" name="b/pca-HF_Lung-015">
            <a:extLst>
              <a:ext uri="{FF2B5EF4-FFF2-40B4-BE49-F238E27FC236}">
                <a16:creationId xmlns:a16="http://schemas.microsoft.com/office/drawing/2014/main" id="{8D12CADB-C918-4B4A-98D0-81B835B070AB}"/>
              </a:ext>
            </a:extLst>
          </p:cNvPr>
          <p:cNvSpPr>
            <a:spLocks noGrp="1"/>
          </p:cNvSpPr>
          <p:nvPr/>
        </p:nvSpPr>
        <p:spPr>
          <a:xfrm>
            <a:off x="694950" y="1570498"/>
            <a:ext cx="16618" cy="16618"/>
          </a:xfrm>
          <a:prstGeom prst="rect">
            <a:avLst/>
          </a:prstGeom>
          <a:solidFill>
            <a:srgbClr val="9365A9">
              <a:alpha val="64000"/>
            </a:srgbClr>
          </a:solidFill>
          <a:ln w="0">
            <a:noFill/>
          </a:ln>
        </p:spPr>
        <p:txBody>
          <a:bodyPr/>
          <a:lstStyle/>
          <a:p>
            <a:endParaRPr lang="en-US"/>
          </a:p>
        </p:txBody>
      </p:sp>
      <p:sp>
        <p:nvSpPr>
          <p:cNvPr id="692" name="b/pca-HF_Lung-016">
            <a:extLst>
              <a:ext uri="{FF2B5EF4-FFF2-40B4-BE49-F238E27FC236}">
                <a16:creationId xmlns:a16="http://schemas.microsoft.com/office/drawing/2014/main" id="{64FE0074-F65E-4220-AC06-251F5E23F316}"/>
              </a:ext>
            </a:extLst>
          </p:cNvPr>
          <p:cNvSpPr>
            <a:spLocks noGrp="1"/>
          </p:cNvSpPr>
          <p:nvPr/>
        </p:nvSpPr>
        <p:spPr>
          <a:xfrm>
            <a:off x="617876" y="1690501"/>
            <a:ext cx="16618" cy="16618"/>
          </a:xfrm>
          <a:prstGeom prst="rect">
            <a:avLst/>
          </a:prstGeom>
          <a:solidFill>
            <a:srgbClr val="9365A9">
              <a:alpha val="64000"/>
            </a:srgbClr>
          </a:solidFill>
          <a:ln w="0">
            <a:noFill/>
          </a:ln>
        </p:spPr>
        <p:txBody>
          <a:bodyPr/>
          <a:lstStyle/>
          <a:p>
            <a:endParaRPr lang="en-US"/>
          </a:p>
        </p:txBody>
      </p:sp>
      <p:sp>
        <p:nvSpPr>
          <p:cNvPr id="693" name="b/pca-HF_Lung-017">
            <a:extLst>
              <a:ext uri="{FF2B5EF4-FFF2-40B4-BE49-F238E27FC236}">
                <a16:creationId xmlns:a16="http://schemas.microsoft.com/office/drawing/2014/main" id="{CBE1B0B6-CF68-4BC4-977F-3296FA1BA047}"/>
              </a:ext>
            </a:extLst>
          </p:cNvPr>
          <p:cNvSpPr>
            <a:spLocks noGrp="1"/>
          </p:cNvSpPr>
          <p:nvPr/>
        </p:nvSpPr>
        <p:spPr>
          <a:xfrm>
            <a:off x="647174" y="1540574"/>
            <a:ext cx="16618" cy="16618"/>
          </a:xfrm>
          <a:prstGeom prst="rect">
            <a:avLst/>
          </a:prstGeom>
          <a:solidFill>
            <a:srgbClr val="9365A9">
              <a:alpha val="64000"/>
            </a:srgbClr>
          </a:solidFill>
          <a:ln w="0">
            <a:noFill/>
          </a:ln>
        </p:spPr>
        <p:txBody>
          <a:bodyPr/>
          <a:lstStyle/>
          <a:p>
            <a:endParaRPr lang="en-US"/>
          </a:p>
        </p:txBody>
      </p:sp>
      <p:sp>
        <p:nvSpPr>
          <p:cNvPr id="694" name="b/pca-HF_Lung-018">
            <a:extLst>
              <a:ext uri="{FF2B5EF4-FFF2-40B4-BE49-F238E27FC236}">
                <a16:creationId xmlns:a16="http://schemas.microsoft.com/office/drawing/2014/main" id="{B29713DA-2DB0-4EEE-8938-55E0E9C53232}"/>
              </a:ext>
            </a:extLst>
          </p:cNvPr>
          <p:cNvSpPr>
            <a:spLocks noGrp="1"/>
          </p:cNvSpPr>
          <p:nvPr/>
        </p:nvSpPr>
        <p:spPr>
          <a:xfrm>
            <a:off x="682427" y="1695819"/>
            <a:ext cx="16618" cy="16618"/>
          </a:xfrm>
          <a:prstGeom prst="rect">
            <a:avLst/>
          </a:prstGeom>
          <a:solidFill>
            <a:srgbClr val="9365A9">
              <a:alpha val="64000"/>
            </a:srgbClr>
          </a:solidFill>
          <a:ln w="0">
            <a:noFill/>
          </a:ln>
        </p:spPr>
        <p:txBody>
          <a:bodyPr/>
          <a:lstStyle/>
          <a:p>
            <a:endParaRPr lang="en-US"/>
          </a:p>
        </p:txBody>
      </p:sp>
      <p:sp>
        <p:nvSpPr>
          <p:cNvPr id="695" name="b/pca-HF_Lung-019">
            <a:extLst>
              <a:ext uri="{FF2B5EF4-FFF2-40B4-BE49-F238E27FC236}">
                <a16:creationId xmlns:a16="http://schemas.microsoft.com/office/drawing/2014/main" id="{B4E92ED0-B7C1-41F2-918E-3793D628C2D6}"/>
              </a:ext>
            </a:extLst>
          </p:cNvPr>
          <p:cNvSpPr>
            <a:spLocks noGrp="1"/>
          </p:cNvSpPr>
          <p:nvPr/>
        </p:nvSpPr>
        <p:spPr>
          <a:xfrm>
            <a:off x="683944" y="1707797"/>
            <a:ext cx="16618" cy="16618"/>
          </a:xfrm>
          <a:prstGeom prst="rect">
            <a:avLst/>
          </a:prstGeom>
          <a:solidFill>
            <a:srgbClr val="9365A9">
              <a:alpha val="64000"/>
            </a:srgbClr>
          </a:solidFill>
          <a:ln w="0">
            <a:noFill/>
          </a:ln>
        </p:spPr>
        <p:txBody>
          <a:bodyPr/>
          <a:lstStyle/>
          <a:p>
            <a:endParaRPr lang="en-US"/>
          </a:p>
        </p:txBody>
      </p:sp>
      <p:sp>
        <p:nvSpPr>
          <p:cNvPr id="696" name="b/pca-HF_Lung-020">
            <a:extLst>
              <a:ext uri="{FF2B5EF4-FFF2-40B4-BE49-F238E27FC236}">
                <a16:creationId xmlns:a16="http://schemas.microsoft.com/office/drawing/2014/main" id="{3A397B8F-FCCA-40ED-AF53-A481FED1516A}"/>
              </a:ext>
            </a:extLst>
          </p:cNvPr>
          <p:cNvSpPr>
            <a:spLocks noGrp="1"/>
          </p:cNvSpPr>
          <p:nvPr/>
        </p:nvSpPr>
        <p:spPr>
          <a:xfrm>
            <a:off x="639710" y="1681475"/>
            <a:ext cx="16618" cy="16618"/>
          </a:xfrm>
          <a:prstGeom prst="rect">
            <a:avLst/>
          </a:prstGeom>
          <a:solidFill>
            <a:srgbClr val="9365A9">
              <a:alpha val="64000"/>
            </a:srgbClr>
          </a:solidFill>
          <a:ln w="0">
            <a:noFill/>
          </a:ln>
        </p:spPr>
        <p:txBody>
          <a:bodyPr/>
          <a:lstStyle/>
          <a:p>
            <a:endParaRPr lang="en-US"/>
          </a:p>
        </p:txBody>
      </p:sp>
      <p:sp>
        <p:nvSpPr>
          <p:cNvPr id="697" name="b/pca-HF_Lung-021">
            <a:extLst>
              <a:ext uri="{FF2B5EF4-FFF2-40B4-BE49-F238E27FC236}">
                <a16:creationId xmlns:a16="http://schemas.microsoft.com/office/drawing/2014/main" id="{9B4F72DB-9C37-40A0-B33D-4ACA322437F6}"/>
              </a:ext>
            </a:extLst>
          </p:cNvPr>
          <p:cNvSpPr>
            <a:spLocks noGrp="1"/>
          </p:cNvSpPr>
          <p:nvPr/>
        </p:nvSpPr>
        <p:spPr>
          <a:xfrm>
            <a:off x="708430" y="1684072"/>
            <a:ext cx="16618" cy="16618"/>
          </a:xfrm>
          <a:prstGeom prst="rect">
            <a:avLst/>
          </a:prstGeom>
          <a:solidFill>
            <a:srgbClr val="9365A9">
              <a:alpha val="64000"/>
            </a:srgbClr>
          </a:solidFill>
          <a:ln w="0">
            <a:noFill/>
          </a:ln>
        </p:spPr>
        <p:txBody>
          <a:bodyPr/>
          <a:lstStyle/>
          <a:p>
            <a:endParaRPr lang="en-US"/>
          </a:p>
        </p:txBody>
      </p:sp>
      <p:sp>
        <p:nvSpPr>
          <p:cNvPr id="698" name="b/pca-HF_Lung-022">
            <a:extLst>
              <a:ext uri="{FF2B5EF4-FFF2-40B4-BE49-F238E27FC236}">
                <a16:creationId xmlns:a16="http://schemas.microsoft.com/office/drawing/2014/main" id="{E7474187-8708-45CC-AA0F-ECAC65317F48}"/>
              </a:ext>
            </a:extLst>
          </p:cNvPr>
          <p:cNvSpPr>
            <a:spLocks noGrp="1"/>
          </p:cNvSpPr>
          <p:nvPr/>
        </p:nvSpPr>
        <p:spPr>
          <a:xfrm>
            <a:off x="718633" y="1656910"/>
            <a:ext cx="16618" cy="16618"/>
          </a:xfrm>
          <a:prstGeom prst="rect">
            <a:avLst/>
          </a:prstGeom>
          <a:solidFill>
            <a:srgbClr val="9365A9">
              <a:alpha val="64000"/>
            </a:srgbClr>
          </a:solidFill>
          <a:ln w="0">
            <a:noFill/>
          </a:ln>
        </p:spPr>
        <p:txBody>
          <a:bodyPr/>
          <a:lstStyle/>
          <a:p>
            <a:endParaRPr lang="en-US"/>
          </a:p>
        </p:txBody>
      </p:sp>
      <p:sp>
        <p:nvSpPr>
          <p:cNvPr id="699" name="b/pca-HF_Lung-023">
            <a:extLst>
              <a:ext uri="{FF2B5EF4-FFF2-40B4-BE49-F238E27FC236}">
                <a16:creationId xmlns:a16="http://schemas.microsoft.com/office/drawing/2014/main" id="{C34CE6B2-A793-4333-849C-3F215481A265}"/>
              </a:ext>
            </a:extLst>
          </p:cNvPr>
          <p:cNvSpPr>
            <a:spLocks noGrp="1"/>
          </p:cNvSpPr>
          <p:nvPr/>
        </p:nvSpPr>
        <p:spPr>
          <a:xfrm>
            <a:off x="717962" y="1712886"/>
            <a:ext cx="16618" cy="16618"/>
          </a:xfrm>
          <a:prstGeom prst="rect">
            <a:avLst/>
          </a:prstGeom>
          <a:solidFill>
            <a:srgbClr val="9365A9">
              <a:alpha val="64000"/>
            </a:srgbClr>
          </a:solidFill>
          <a:ln w="0">
            <a:noFill/>
          </a:ln>
        </p:spPr>
        <p:txBody>
          <a:bodyPr/>
          <a:lstStyle/>
          <a:p>
            <a:endParaRPr lang="en-US"/>
          </a:p>
        </p:txBody>
      </p:sp>
      <p:sp>
        <p:nvSpPr>
          <p:cNvPr id="700" name="b/pca-HF_Lung-024">
            <a:extLst>
              <a:ext uri="{FF2B5EF4-FFF2-40B4-BE49-F238E27FC236}">
                <a16:creationId xmlns:a16="http://schemas.microsoft.com/office/drawing/2014/main" id="{FF2FBE7B-4C76-442C-9492-820D905A1735}"/>
              </a:ext>
            </a:extLst>
          </p:cNvPr>
          <p:cNvSpPr>
            <a:spLocks noGrp="1"/>
          </p:cNvSpPr>
          <p:nvPr/>
        </p:nvSpPr>
        <p:spPr>
          <a:xfrm>
            <a:off x="676344" y="1655049"/>
            <a:ext cx="16618" cy="16618"/>
          </a:xfrm>
          <a:prstGeom prst="rect">
            <a:avLst/>
          </a:prstGeom>
          <a:solidFill>
            <a:srgbClr val="9365A9">
              <a:alpha val="64000"/>
            </a:srgbClr>
          </a:solidFill>
          <a:ln w="0">
            <a:noFill/>
          </a:ln>
        </p:spPr>
        <p:txBody>
          <a:bodyPr/>
          <a:lstStyle/>
          <a:p>
            <a:endParaRPr lang="en-US"/>
          </a:p>
        </p:txBody>
      </p:sp>
      <p:sp>
        <p:nvSpPr>
          <p:cNvPr id="701" name="b/pca-HF_Lung-025">
            <a:extLst>
              <a:ext uri="{FF2B5EF4-FFF2-40B4-BE49-F238E27FC236}">
                <a16:creationId xmlns:a16="http://schemas.microsoft.com/office/drawing/2014/main" id="{3B3A261A-18B0-4A89-AFC5-E5FEA0198F61}"/>
              </a:ext>
            </a:extLst>
          </p:cNvPr>
          <p:cNvSpPr>
            <a:spLocks noGrp="1"/>
          </p:cNvSpPr>
          <p:nvPr/>
        </p:nvSpPr>
        <p:spPr>
          <a:xfrm>
            <a:off x="705653" y="1642956"/>
            <a:ext cx="16618" cy="16618"/>
          </a:xfrm>
          <a:prstGeom prst="rect">
            <a:avLst/>
          </a:prstGeom>
          <a:solidFill>
            <a:srgbClr val="9365A9">
              <a:alpha val="64000"/>
            </a:srgbClr>
          </a:solidFill>
          <a:ln w="0">
            <a:noFill/>
          </a:ln>
        </p:spPr>
        <p:txBody>
          <a:bodyPr/>
          <a:lstStyle/>
          <a:p>
            <a:endParaRPr lang="en-US"/>
          </a:p>
        </p:txBody>
      </p:sp>
      <p:sp>
        <p:nvSpPr>
          <p:cNvPr id="702" name="b/pca-HF_Lung-026">
            <a:extLst>
              <a:ext uri="{FF2B5EF4-FFF2-40B4-BE49-F238E27FC236}">
                <a16:creationId xmlns:a16="http://schemas.microsoft.com/office/drawing/2014/main" id="{17A25624-24F7-4760-B8EB-7F5057625BEC}"/>
              </a:ext>
            </a:extLst>
          </p:cNvPr>
          <p:cNvSpPr>
            <a:spLocks noGrp="1"/>
          </p:cNvSpPr>
          <p:nvPr/>
        </p:nvSpPr>
        <p:spPr>
          <a:xfrm>
            <a:off x="749253" y="1595320"/>
            <a:ext cx="16618" cy="16618"/>
          </a:xfrm>
          <a:prstGeom prst="rect">
            <a:avLst/>
          </a:prstGeom>
          <a:solidFill>
            <a:srgbClr val="9365A9">
              <a:alpha val="64000"/>
            </a:srgbClr>
          </a:solidFill>
          <a:ln w="0">
            <a:noFill/>
          </a:ln>
        </p:spPr>
        <p:txBody>
          <a:bodyPr/>
          <a:lstStyle/>
          <a:p>
            <a:endParaRPr lang="en-US"/>
          </a:p>
        </p:txBody>
      </p:sp>
      <p:sp>
        <p:nvSpPr>
          <p:cNvPr id="703" name="b/pca-HF_Lung-027">
            <a:extLst>
              <a:ext uri="{FF2B5EF4-FFF2-40B4-BE49-F238E27FC236}">
                <a16:creationId xmlns:a16="http://schemas.microsoft.com/office/drawing/2014/main" id="{E04F7AD1-F535-41CC-BF61-69A88AE15F60}"/>
              </a:ext>
            </a:extLst>
          </p:cNvPr>
          <p:cNvSpPr>
            <a:spLocks noGrp="1"/>
          </p:cNvSpPr>
          <p:nvPr/>
        </p:nvSpPr>
        <p:spPr>
          <a:xfrm>
            <a:off x="675816" y="1677992"/>
            <a:ext cx="16618" cy="16618"/>
          </a:xfrm>
          <a:prstGeom prst="rect">
            <a:avLst/>
          </a:prstGeom>
          <a:solidFill>
            <a:srgbClr val="9365A9">
              <a:alpha val="64000"/>
            </a:srgbClr>
          </a:solidFill>
          <a:ln w="0">
            <a:noFill/>
          </a:ln>
        </p:spPr>
        <p:txBody>
          <a:bodyPr/>
          <a:lstStyle/>
          <a:p>
            <a:endParaRPr lang="en-US"/>
          </a:p>
        </p:txBody>
      </p:sp>
      <p:sp>
        <p:nvSpPr>
          <p:cNvPr id="704" name="b/pca-HF_Lung-028">
            <a:extLst>
              <a:ext uri="{FF2B5EF4-FFF2-40B4-BE49-F238E27FC236}">
                <a16:creationId xmlns:a16="http://schemas.microsoft.com/office/drawing/2014/main" id="{9B43E370-7F7F-41C6-85F1-3843B2A05329}"/>
              </a:ext>
            </a:extLst>
          </p:cNvPr>
          <p:cNvSpPr>
            <a:spLocks noGrp="1"/>
          </p:cNvSpPr>
          <p:nvPr/>
        </p:nvSpPr>
        <p:spPr>
          <a:xfrm>
            <a:off x="647513" y="1648621"/>
            <a:ext cx="16618" cy="16618"/>
          </a:xfrm>
          <a:prstGeom prst="rect">
            <a:avLst/>
          </a:prstGeom>
          <a:solidFill>
            <a:srgbClr val="9365A9">
              <a:alpha val="64000"/>
            </a:srgbClr>
          </a:solidFill>
          <a:ln w="0">
            <a:noFill/>
          </a:ln>
        </p:spPr>
        <p:txBody>
          <a:bodyPr/>
          <a:lstStyle/>
          <a:p>
            <a:endParaRPr lang="en-US"/>
          </a:p>
        </p:txBody>
      </p:sp>
      <p:sp>
        <p:nvSpPr>
          <p:cNvPr id="705" name="b/pca-HF_Lung-029">
            <a:extLst>
              <a:ext uri="{FF2B5EF4-FFF2-40B4-BE49-F238E27FC236}">
                <a16:creationId xmlns:a16="http://schemas.microsoft.com/office/drawing/2014/main" id="{DC5A5D88-BE3A-4832-9851-DB7DBD72DA72}"/>
              </a:ext>
            </a:extLst>
          </p:cNvPr>
          <p:cNvSpPr>
            <a:spLocks noGrp="1"/>
          </p:cNvSpPr>
          <p:nvPr/>
        </p:nvSpPr>
        <p:spPr>
          <a:xfrm>
            <a:off x="696305" y="1631556"/>
            <a:ext cx="16618" cy="16618"/>
          </a:xfrm>
          <a:prstGeom prst="rect">
            <a:avLst/>
          </a:prstGeom>
          <a:solidFill>
            <a:srgbClr val="9365A9">
              <a:alpha val="64000"/>
            </a:srgbClr>
          </a:solidFill>
          <a:ln w="0">
            <a:noFill/>
          </a:ln>
        </p:spPr>
        <p:txBody>
          <a:bodyPr/>
          <a:lstStyle/>
          <a:p>
            <a:endParaRPr lang="en-US"/>
          </a:p>
        </p:txBody>
      </p:sp>
      <p:sp>
        <p:nvSpPr>
          <p:cNvPr id="706" name="b/pca-HF_Lung-030">
            <a:extLst>
              <a:ext uri="{FF2B5EF4-FFF2-40B4-BE49-F238E27FC236}">
                <a16:creationId xmlns:a16="http://schemas.microsoft.com/office/drawing/2014/main" id="{04241631-E457-454A-B0B0-A2B3FC703696}"/>
              </a:ext>
            </a:extLst>
          </p:cNvPr>
          <p:cNvSpPr>
            <a:spLocks noGrp="1"/>
          </p:cNvSpPr>
          <p:nvPr/>
        </p:nvSpPr>
        <p:spPr>
          <a:xfrm>
            <a:off x="690438" y="1622947"/>
            <a:ext cx="16618" cy="16618"/>
          </a:xfrm>
          <a:prstGeom prst="rect">
            <a:avLst/>
          </a:prstGeom>
          <a:solidFill>
            <a:srgbClr val="9365A9">
              <a:alpha val="64000"/>
            </a:srgbClr>
          </a:solidFill>
          <a:ln w="0">
            <a:noFill/>
          </a:ln>
        </p:spPr>
        <p:txBody>
          <a:bodyPr/>
          <a:lstStyle/>
          <a:p>
            <a:endParaRPr lang="en-US"/>
          </a:p>
        </p:txBody>
      </p:sp>
      <p:sp>
        <p:nvSpPr>
          <p:cNvPr id="707" name="b/pca-HF_Lung-031">
            <a:extLst>
              <a:ext uri="{FF2B5EF4-FFF2-40B4-BE49-F238E27FC236}">
                <a16:creationId xmlns:a16="http://schemas.microsoft.com/office/drawing/2014/main" id="{BFF0B8EF-CF3C-4BA4-BDBF-A9F9EAA7D2F6}"/>
              </a:ext>
            </a:extLst>
          </p:cNvPr>
          <p:cNvSpPr>
            <a:spLocks noGrp="1"/>
          </p:cNvSpPr>
          <p:nvPr/>
        </p:nvSpPr>
        <p:spPr>
          <a:xfrm>
            <a:off x="656353" y="1673332"/>
            <a:ext cx="16618" cy="16618"/>
          </a:xfrm>
          <a:prstGeom prst="rect">
            <a:avLst/>
          </a:prstGeom>
          <a:solidFill>
            <a:srgbClr val="9365A9">
              <a:alpha val="64000"/>
            </a:srgbClr>
          </a:solidFill>
          <a:ln w="0">
            <a:noFill/>
          </a:ln>
        </p:spPr>
        <p:txBody>
          <a:bodyPr/>
          <a:lstStyle/>
          <a:p>
            <a:endParaRPr lang="en-US"/>
          </a:p>
        </p:txBody>
      </p:sp>
      <p:sp>
        <p:nvSpPr>
          <p:cNvPr id="708" name="b/pca-HF_Lung-032">
            <a:extLst>
              <a:ext uri="{FF2B5EF4-FFF2-40B4-BE49-F238E27FC236}">
                <a16:creationId xmlns:a16="http://schemas.microsoft.com/office/drawing/2014/main" id="{EF3F5501-C960-4090-8401-14A6981D93DE}"/>
              </a:ext>
            </a:extLst>
          </p:cNvPr>
          <p:cNvSpPr>
            <a:spLocks noGrp="1"/>
          </p:cNvSpPr>
          <p:nvPr/>
        </p:nvSpPr>
        <p:spPr>
          <a:xfrm>
            <a:off x="753094" y="1585410"/>
            <a:ext cx="16618" cy="16618"/>
          </a:xfrm>
          <a:prstGeom prst="rect">
            <a:avLst/>
          </a:prstGeom>
          <a:solidFill>
            <a:srgbClr val="9365A9">
              <a:alpha val="64000"/>
            </a:srgbClr>
          </a:solidFill>
          <a:ln w="0">
            <a:noFill/>
          </a:ln>
        </p:spPr>
        <p:txBody>
          <a:bodyPr/>
          <a:lstStyle/>
          <a:p>
            <a:endParaRPr lang="en-US"/>
          </a:p>
        </p:txBody>
      </p:sp>
      <p:sp>
        <p:nvSpPr>
          <p:cNvPr id="709" name="b/pca-HF_Lung-033">
            <a:extLst>
              <a:ext uri="{FF2B5EF4-FFF2-40B4-BE49-F238E27FC236}">
                <a16:creationId xmlns:a16="http://schemas.microsoft.com/office/drawing/2014/main" id="{1EE180F1-6D26-416D-AEFE-CCC0C2522EE6}"/>
              </a:ext>
            </a:extLst>
          </p:cNvPr>
          <p:cNvSpPr>
            <a:spLocks noGrp="1"/>
          </p:cNvSpPr>
          <p:nvPr/>
        </p:nvSpPr>
        <p:spPr>
          <a:xfrm>
            <a:off x="679658" y="1696207"/>
            <a:ext cx="16618" cy="16618"/>
          </a:xfrm>
          <a:prstGeom prst="rect">
            <a:avLst/>
          </a:prstGeom>
          <a:solidFill>
            <a:srgbClr val="9365A9">
              <a:alpha val="64000"/>
            </a:srgbClr>
          </a:solidFill>
          <a:ln w="0">
            <a:noFill/>
          </a:ln>
        </p:spPr>
        <p:txBody>
          <a:bodyPr/>
          <a:lstStyle/>
          <a:p>
            <a:endParaRPr lang="en-US"/>
          </a:p>
        </p:txBody>
      </p:sp>
      <p:sp>
        <p:nvSpPr>
          <p:cNvPr id="710" name="b/pca-HF_Lung-034">
            <a:extLst>
              <a:ext uri="{FF2B5EF4-FFF2-40B4-BE49-F238E27FC236}">
                <a16:creationId xmlns:a16="http://schemas.microsoft.com/office/drawing/2014/main" id="{5E06E1E3-AEFF-4B5D-8CCE-5A43ECB379D2}"/>
              </a:ext>
            </a:extLst>
          </p:cNvPr>
          <p:cNvSpPr>
            <a:spLocks noGrp="1"/>
          </p:cNvSpPr>
          <p:nvPr/>
        </p:nvSpPr>
        <p:spPr>
          <a:xfrm>
            <a:off x="645429" y="1705996"/>
            <a:ext cx="16618" cy="16618"/>
          </a:xfrm>
          <a:prstGeom prst="rect">
            <a:avLst/>
          </a:prstGeom>
          <a:solidFill>
            <a:srgbClr val="9365A9">
              <a:alpha val="64000"/>
            </a:srgbClr>
          </a:solidFill>
          <a:ln w="0">
            <a:noFill/>
          </a:ln>
        </p:spPr>
        <p:txBody>
          <a:bodyPr/>
          <a:lstStyle/>
          <a:p>
            <a:endParaRPr lang="en-US"/>
          </a:p>
        </p:txBody>
      </p:sp>
      <p:sp>
        <p:nvSpPr>
          <p:cNvPr id="711" name="b/pca-HF_Lung-035">
            <a:extLst>
              <a:ext uri="{FF2B5EF4-FFF2-40B4-BE49-F238E27FC236}">
                <a16:creationId xmlns:a16="http://schemas.microsoft.com/office/drawing/2014/main" id="{F4E474D4-B966-4087-A4D6-B9987D93BABE}"/>
              </a:ext>
            </a:extLst>
          </p:cNvPr>
          <p:cNvSpPr>
            <a:spLocks noGrp="1"/>
          </p:cNvSpPr>
          <p:nvPr/>
        </p:nvSpPr>
        <p:spPr>
          <a:xfrm>
            <a:off x="685641" y="1625961"/>
            <a:ext cx="16618" cy="16618"/>
          </a:xfrm>
          <a:prstGeom prst="rect">
            <a:avLst/>
          </a:prstGeom>
          <a:solidFill>
            <a:srgbClr val="9365A9">
              <a:alpha val="64000"/>
            </a:srgbClr>
          </a:solidFill>
          <a:ln w="0">
            <a:noFill/>
          </a:ln>
        </p:spPr>
        <p:txBody>
          <a:bodyPr/>
          <a:lstStyle/>
          <a:p>
            <a:endParaRPr lang="en-US"/>
          </a:p>
        </p:txBody>
      </p:sp>
      <p:sp>
        <p:nvSpPr>
          <p:cNvPr id="712" name="b/pca-HF_Lung-036">
            <a:extLst>
              <a:ext uri="{FF2B5EF4-FFF2-40B4-BE49-F238E27FC236}">
                <a16:creationId xmlns:a16="http://schemas.microsoft.com/office/drawing/2014/main" id="{AAD25373-3B81-4232-B46F-65F5F0B043CB}"/>
              </a:ext>
            </a:extLst>
          </p:cNvPr>
          <p:cNvSpPr>
            <a:spLocks noGrp="1"/>
          </p:cNvSpPr>
          <p:nvPr/>
        </p:nvSpPr>
        <p:spPr>
          <a:xfrm>
            <a:off x="601311" y="1678291"/>
            <a:ext cx="16618" cy="16618"/>
          </a:xfrm>
          <a:prstGeom prst="rect">
            <a:avLst/>
          </a:prstGeom>
          <a:solidFill>
            <a:srgbClr val="9365A9">
              <a:alpha val="64000"/>
            </a:srgbClr>
          </a:solidFill>
          <a:ln w="0">
            <a:noFill/>
          </a:ln>
        </p:spPr>
        <p:txBody>
          <a:bodyPr/>
          <a:lstStyle/>
          <a:p>
            <a:endParaRPr lang="en-US"/>
          </a:p>
        </p:txBody>
      </p:sp>
      <p:sp>
        <p:nvSpPr>
          <p:cNvPr id="713" name="b/pca-HF_Lung-037">
            <a:extLst>
              <a:ext uri="{FF2B5EF4-FFF2-40B4-BE49-F238E27FC236}">
                <a16:creationId xmlns:a16="http://schemas.microsoft.com/office/drawing/2014/main" id="{EAB0BE89-8B9B-4D4D-99A4-6F95568123D6}"/>
              </a:ext>
            </a:extLst>
          </p:cNvPr>
          <p:cNvSpPr>
            <a:spLocks noGrp="1"/>
          </p:cNvSpPr>
          <p:nvPr/>
        </p:nvSpPr>
        <p:spPr>
          <a:xfrm>
            <a:off x="744926" y="1745481"/>
            <a:ext cx="16618" cy="16618"/>
          </a:xfrm>
          <a:prstGeom prst="rect">
            <a:avLst/>
          </a:prstGeom>
          <a:solidFill>
            <a:srgbClr val="9365A9">
              <a:alpha val="64000"/>
            </a:srgbClr>
          </a:solidFill>
          <a:ln w="0">
            <a:noFill/>
          </a:ln>
        </p:spPr>
        <p:txBody>
          <a:bodyPr/>
          <a:lstStyle/>
          <a:p>
            <a:endParaRPr lang="en-US"/>
          </a:p>
        </p:txBody>
      </p:sp>
      <p:sp>
        <p:nvSpPr>
          <p:cNvPr id="714" name="b/pca-HF_Lung-038">
            <a:extLst>
              <a:ext uri="{FF2B5EF4-FFF2-40B4-BE49-F238E27FC236}">
                <a16:creationId xmlns:a16="http://schemas.microsoft.com/office/drawing/2014/main" id="{AABF2B3A-511F-4F47-B7DA-00E8A1BDF010}"/>
              </a:ext>
            </a:extLst>
          </p:cNvPr>
          <p:cNvSpPr>
            <a:spLocks noGrp="1"/>
          </p:cNvSpPr>
          <p:nvPr/>
        </p:nvSpPr>
        <p:spPr>
          <a:xfrm>
            <a:off x="722326" y="1737072"/>
            <a:ext cx="16618" cy="16618"/>
          </a:xfrm>
          <a:prstGeom prst="rect">
            <a:avLst/>
          </a:prstGeom>
          <a:solidFill>
            <a:srgbClr val="9365A9">
              <a:alpha val="64000"/>
            </a:srgbClr>
          </a:solidFill>
          <a:ln w="0">
            <a:noFill/>
          </a:ln>
        </p:spPr>
        <p:txBody>
          <a:bodyPr/>
          <a:lstStyle/>
          <a:p>
            <a:endParaRPr lang="en-US"/>
          </a:p>
        </p:txBody>
      </p:sp>
      <p:sp>
        <p:nvSpPr>
          <p:cNvPr id="715" name="c/panel-c">
            <a:extLst>
              <a:ext uri="{FF2B5EF4-FFF2-40B4-BE49-F238E27FC236}">
                <a16:creationId xmlns:a16="http://schemas.microsoft.com/office/drawing/2014/main" id="{9A40DFA6-49DB-4F47-B51F-4C92EA3C35F5}"/>
              </a:ext>
            </a:extLst>
          </p:cNvPr>
          <p:cNvSpPr>
            <a:spLocks noGrp="1"/>
          </p:cNvSpPr>
          <p:nvPr/>
        </p:nvSpPr>
        <p:spPr>
          <a:xfrm>
            <a:off x="1422400" y="1066800"/>
            <a:ext cx="203200" cy="127000"/>
          </a:xfrm>
          <a:prstGeom prst="rect">
            <a:avLst/>
          </a:prstGeom>
          <a:noFill/>
          <a:ln w="0">
            <a:noFill/>
          </a:ln>
        </p:spPr>
        <p:txBody>
          <a:bodyPr wrap="none" lIns="0" tIns="0" rIns="0" bIns="0" anchor="ctr">
            <a:noAutofit/>
          </a:bodyPr>
          <a:lstStyle/>
          <a:p>
            <a:pPr algn="l">
              <a:defRPr sz="850" b="1">
                <a:solidFill>
                  <a:srgbClr val="263D50"/>
                </a:solidFill>
                <a:latin typeface="Arial"/>
                <a:ea typeface="Arial"/>
                <a:cs typeface="Arial"/>
              </a:defRPr>
            </a:pPr>
            <a:r>
              <a:rPr sz="850" b="1">
                <a:solidFill>
                  <a:srgbClr val="263D50"/>
                </a:solidFill>
                <a:latin typeface="Arial"/>
                <a:ea typeface="Arial"/>
                <a:cs typeface="Arial"/>
              </a:rPr>
              <a:t>(c)</a:t>
            </a:r>
          </a:p>
        </p:txBody>
      </p:sp>
      <p:sp>
        <p:nvSpPr>
          <p:cNvPr id="716" name="c/legend-box-ICBHI">
            <a:extLst>
              <a:ext uri="{FF2B5EF4-FFF2-40B4-BE49-F238E27FC236}">
                <a16:creationId xmlns:a16="http://schemas.microsoft.com/office/drawing/2014/main" id="{823C0DB0-EC4A-44FA-9B79-815B7F51D2A1}"/>
              </a:ext>
            </a:extLst>
          </p:cNvPr>
          <p:cNvSpPr>
            <a:spLocks noGrp="1"/>
          </p:cNvSpPr>
          <p:nvPr/>
        </p:nvSpPr>
        <p:spPr>
          <a:xfrm>
            <a:off x="3962400" y="1107440"/>
            <a:ext cx="63500" cy="43180"/>
          </a:xfrm>
          <a:prstGeom prst="rect">
            <a:avLst/>
          </a:prstGeom>
          <a:solidFill>
            <a:srgbClr val="3B739E"/>
          </a:solidFill>
          <a:ln w="0">
            <a:noFill/>
          </a:ln>
        </p:spPr>
        <p:txBody>
          <a:bodyPr/>
          <a:lstStyle/>
          <a:p>
            <a:endParaRPr lang="en-US"/>
          </a:p>
        </p:txBody>
      </p:sp>
      <p:sp>
        <p:nvSpPr>
          <p:cNvPr id="717" name="c/legend-text-ICBHI">
            <a:extLst>
              <a:ext uri="{FF2B5EF4-FFF2-40B4-BE49-F238E27FC236}">
                <a16:creationId xmlns:a16="http://schemas.microsoft.com/office/drawing/2014/main" id="{46914588-4BC2-4F48-A5E5-E7091F978983}"/>
              </a:ext>
            </a:extLst>
          </p:cNvPr>
          <p:cNvSpPr>
            <a:spLocks noGrp="1"/>
          </p:cNvSpPr>
          <p:nvPr/>
        </p:nvSpPr>
        <p:spPr>
          <a:xfrm>
            <a:off x="40640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ICBHI</a:t>
            </a:r>
          </a:p>
        </p:txBody>
      </p:sp>
      <p:sp>
        <p:nvSpPr>
          <p:cNvPr id="718" name="c/legend-box-SPRSound">
            <a:extLst>
              <a:ext uri="{FF2B5EF4-FFF2-40B4-BE49-F238E27FC236}">
                <a16:creationId xmlns:a16="http://schemas.microsoft.com/office/drawing/2014/main" id="{C337531E-CD0B-4612-A218-505B6BB91FB1}"/>
              </a:ext>
            </a:extLst>
          </p:cNvPr>
          <p:cNvSpPr>
            <a:spLocks noGrp="1"/>
          </p:cNvSpPr>
          <p:nvPr/>
        </p:nvSpPr>
        <p:spPr>
          <a:xfrm>
            <a:off x="4457700" y="1107440"/>
            <a:ext cx="63500" cy="43180"/>
          </a:xfrm>
          <a:prstGeom prst="rect">
            <a:avLst/>
          </a:prstGeom>
          <a:solidFill>
            <a:srgbClr val="328F76"/>
          </a:solidFill>
          <a:ln w="0">
            <a:noFill/>
          </a:ln>
        </p:spPr>
        <p:txBody>
          <a:bodyPr/>
          <a:lstStyle/>
          <a:p>
            <a:endParaRPr lang="en-US"/>
          </a:p>
        </p:txBody>
      </p:sp>
      <p:sp>
        <p:nvSpPr>
          <p:cNvPr id="719" name="c/legend-text-SPRSound">
            <a:extLst>
              <a:ext uri="{FF2B5EF4-FFF2-40B4-BE49-F238E27FC236}">
                <a16:creationId xmlns:a16="http://schemas.microsoft.com/office/drawing/2014/main" id="{600A69DB-169C-4413-9CE6-E608668A79EA}"/>
              </a:ext>
            </a:extLst>
          </p:cNvPr>
          <p:cNvSpPr>
            <a:spLocks noGrp="1"/>
          </p:cNvSpPr>
          <p:nvPr/>
        </p:nvSpPr>
        <p:spPr>
          <a:xfrm>
            <a:off x="45593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SPRSound</a:t>
            </a:r>
          </a:p>
        </p:txBody>
      </p:sp>
      <p:sp>
        <p:nvSpPr>
          <p:cNvPr id="720" name="c/legend-box-HF_Lung">
            <a:extLst>
              <a:ext uri="{FF2B5EF4-FFF2-40B4-BE49-F238E27FC236}">
                <a16:creationId xmlns:a16="http://schemas.microsoft.com/office/drawing/2014/main" id="{ACAE414A-4CF8-4952-AEA8-A37C72DBD510}"/>
              </a:ext>
            </a:extLst>
          </p:cNvPr>
          <p:cNvSpPr>
            <a:spLocks noGrp="1"/>
          </p:cNvSpPr>
          <p:nvPr/>
        </p:nvSpPr>
        <p:spPr>
          <a:xfrm>
            <a:off x="5181600" y="1107440"/>
            <a:ext cx="63500" cy="43180"/>
          </a:xfrm>
          <a:prstGeom prst="rect">
            <a:avLst/>
          </a:prstGeom>
          <a:solidFill>
            <a:srgbClr val="9365A9"/>
          </a:solidFill>
          <a:ln w="0">
            <a:noFill/>
          </a:ln>
        </p:spPr>
        <p:txBody>
          <a:bodyPr/>
          <a:lstStyle/>
          <a:p>
            <a:endParaRPr lang="en-US"/>
          </a:p>
        </p:txBody>
      </p:sp>
      <p:sp>
        <p:nvSpPr>
          <p:cNvPr id="721" name="c/legend-text-HF_Lung">
            <a:extLst>
              <a:ext uri="{FF2B5EF4-FFF2-40B4-BE49-F238E27FC236}">
                <a16:creationId xmlns:a16="http://schemas.microsoft.com/office/drawing/2014/main" id="{7ABBC306-081F-4BC4-B8BF-7610A23AEF3C}"/>
              </a:ext>
            </a:extLst>
          </p:cNvPr>
          <p:cNvSpPr>
            <a:spLocks noGrp="1"/>
          </p:cNvSpPr>
          <p:nvPr/>
        </p:nvSpPr>
        <p:spPr>
          <a:xfrm>
            <a:off x="52832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HF Lung</a:t>
            </a:r>
          </a:p>
        </p:txBody>
      </p:sp>
      <p:sp>
        <p:nvSpPr>
          <p:cNvPr id="722" name="c/legend-box-KAUH">
            <a:extLst>
              <a:ext uri="{FF2B5EF4-FFF2-40B4-BE49-F238E27FC236}">
                <a16:creationId xmlns:a16="http://schemas.microsoft.com/office/drawing/2014/main" id="{38F04DC2-CF3B-4285-9D49-A2EE08604536}"/>
              </a:ext>
            </a:extLst>
          </p:cNvPr>
          <p:cNvSpPr>
            <a:spLocks noGrp="1"/>
          </p:cNvSpPr>
          <p:nvPr/>
        </p:nvSpPr>
        <p:spPr>
          <a:xfrm>
            <a:off x="5778500" y="1107440"/>
            <a:ext cx="63500" cy="43180"/>
          </a:xfrm>
          <a:prstGeom prst="rect">
            <a:avLst/>
          </a:prstGeom>
          <a:solidFill>
            <a:srgbClr val="AF864B"/>
          </a:solidFill>
          <a:ln w="0">
            <a:noFill/>
          </a:ln>
        </p:spPr>
        <p:txBody>
          <a:bodyPr/>
          <a:lstStyle/>
          <a:p>
            <a:endParaRPr lang="en-US"/>
          </a:p>
        </p:txBody>
      </p:sp>
      <p:sp>
        <p:nvSpPr>
          <p:cNvPr id="723" name="c/legend-text-KAUH">
            <a:extLst>
              <a:ext uri="{FF2B5EF4-FFF2-40B4-BE49-F238E27FC236}">
                <a16:creationId xmlns:a16="http://schemas.microsoft.com/office/drawing/2014/main" id="{FD4652FC-FAFE-47F4-B2C1-BD2ABBC91121}"/>
              </a:ext>
            </a:extLst>
          </p:cNvPr>
          <p:cNvSpPr>
            <a:spLocks noGrp="1"/>
          </p:cNvSpPr>
          <p:nvPr/>
        </p:nvSpPr>
        <p:spPr>
          <a:xfrm>
            <a:off x="58801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KAUH</a:t>
            </a:r>
          </a:p>
        </p:txBody>
      </p:sp>
      <p:sp>
        <p:nvSpPr>
          <p:cNvPr id="724" name="c/grid-0">
            <a:extLst>
              <a:ext uri="{FF2B5EF4-FFF2-40B4-BE49-F238E27FC236}">
                <a16:creationId xmlns:a16="http://schemas.microsoft.com/office/drawing/2014/main" id="{0877A247-9D5A-4621-B7A9-F89FA1FCC3C2}"/>
              </a:ext>
            </a:extLst>
          </p:cNvPr>
          <p:cNvSpPr>
            <a:spLocks noGrp="1"/>
          </p:cNvSpPr>
          <p:nvPr/>
        </p:nvSpPr>
        <p:spPr>
          <a:xfrm>
            <a:off x="1612900" y="1816100"/>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25" name="c/y-tick-0">
            <a:extLst>
              <a:ext uri="{FF2B5EF4-FFF2-40B4-BE49-F238E27FC236}">
                <a16:creationId xmlns:a16="http://schemas.microsoft.com/office/drawing/2014/main" id="{D6933654-F9A7-4DFB-8C7E-397C0C4E4DF2}"/>
              </a:ext>
            </a:extLst>
          </p:cNvPr>
          <p:cNvSpPr>
            <a:spLocks noGrp="1"/>
          </p:cNvSpPr>
          <p:nvPr/>
        </p:nvSpPr>
        <p:spPr>
          <a:xfrm>
            <a:off x="1593850" y="1816100"/>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26" name="c/y-label-0">
            <a:extLst>
              <a:ext uri="{FF2B5EF4-FFF2-40B4-BE49-F238E27FC236}">
                <a16:creationId xmlns:a16="http://schemas.microsoft.com/office/drawing/2014/main" id="{71AEA89A-25A8-42A3-9DDE-A6B0ACF391E5}"/>
              </a:ext>
            </a:extLst>
          </p:cNvPr>
          <p:cNvSpPr>
            <a:spLocks noGrp="1"/>
          </p:cNvSpPr>
          <p:nvPr/>
        </p:nvSpPr>
        <p:spPr>
          <a:xfrm>
            <a:off x="1403350" y="1770380"/>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727" name="c/grid-150">
            <a:extLst>
              <a:ext uri="{FF2B5EF4-FFF2-40B4-BE49-F238E27FC236}">
                <a16:creationId xmlns:a16="http://schemas.microsoft.com/office/drawing/2014/main" id="{92A94368-4E76-43A0-80E1-FE2CA3697C23}"/>
              </a:ext>
            </a:extLst>
          </p:cNvPr>
          <p:cNvSpPr>
            <a:spLocks noGrp="1"/>
          </p:cNvSpPr>
          <p:nvPr/>
        </p:nvSpPr>
        <p:spPr>
          <a:xfrm>
            <a:off x="1612900" y="1556327"/>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28" name="c/y-tick-150">
            <a:extLst>
              <a:ext uri="{FF2B5EF4-FFF2-40B4-BE49-F238E27FC236}">
                <a16:creationId xmlns:a16="http://schemas.microsoft.com/office/drawing/2014/main" id="{2174DE81-58DA-4D7D-9156-A3B522B54C72}"/>
              </a:ext>
            </a:extLst>
          </p:cNvPr>
          <p:cNvSpPr>
            <a:spLocks noGrp="1"/>
          </p:cNvSpPr>
          <p:nvPr/>
        </p:nvSpPr>
        <p:spPr>
          <a:xfrm>
            <a:off x="1593850" y="1556327"/>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29" name="c/y-label-150">
            <a:extLst>
              <a:ext uri="{FF2B5EF4-FFF2-40B4-BE49-F238E27FC236}">
                <a16:creationId xmlns:a16="http://schemas.microsoft.com/office/drawing/2014/main" id="{B5DFB820-6F8E-4216-BB31-31D27F342EC6}"/>
              </a:ext>
            </a:extLst>
          </p:cNvPr>
          <p:cNvSpPr>
            <a:spLocks noGrp="1"/>
          </p:cNvSpPr>
          <p:nvPr/>
        </p:nvSpPr>
        <p:spPr>
          <a:xfrm>
            <a:off x="1403350" y="1510607"/>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150</a:t>
            </a:r>
          </a:p>
        </p:txBody>
      </p:sp>
      <p:sp>
        <p:nvSpPr>
          <p:cNvPr id="730" name="c/grid-300">
            <a:extLst>
              <a:ext uri="{FF2B5EF4-FFF2-40B4-BE49-F238E27FC236}">
                <a16:creationId xmlns:a16="http://schemas.microsoft.com/office/drawing/2014/main" id="{44D014D7-255E-4B49-8E9D-90AF514DE399}"/>
              </a:ext>
            </a:extLst>
          </p:cNvPr>
          <p:cNvSpPr>
            <a:spLocks noGrp="1"/>
          </p:cNvSpPr>
          <p:nvPr/>
        </p:nvSpPr>
        <p:spPr>
          <a:xfrm>
            <a:off x="1612900" y="1296555"/>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31" name="c/y-tick-300">
            <a:extLst>
              <a:ext uri="{FF2B5EF4-FFF2-40B4-BE49-F238E27FC236}">
                <a16:creationId xmlns:a16="http://schemas.microsoft.com/office/drawing/2014/main" id="{4F796DF6-FCAE-4F2D-BCD8-120DE15A5ABD}"/>
              </a:ext>
            </a:extLst>
          </p:cNvPr>
          <p:cNvSpPr>
            <a:spLocks noGrp="1"/>
          </p:cNvSpPr>
          <p:nvPr/>
        </p:nvSpPr>
        <p:spPr>
          <a:xfrm>
            <a:off x="1593850" y="1296555"/>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32" name="c/y-label-300">
            <a:extLst>
              <a:ext uri="{FF2B5EF4-FFF2-40B4-BE49-F238E27FC236}">
                <a16:creationId xmlns:a16="http://schemas.microsoft.com/office/drawing/2014/main" id="{AC4D513B-EF1C-40E2-AC31-876F59769D17}"/>
              </a:ext>
            </a:extLst>
          </p:cNvPr>
          <p:cNvSpPr>
            <a:spLocks noGrp="1"/>
          </p:cNvSpPr>
          <p:nvPr/>
        </p:nvSpPr>
        <p:spPr>
          <a:xfrm>
            <a:off x="1403350" y="1250835"/>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300</a:t>
            </a:r>
          </a:p>
        </p:txBody>
      </p:sp>
      <p:sp>
        <p:nvSpPr>
          <p:cNvPr id="733" name="c/y-axis">
            <a:extLst>
              <a:ext uri="{FF2B5EF4-FFF2-40B4-BE49-F238E27FC236}">
                <a16:creationId xmlns:a16="http://schemas.microsoft.com/office/drawing/2014/main" id="{9F0B1F14-1AA5-4846-8289-FFB65FC50722}"/>
              </a:ext>
            </a:extLst>
          </p:cNvPr>
          <p:cNvSpPr>
            <a:spLocks noGrp="1"/>
          </p:cNvSpPr>
          <p:nvPr/>
        </p:nvSpPr>
        <p:spPr>
          <a:xfrm>
            <a:off x="1612900" y="1244600"/>
            <a:ext cx="13" cy="571500"/>
          </a:xfrm>
          <a:custGeom>
            <a:avLst/>
            <a:gdLst/>
            <a:ahLst/>
            <a:cxnLst/>
            <a:rect l="0" t="0" r="0" b="0"/>
            <a:pathLst>
              <a:path w="13" h="571500">
                <a:moveTo>
                  <a:pt x="0" y="0"/>
                </a:moveTo>
                <a:lnTo>
                  <a:pt x="0" y="571500"/>
                </a:lnTo>
              </a:path>
            </a:pathLst>
          </a:custGeom>
          <a:noFill/>
          <a:ln w="5715">
            <a:solidFill>
              <a:srgbClr val="8C9AA6"/>
            </a:solidFill>
          </a:ln>
        </p:spPr>
        <p:txBody>
          <a:bodyPr/>
          <a:lstStyle/>
          <a:p>
            <a:endParaRPr lang="en-US"/>
          </a:p>
        </p:txBody>
      </p:sp>
      <p:sp>
        <p:nvSpPr>
          <p:cNvPr id="734" name="c/x-axis">
            <a:extLst>
              <a:ext uri="{FF2B5EF4-FFF2-40B4-BE49-F238E27FC236}">
                <a16:creationId xmlns:a16="http://schemas.microsoft.com/office/drawing/2014/main" id="{C1BF7E22-60F7-4389-BE41-2A17823C628B}"/>
              </a:ext>
            </a:extLst>
          </p:cNvPr>
          <p:cNvSpPr>
            <a:spLocks noGrp="1"/>
          </p:cNvSpPr>
          <p:nvPr/>
        </p:nvSpPr>
        <p:spPr>
          <a:xfrm>
            <a:off x="1612900" y="1816100"/>
            <a:ext cx="4744300" cy="13"/>
          </a:xfrm>
          <a:custGeom>
            <a:avLst/>
            <a:gdLst/>
            <a:ahLst/>
            <a:cxnLst/>
            <a:rect l="0" t="0" r="0" b="0"/>
            <a:pathLst>
              <a:path w="4744300" h="13">
                <a:moveTo>
                  <a:pt x="0" y="0"/>
                </a:moveTo>
                <a:lnTo>
                  <a:pt x="4744300" y="0"/>
                </a:lnTo>
              </a:path>
            </a:pathLst>
          </a:custGeom>
          <a:noFill/>
          <a:ln w="5715">
            <a:solidFill>
              <a:srgbClr val="8C9AA6"/>
            </a:solidFill>
          </a:ln>
        </p:spPr>
        <p:txBody>
          <a:bodyPr/>
          <a:lstStyle/>
          <a:p>
            <a:endParaRPr lang="en-US"/>
          </a:p>
        </p:txBody>
      </p:sp>
      <p:sp>
        <p:nvSpPr>
          <p:cNvPr id="735" name="c/class-Normal">
            <a:extLst>
              <a:ext uri="{FF2B5EF4-FFF2-40B4-BE49-F238E27FC236}">
                <a16:creationId xmlns:a16="http://schemas.microsoft.com/office/drawing/2014/main" id="{A1D7507D-7201-4F6B-83C5-C3FA89B0E8FF}"/>
              </a:ext>
            </a:extLst>
          </p:cNvPr>
          <p:cNvSpPr>
            <a:spLocks noGrp="1"/>
          </p:cNvSpPr>
          <p:nvPr/>
        </p:nvSpPr>
        <p:spPr>
          <a:xfrm>
            <a:off x="1761437"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Arial"/>
                <a:ea typeface="Arial"/>
                <a:cs typeface="Arial"/>
              </a:defRPr>
            </a:pPr>
            <a:r>
              <a:rPr sz="800" b="0">
                <a:solidFill>
                  <a:srgbClr val="263D50"/>
                </a:solidFill>
                <a:latin typeface="Arial"/>
                <a:ea typeface="Arial"/>
                <a:cs typeface="Arial"/>
              </a:rPr>
              <a:t>Normal</a:t>
            </a:r>
          </a:p>
        </p:txBody>
      </p:sp>
      <p:sp>
        <p:nvSpPr>
          <p:cNvPr id="736" name="c/bar-Normal-ICBHI">
            <a:extLst>
              <a:ext uri="{FF2B5EF4-FFF2-40B4-BE49-F238E27FC236}">
                <a16:creationId xmlns:a16="http://schemas.microsoft.com/office/drawing/2014/main" id="{54E04A9A-C4DE-4E81-A7E4-3F0F5D221EBA}"/>
              </a:ext>
            </a:extLst>
          </p:cNvPr>
          <p:cNvSpPr>
            <a:spLocks noGrp="1"/>
          </p:cNvSpPr>
          <p:nvPr/>
        </p:nvSpPr>
        <p:spPr>
          <a:xfrm>
            <a:off x="1818587" y="1559866"/>
            <a:ext cx="165100" cy="256234"/>
          </a:xfrm>
          <a:prstGeom prst="rect">
            <a:avLst/>
          </a:prstGeom>
          <a:solidFill>
            <a:srgbClr val="3B739E"/>
          </a:solidFill>
          <a:ln w="0">
            <a:noFill/>
          </a:ln>
        </p:spPr>
        <p:txBody>
          <a:bodyPr/>
          <a:lstStyle/>
          <a:p>
            <a:endParaRPr lang="en-US"/>
          </a:p>
        </p:txBody>
      </p:sp>
      <p:sp>
        <p:nvSpPr>
          <p:cNvPr id="737" name="c/value-Normal-ICBHI">
            <a:extLst>
              <a:ext uri="{FF2B5EF4-FFF2-40B4-BE49-F238E27FC236}">
                <a16:creationId xmlns:a16="http://schemas.microsoft.com/office/drawing/2014/main" id="{6A9E38DE-1B12-4CE0-BA7D-B6AF1FDDC4FD}"/>
              </a:ext>
            </a:extLst>
          </p:cNvPr>
          <p:cNvSpPr>
            <a:spLocks noGrp="1"/>
          </p:cNvSpPr>
          <p:nvPr/>
        </p:nvSpPr>
        <p:spPr>
          <a:xfrm>
            <a:off x="1786837" y="1460806"/>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148</a:t>
            </a:r>
          </a:p>
        </p:txBody>
      </p:sp>
      <p:sp>
        <p:nvSpPr>
          <p:cNvPr id="738" name="c/bar-Normal-SPRSound">
            <a:extLst>
              <a:ext uri="{FF2B5EF4-FFF2-40B4-BE49-F238E27FC236}">
                <a16:creationId xmlns:a16="http://schemas.microsoft.com/office/drawing/2014/main" id="{320E9AA5-8DEE-42D9-815D-717604E5BA93}"/>
              </a:ext>
            </a:extLst>
          </p:cNvPr>
          <p:cNvSpPr>
            <a:spLocks noGrp="1"/>
          </p:cNvSpPr>
          <p:nvPr/>
        </p:nvSpPr>
        <p:spPr>
          <a:xfrm>
            <a:off x="2021787" y="1509726"/>
            <a:ext cx="165100" cy="306374"/>
          </a:xfrm>
          <a:prstGeom prst="rect">
            <a:avLst/>
          </a:prstGeom>
          <a:solidFill>
            <a:srgbClr val="328F76"/>
          </a:solidFill>
          <a:ln w="0">
            <a:noFill/>
          </a:ln>
        </p:spPr>
        <p:txBody>
          <a:bodyPr/>
          <a:lstStyle/>
          <a:p>
            <a:endParaRPr lang="en-US"/>
          </a:p>
        </p:txBody>
      </p:sp>
      <p:sp>
        <p:nvSpPr>
          <p:cNvPr id="739" name="c/value-Normal-SPRSound">
            <a:extLst>
              <a:ext uri="{FF2B5EF4-FFF2-40B4-BE49-F238E27FC236}">
                <a16:creationId xmlns:a16="http://schemas.microsoft.com/office/drawing/2014/main" id="{44F5F263-7B18-45D5-99CE-32D51FF82B92}"/>
              </a:ext>
            </a:extLst>
          </p:cNvPr>
          <p:cNvSpPr>
            <a:spLocks noGrp="1"/>
          </p:cNvSpPr>
          <p:nvPr/>
        </p:nvSpPr>
        <p:spPr>
          <a:xfrm>
            <a:off x="1990037" y="1410666"/>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177</a:t>
            </a:r>
          </a:p>
        </p:txBody>
      </p:sp>
      <p:sp>
        <p:nvSpPr>
          <p:cNvPr id="740" name="c/bar-Normal-KAUH">
            <a:extLst>
              <a:ext uri="{FF2B5EF4-FFF2-40B4-BE49-F238E27FC236}">
                <a16:creationId xmlns:a16="http://schemas.microsoft.com/office/drawing/2014/main" id="{578BBB23-83B5-4E5C-A860-7E446894DE5F}"/>
              </a:ext>
            </a:extLst>
          </p:cNvPr>
          <p:cNvSpPr>
            <a:spLocks noGrp="1"/>
          </p:cNvSpPr>
          <p:nvPr/>
        </p:nvSpPr>
        <p:spPr>
          <a:xfrm>
            <a:off x="2428187" y="1534614"/>
            <a:ext cx="165100" cy="281486"/>
          </a:xfrm>
          <a:prstGeom prst="rect">
            <a:avLst/>
          </a:prstGeom>
          <a:solidFill>
            <a:srgbClr val="AF864B"/>
          </a:solidFill>
          <a:ln w="0">
            <a:noFill/>
          </a:ln>
        </p:spPr>
        <p:txBody>
          <a:bodyPr/>
          <a:lstStyle/>
          <a:p>
            <a:endParaRPr lang="en-US"/>
          </a:p>
        </p:txBody>
      </p:sp>
      <p:sp>
        <p:nvSpPr>
          <p:cNvPr id="741" name="c/value-Normal-KAUH">
            <a:extLst>
              <a:ext uri="{FF2B5EF4-FFF2-40B4-BE49-F238E27FC236}">
                <a16:creationId xmlns:a16="http://schemas.microsoft.com/office/drawing/2014/main" id="{F48F1C1B-F16C-4B63-A3AD-BC32A43CBE09}"/>
              </a:ext>
            </a:extLst>
          </p:cNvPr>
          <p:cNvSpPr>
            <a:spLocks noGrp="1"/>
          </p:cNvSpPr>
          <p:nvPr/>
        </p:nvSpPr>
        <p:spPr>
          <a:xfrm>
            <a:off x="2396438" y="143555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163</a:t>
            </a:r>
          </a:p>
        </p:txBody>
      </p:sp>
      <p:sp>
        <p:nvSpPr>
          <p:cNvPr id="742" name="c/class-Crackle">
            <a:extLst>
              <a:ext uri="{FF2B5EF4-FFF2-40B4-BE49-F238E27FC236}">
                <a16:creationId xmlns:a16="http://schemas.microsoft.com/office/drawing/2014/main" id="{D0A9B628-A633-4DE7-AA0B-011FA10F0F1D}"/>
              </a:ext>
            </a:extLst>
          </p:cNvPr>
          <p:cNvSpPr>
            <a:spLocks noGrp="1"/>
          </p:cNvSpPr>
          <p:nvPr/>
        </p:nvSpPr>
        <p:spPr>
          <a:xfrm>
            <a:off x="2947513"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Arial"/>
                <a:ea typeface="Arial"/>
                <a:cs typeface="Arial"/>
              </a:defRPr>
            </a:pPr>
            <a:r>
              <a:rPr sz="800" b="0">
                <a:solidFill>
                  <a:srgbClr val="263D50"/>
                </a:solidFill>
                <a:latin typeface="Arial"/>
                <a:ea typeface="Arial"/>
                <a:cs typeface="Arial"/>
              </a:rPr>
              <a:t>Crackle</a:t>
            </a:r>
          </a:p>
        </p:txBody>
      </p:sp>
      <p:sp>
        <p:nvSpPr>
          <p:cNvPr id="743" name="c/bar-Crackle-ICBHI">
            <a:extLst>
              <a:ext uri="{FF2B5EF4-FFF2-40B4-BE49-F238E27FC236}">
                <a16:creationId xmlns:a16="http://schemas.microsoft.com/office/drawing/2014/main" id="{D3E9220B-621F-4C43-9806-E13D72019012}"/>
              </a:ext>
            </a:extLst>
          </p:cNvPr>
          <p:cNvSpPr>
            <a:spLocks noGrp="1"/>
          </p:cNvSpPr>
          <p:nvPr/>
        </p:nvSpPr>
        <p:spPr>
          <a:xfrm>
            <a:off x="3004663" y="1566739"/>
            <a:ext cx="165100" cy="249361"/>
          </a:xfrm>
          <a:prstGeom prst="rect">
            <a:avLst/>
          </a:prstGeom>
          <a:solidFill>
            <a:srgbClr val="3B739E"/>
          </a:solidFill>
          <a:ln w="0">
            <a:noFill/>
          </a:ln>
        </p:spPr>
        <p:txBody>
          <a:bodyPr/>
          <a:lstStyle/>
          <a:p>
            <a:endParaRPr lang="en-US"/>
          </a:p>
        </p:txBody>
      </p:sp>
      <p:sp>
        <p:nvSpPr>
          <p:cNvPr id="744" name="c/value-Crackle-ICBHI">
            <a:extLst>
              <a:ext uri="{FF2B5EF4-FFF2-40B4-BE49-F238E27FC236}">
                <a16:creationId xmlns:a16="http://schemas.microsoft.com/office/drawing/2014/main" id="{9D020E58-7C65-4166-9F59-1307D4545178}"/>
              </a:ext>
            </a:extLst>
          </p:cNvPr>
          <p:cNvSpPr>
            <a:spLocks noGrp="1"/>
          </p:cNvSpPr>
          <p:nvPr/>
        </p:nvSpPr>
        <p:spPr>
          <a:xfrm>
            <a:off x="2972912" y="1467679"/>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144</a:t>
            </a:r>
          </a:p>
        </p:txBody>
      </p:sp>
      <p:sp>
        <p:nvSpPr>
          <p:cNvPr id="745" name="c/bar-Crackle-SPRSound">
            <a:extLst>
              <a:ext uri="{FF2B5EF4-FFF2-40B4-BE49-F238E27FC236}">
                <a16:creationId xmlns:a16="http://schemas.microsoft.com/office/drawing/2014/main" id="{6DF1268F-9952-4C0A-AFB5-B2F2A0409355}"/>
              </a:ext>
            </a:extLst>
          </p:cNvPr>
          <p:cNvSpPr>
            <a:spLocks noGrp="1"/>
          </p:cNvSpPr>
          <p:nvPr/>
        </p:nvSpPr>
        <p:spPr>
          <a:xfrm>
            <a:off x="3207863" y="1480472"/>
            <a:ext cx="165100" cy="335628"/>
          </a:xfrm>
          <a:prstGeom prst="rect">
            <a:avLst/>
          </a:prstGeom>
          <a:solidFill>
            <a:srgbClr val="328F76"/>
          </a:solidFill>
          <a:ln w="0">
            <a:noFill/>
          </a:ln>
        </p:spPr>
        <p:txBody>
          <a:bodyPr/>
          <a:lstStyle/>
          <a:p>
            <a:endParaRPr lang="en-US"/>
          </a:p>
        </p:txBody>
      </p:sp>
      <p:sp>
        <p:nvSpPr>
          <p:cNvPr id="746" name="c/value-Crackle-SPRSound">
            <a:extLst>
              <a:ext uri="{FF2B5EF4-FFF2-40B4-BE49-F238E27FC236}">
                <a16:creationId xmlns:a16="http://schemas.microsoft.com/office/drawing/2014/main" id="{E9BFA3FD-8AA9-4C1D-BA84-1EE31485453A}"/>
              </a:ext>
            </a:extLst>
          </p:cNvPr>
          <p:cNvSpPr>
            <a:spLocks noGrp="1"/>
          </p:cNvSpPr>
          <p:nvPr/>
        </p:nvSpPr>
        <p:spPr>
          <a:xfrm>
            <a:off x="3176113" y="1381412"/>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194</a:t>
            </a:r>
          </a:p>
        </p:txBody>
      </p:sp>
      <p:sp>
        <p:nvSpPr>
          <p:cNvPr id="747" name="c/bar-Crackle-HF_Lung">
            <a:extLst>
              <a:ext uri="{FF2B5EF4-FFF2-40B4-BE49-F238E27FC236}">
                <a16:creationId xmlns:a16="http://schemas.microsoft.com/office/drawing/2014/main" id="{48F760C2-6334-4538-B8A6-0298733B811A}"/>
              </a:ext>
            </a:extLst>
          </p:cNvPr>
          <p:cNvSpPr>
            <a:spLocks noGrp="1"/>
          </p:cNvSpPr>
          <p:nvPr/>
        </p:nvSpPr>
        <p:spPr>
          <a:xfrm>
            <a:off x="3411062" y="1368495"/>
            <a:ext cx="165100" cy="447605"/>
          </a:xfrm>
          <a:prstGeom prst="rect">
            <a:avLst/>
          </a:prstGeom>
          <a:solidFill>
            <a:srgbClr val="9365A9"/>
          </a:solidFill>
          <a:ln w="0">
            <a:noFill/>
          </a:ln>
        </p:spPr>
        <p:txBody>
          <a:bodyPr/>
          <a:lstStyle/>
          <a:p>
            <a:endParaRPr lang="en-US"/>
          </a:p>
        </p:txBody>
      </p:sp>
      <p:sp>
        <p:nvSpPr>
          <p:cNvPr id="748" name="c/value-Crackle-HF_Lung">
            <a:extLst>
              <a:ext uri="{FF2B5EF4-FFF2-40B4-BE49-F238E27FC236}">
                <a16:creationId xmlns:a16="http://schemas.microsoft.com/office/drawing/2014/main" id="{12E01BB5-2A20-4F0A-82B1-65798A7F537F}"/>
              </a:ext>
            </a:extLst>
          </p:cNvPr>
          <p:cNvSpPr>
            <a:spLocks noGrp="1"/>
          </p:cNvSpPr>
          <p:nvPr/>
        </p:nvSpPr>
        <p:spPr>
          <a:xfrm>
            <a:off x="3379313" y="126943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258</a:t>
            </a:r>
          </a:p>
        </p:txBody>
      </p:sp>
      <p:sp>
        <p:nvSpPr>
          <p:cNvPr id="749" name="c/bar-Crackle-KAUH">
            <a:extLst>
              <a:ext uri="{FF2B5EF4-FFF2-40B4-BE49-F238E27FC236}">
                <a16:creationId xmlns:a16="http://schemas.microsoft.com/office/drawing/2014/main" id="{299790DE-2528-49C4-B27B-DFA23DDDEA22}"/>
              </a:ext>
            </a:extLst>
          </p:cNvPr>
          <p:cNvSpPr>
            <a:spLocks noGrp="1"/>
          </p:cNvSpPr>
          <p:nvPr/>
        </p:nvSpPr>
        <p:spPr>
          <a:xfrm>
            <a:off x="3614263" y="1562674"/>
            <a:ext cx="165100" cy="253426"/>
          </a:xfrm>
          <a:prstGeom prst="rect">
            <a:avLst/>
          </a:prstGeom>
          <a:solidFill>
            <a:srgbClr val="AF864B"/>
          </a:solidFill>
          <a:ln w="0">
            <a:noFill/>
          </a:ln>
        </p:spPr>
        <p:txBody>
          <a:bodyPr/>
          <a:lstStyle/>
          <a:p>
            <a:endParaRPr lang="en-US"/>
          </a:p>
        </p:txBody>
      </p:sp>
      <p:sp>
        <p:nvSpPr>
          <p:cNvPr id="750" name="c/value-Crackle-KAUH">
            <a:extLst>
              <a:ext uri="{FF2B5EF4-FFF2-40B4-BE49-F238E27FC236}">
                <a16:creationId xmlns:a16="http://schemas.microsoft.com/office/drawing/2014/main" id="{825BFEE7-5A38-4E6B-8AF1-487009780BC0}"/>
              </a:ext>
            </a:extLst>
          </p:cNvPr>
          <p:cNvSpPr>
            <a:spLocks noGrp="1"/>
          </p:cNvSpPr>
          <p:nvPr/>
        </p:nvSpPr>
        <p:spPr>
          <a:xfrm>
            <a:off x="3582512" y="146361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146</a:t>
            </a:r>
          </a:p>
        </p:txBody>
      </p:sp>
      <p:sp>
        <p:nvSpPr>
          <p:cNvPr id="751" name="c/class-Wheeze">
            <a:extLst>
              <a:ext uri="{FF2B5EF4-FFF2-40B4-BE49-F238E27FC236}">
                <a16:creationId xmlns:a16="http://schemas.microsoft.com/office/drawing/2014/main" id="{78AB0640-1323-49BB-90B5-3883E2152924}"/>
              </a:ext>
            </a:extLst>
          </p:cNvPr>
          <p:cNvSpPr>
            <a:spLocks noGrp="1"/>
          </p:cNvSpPr>
          <p:nvPr/>
        </p:nvSpPr>
        <p:spPr>
          <a:xfrm>
            <a:off x="4133587"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Arial"/>
                <a:ea typeface="Arial"/>
                <a:cs typeface="Arial"/>
              </a:defRPr>
            </a:pPr>
            <a:r>
              <a:rPr sz="800" b="0">
                <a:solidFill>
                  <a:srgbClr val="263D50"/>
                </a:solidFill>
                <a:latin typeface="Arial"/>
                <a:ea typeface="Arial"/>
                <a:cs typeface="Arial"/>
              </a:rPr>
              <a:t>Wheeze</a:t>
            </a:r>
          </a:p>
        </p:txBody>
      </p:sp>
      <p:sp>
        <p:nvSpPr>
          <p:cNvPr id="752" name="c/bar-Wheeze-ICBHI">
            <a:extLst>
              <a:ext uri="{FF2B5EF4-FFF2-40B4-BE49-F238E27FC236}">
                <a16:creationId xmlns:a16="http://schemas.microsoft.com/office/drawing/2014/main" id="{AB43E84A-AAF4-417D-963B-AA817097F579}"/>
              </a:ext>
            </a:extLst>
          </p:cNvPr>
          <p:cNvSpPr>
            <a:spLocks noGrp="1"/>
          </p:cNvSpPr>
          <p:nvPr/>
        </p:nvSpPr>
        <p:spPr>
          <a:xfrm>
            <a:off x="4190737" y="1551363"/>
            <a:ext cx="165100" cy="264737"/>
          </a:xfrm>
          <a:prstGeom prst="rect">
            <a:avLst/>
          </a:prstGeom>
          <a:solidFill>
            <a:srgbClr val="3B739E"/>
          </a:solidFill>
          <a:ln w="0">
            <a:noFill/>
          </a:ln>
        </p:spPr>
        <p:txBody>
          <a:bodyPr/>
          <a:lstStyle/>
          <a:p>
            <a:endParaRPr lang="en-US"/>
          </a:p>
        </p:txBody>
      </p:sp>
      <p:sp>
        <p:nvSpPr>
          <p:cNvPr id="753" name="c/value-Wheeze-ICBHI">
            <a:extLst>
              <a:ext uri="{FF2B5EF4-FFF2-40B4-BE49-F238E27FC236}">
                <a16:creationId xmlns:a16="http://schemas.microsoft.com/office/drawing/2014/main" id="{18440EC7-E514-4B5C-9B43-5BF84EACA7E7}"/>
              </a:ext>
            </a:extLst>
          </p:cNvPr>
          <p:cNvSpPr>
            <a:spLocks noGrp="1"/>
          </p:cNvSpPr>
          <p:nvPr/>
        </p:nvSpPr>
        <p:spPr>
          <a:xfrm>
            <a:off x="4158987" y="1452303"/>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153</a:t>
            </a:r>
          </a:p>
        </p:txBody>
      </p:sp>
      <p:sp>
        <p:nvSpPr>
          <p:cNvPr id="754" name="c/bar-Wheeze-SPRSound">
            <a:extLst>
              <a:ext uri="{FF2B5EF4-FFF2-40B4-BE49-F238E27FC236}">
                <a16:creationId xmlns:a16="http://schemas.microsoft.com/office/drawing/2014/main" id="{5A44D125-0619-4F7E-9445-13FA29B500B2}"/>
              </a:ext>
            </a:extLst>
          </p:cNvPr>
          <p:cNvSpPr>
            <a:spLocks noGrp="1"/>
          </p:cNvSpPr>
          <p:nvPr/>
        </p:nvSpPr>
        <p:spPr>
          <a:xfrm>
            <a:off x="4393937" y="1454455"/>
            <a:ext cx="165100" cy="361645"/>
          </a:xfrm>
          <a:prstGeom prst="rect">
            <a:avLst/>
          </a:prstGeom>
          <a:solidFill>
            <a:srgbClr val="328F76"/>
          </a:solidFill>
          <a:ln w="0">
            <a:noFill/>
          </a:ln>
        </p:spPr>
        <p:txBody>
          <a:bodyPr/>
          <a:lstStyle/>
          <a:p>
            <a:endParaRPr lang="en-US"/>
          </a:p>
        </p:txBody>
      </p:sp>
      <p:sp>
        <p:nvSpPr>
          <p:cNvPr id="755" name="c/value-Wheeze-SPRSound">
            <a:extLst>
              <a:ext uri="{FF2B5EF4-FFF2-40B4-BE49-F238E27FC236}">
                <a16:creationId xmlns:a16="http://schemas.microsoft.com/office/drawing/2014/main" id="{BD05C9AB-B68F-4FC6-8740-1B6D0BBE8CA0}"/>
              </a:ext>
            </a:extLst>
          </p:cNvPr>
          <p:cNvSpPr>
            <a:spLocks noGrp="1"/>
          </p:cNvSpPr>
          <p:nvPr/>
        </p:nvSpPr>
        <p:spPr>
          <a:xfrm>
            <a:off x="4362187" y="135539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209</a:t>
            </a:r>
          </a:p>
        </p:txBody>
      </p:sp>
      <p:sp>
        <p:nvSpPr>
          <p:cNvPr id="756" name="c/bar-Wheeze-HF_Lung">
            <a:extLst>
              <a:ext uri="{FF2B5EF4-FFF2-40B4-BE49-F238E27FC236}">
                <a16:creationId xmlns:a16="http://schemas.microsoft.com/office/drawing/2014/main" id="{0209E786-F50E-494B-9F54-890B4C05979D}"/>
              </a:ext>
            </a:extLst>
          </p:cNvPr>
          <p:cNvSpPr>
            <a:spLocks noGrp="1"/>
          </p:cNvSpPr>
          <p:nvPr/>
        </p:nvSpPr>
        <p:spPr>
          <a:xfrm>
            <a:off x="4597138" y="1321084"/>
            <a:ext cx="165100" cy="495016"/>
          </a:xfrm>
          <a:prstGeom prst="rect">
            <a:avLst/>
          </a:prstGeom>
          <a:solidFill>
            <a:srgbClr val="9365A9"/>
          </a:solidFill>
          <a:ln w="0">
            <a:noFill/>
          </a:ln>
        </p:spPr>
        <p:txBody>
          <a:bodyPr/>
          <a:lstStyle/>
          <a:p>
            <a:endParaRPr lang="en-US"/>
          </a:p>
        </p:txBody>
      </p:sp>
      <p:sp>
        <p:nvSpPr>
          <p:cNvPr id="757" name="c/value-Wheeze-HF_Lung">
            <a:extLst>
              <a:ext uri="{FF2B5EF4-FFF2-40B4-BE49-F238E27FC236}">
                <a16:creationId xmlns:a16="http://schemas.microsoft.com/office/drawing/2014/main" id="{C86E05E2-0209-4800-B8DD-8944EA5616E2}"/>
              </a:ext>
            </a:extLst>
          </p:cNvPr>
          <p:cNvSpPr>
            <a:spLocks noGrp="1"/>
          </p:cNvSpPr>
          <p:nvPr/>
        </p:nvSpPr>
        <p:spPr>
          <a:xfrm>
            <a:off x="4565387" y="122202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286</a:t>
            </a:r>
          </a:p>
        </p:txBody>
      </p:sp>
      <p:sp>
        <p:nvSpPr>
          <p:cNvPr id="758" name="c/bar-Wheeze-KAUH">
            <a:extLst>
              <a:ext uri="{FF2B5EF4-FFF2-40B4-BE49-F238E27FC236}">
                <a16:creationId xmlns:a16="http://schemas.microsoft.com/office/drawing/2014/main" id="{0A40A884-8EE3-4946-A312-F176647A6351}"/>
              </a:ext>
            </a:extLst>
          </p:cNvPr>
          <p:cNvSpPr>
            <a:spLocks noGrp="1"/>
          </p:cNvSpPr>
          <p:nvPr/>
        </p:nvSpPr>
        <p:spPr>
          <a:xfrm>
            <a:off x="4800337" y="1537304"/>
            <a:ext cx="165100" cy="278796"/>
          </a:xfrm>
          <a:prstGeom prst="rect">
            <a:avLst/>
          </a:prstGeom>
          <a:solidFill>
            <a:srgbClr val="AF864B"/>
          </a:solidFill>
          <a:ln w="0">
            <a:noFill/>
          </a:ln>
        </p:spPr>
        <p:txBody>
          <a:bodyPr/>
          <a:lstStyle/>
          <a:p>
            <a:endParaRPr lang="en-US"/>
          </a:p>
        </p:txBody>
      </p:sp>
      <p:sp>
        <p:nvSpPr>
          <p:cNvPr id="759" name="c/value-Wheeze-KAUH">
            <a:extLst>
              <a:ext uri="{FF2B5EF4-FFF2-40B4-BE49-F238E27FC236}">
                <a16:creationId xmlns:a16="http://schemas.microsoft.com/office/drawing/2014/main" id="{2CCEBD88-283E-42EA-A0AB-11525A24611A}"/>
              </a:ext>
            </a:extLst>
          </p:cNvPr>
          <p:cNvSpPr>
            <a:spLocks noGrp="1"/>
          </p:cNvSpPr>
          <p:nvPr/>
        </p:nvSpPr>
        <p:spPr>
          <a:xfrm>
            <a:off x="4768588" y="143824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161</a:t>
            </a:r>
          </a:p>
        </p:txBody>
      </p:sp>
      <p:sp>
        <p:nvSpPr>
          <p:cNvPr id="760" name="c/class-Both">
            <a:extLst>
              <a:ext uri="{FF2B5EF4-FFF2-40B4-BE49-F238E27FC236}">
                <a16:creationId xmlns:a16="http://schemas.microsoft.com/office/drawing/2014/main" id="{91C682E5-8F53-478B-8FC3-4C206E7836BA}"/>
              </a:ext>
            </a:extLst>
          </p:cNvPr>
          <p:cNvSpPr>
            <a:spLocks noGrp="1"/>
          </p:cNvSpPr>
          <p:nvPr/>
        </p:nvSpPr>
        <p:spPr>
          <a:xfrm>
            <a:off x="5319663"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Arial"/>
                <a:ea typeface="Arial"/>
                <a:cs typeface="Arial"/>
              </a:defRPr>
            </a:pPr>
            <a:r>
              <a:rPr sz="800" b="0">
                <a:solidFill>
                  <a:srgbClr val="263D50"/>
                </a:solidFill>
                <a:latin typeface="Arial"/>
                <a:ea typeface="Arial"/>
                <a:cs typeface="Arial"/>
              </a:rPr>
              <a:t>Both</a:t>
            </a:r>
          </a:p>
        </p:txBody>
      </p:sp>
      <p:sp>
        <p:nvSpPr>
          <p:cNvPr id="761" name="c/bar-Both-ICBHI">
            <a:extLst>
              <a:ext uri="{FF2B5EF4-FFF2-40B4-BE49-F238E27FC236}">
                <a16:creationId xmlns:a16="http://schemas.microsoft.com/office/drawing/2014/main" id="{A1A84CC5-13C1-4A07-9625-87A24A666E88}"/>
              </a:ext>
            </a:extLst>
          </p:cNvPr>
          <p:cNvSpPr>
            <a:spLocks noGrp="1"/>
          </p:cNvSpPr>
          <p:nvPr/>
        </p:nvSpPr>
        <p:spPr>
          <a:xfrm>
            <a:off x="5376813" y="1561733"/>
            <a:ext cx="165100" cy="254367"/>
          </a:xfrm>
          <a:prstGeom prst="rect">
            <a:avLst/>
          </a:prstGeom>
          <a:solidFill>
            <a:srgbClr val="3B739E"/>
          </a:solidFill>
          <a:ln w="0">
            <a:noFill/>
          </a:ln>
        </p:spPr>
        <p:txBody>
          <a:bodyPr/>
          <a:lstStyle/>
          <a:p>
            <a:endParaRPr lang="en-US"/>
          </a:p>
        </p:txBody>
      </p:sp>
      <p:sp>
        <p:nvSpPr>
          <p:cNvPr id="762" name="c/value-Both-ICBHI">
            <a:extLst>
              <a:ext uri="{FF2B5EF4-FFF2-40B4-BE49-F238E27FC236}">
                <a16:creationId xmlns:a16="http://schemas.microsoft.com/office/drawing/2014/main" id="{309D4B7F-82A3-4B80-8037-556BA4DB0DFA}"/>
              </a:ext>
            </a:extLst>
          </p:cNvPr>
          <p:cNvSpPr>
            <a:spLocks noGrp="1"/>
          </p:cNvSpPr>
          <p:nvPr/>
        </p:nvSpPr>
        <p:spPr>
          <a:xfrm>
            <a:off x="5345063" y="1462673"/>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147</a:t>
            </a:r>
          </a:p>
        </p:txBody>
      </p:sp>
      <p:sp>
        <p:nvSpPr>
          <p:cNvPr id="763" name="c/bar-Both-SPRSound">
            <a:extLst>
              <a:ext uri="{FF2B5EF4-FFF2-40B4-BE49-F238E27FC236}">
                <a16:creationId xmlns:a16="http://schemas.microsoft.com/office/drawing/2014/main" id="{280C8A18-E74C-483B-9573-68C74F6D7E57}"/>
              </a:ext>
            </a:extLst>
          </p:cNvPr>
          <p:cNvSpPr>
            <a:spLocks noGrp="1"/>
          </p:cNvSpPr>
          <p:nvPr/>
        </p:nvSpPr>
        <p:spPr>
          <a:xfrm>
            <a:off x="5580012" y="1443314"/>
            <a:ext cx="165100" cy="372786"/>
          </a:xfrm>
          <a:prstGeom prst="rect">
            <a:avLst/>
          </a:prstGeom>
          <a:solidFill>
            <a:srgbClr val="328F76"/>
          </a:solidFill>
          <a:ln w="0">
            <a:noFill/>
          </a:ln>
        </p:spPr>
        <p:txBody>
          <a:bodyPr/>
          <a:lstStyle/>
          <a:p>
            <a:endParaRPr lang="en-US"/>
          </a:p>
        </p:txBody>
      </p:sp>
      <p:sp>
        <p:nvSpPr>
          <p:cNvPr id="764" name="c/value-Both-SPRSound">
            <a:extLst>
              <a:ext uri="{FF2B5EF4-FFF2-40B4-BE49-F238E27FC236}">
                <a16:creationId xmlns:a16="http://schemas.microsoft.com/office/drawing/2014/main" id="{44922C12-AA4A-4EBC-845E-3EE611B78690}"/>
              </a:ext>
            </a:extLst>
          </p:cNvPr>
          <p:cNvSpPr>
            <a:spLocks noGrp="1"/>
          </p:cNvSpPr>
          <p:nvPr/>
        </p:nvSpPr>
        <p:spPr>
          <a:xfrm>
            <a:off x="5548263" y="134425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215</a:t>
            </a:r>
          </a:p>
        </p:txBody>
      </p:sp>
      <p:sp>
        <p:nvSpPr>
          <p:cNvPr id="765" name="c/bar-Both-HF_Lung">
            <a:extLst>
              <a:ext uri="{FF2B5EF4-FFF2-40B4-BE49-F238E27FC236}">
                <a16:creationId xmlns:a16="http://schemas.microsoft.com/office/drawing/2014/main" id="{3232C36C-A3E3-40F6-8D46-254C61E91CC4}"/>
              </a:ext>
            </a:extLst>
          </p:cNvPr>
          <p:cNvSpPr>
            <a:spLocks noGrp="1"/>
          </p:cNvSpPr>
          <p:nvPr/>
        </p:nvSpPr>
        <p:spPr>
          <a:xfrm>
            <a:off x="5783213" y="1384131"/>
            <a:ext cx="165100" cy="431969"/>
          </a:xfrm>
          <a:prstGeom prst="rect">
            <a:avLst/>
          </a:prstGeom>
          <a:solidFill>
            <a:srgbClr val="9365A9"/>
          </a:solidFill>
          <a:ln w="0">
            <a:noFill/>
          </a:ln>
        </p:spPr>
        <p:txBody>
          <a:bodyPr/>
          <a:lstStyle/>
          <a:p>
            <a:endParaRPr lang="en-US"/>
          </a:p>
        </p:txBody>
      </p:sp>
      <p:sp>
        <p:nvSpPr>
          <p:cNvPr id="766" name="c/value-Both-HF_Lung">
            <a:extLst>
              <a:ext uri="{FF2B5EF4-FFF2-40B4-BE49-F238E27FC236}">
                <a16:creationId xmlns:a16="http://schemas.microsoft.com/office/drawing/2014/main" id="{7DDF23A7-0150-49EF-86E2-A1803899B2BF}"/>
              </a:ext>
            </a:extLst>
          </p:cNvPr>
          <p:cNvSpPr>
            <a:spLocks noGrp="1"/>
          </p:cNvSpPr>
          <p:nvPr/>
        </p:nvSpPr>
        <p:spPr>
          <a:xfrm>
            <a:off x="5751462" y="1285071"/>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249</a:t>
            </a:r>
          </a:p>
        </p:txBody>
      </p:sp>
      <p:sp>
        <p:nvSpPr>
          <p:cNvPr id="767" name="c/bar-Both-KAUH">
            <a:extLst>
              <a:ext uri="{FF2B5EF4-FFF2-40B4-BE49-F238E27FC236}">
                <a16:creationId xmlns:a16="http://schemas.microsoft.com/office/drawing/2014/main" id="{86129FA3-B7B2-4E78-A41B-3F5856A22728}"/>
              </a:ext>
            </a:extLst>
          </p:cNvPr>
          <p:cNvSpPr>
            <a:spLocks noGrp="1"/>
          </p:cNvSpPr>
          <p:nvPr/>
        </p:nvSpPr>
        <p:spPr>
          <a:xfrm>
            <a:off x="5986413" y="1548445"/>
            <a:ext cx="165100" cy="267655"/>
          </a:xfrm>
          <a:prstGeom prst="rect">
            <a:avLst/>
          </a:prstGeom>
          <a:solidFill>
            <a:srgbClr val="AF864B"/>
          </a:solidFill>
          <a:ln w="0">
            <a:noFill/>
          </a:ln>
        </p:spPr>
        <p:txBody>
          <a:bodyPr/>
          <a:lstStyle/>
          <a:p>
            <a:endParaRPr lang="en-US"/>
          </a:p>
        </p:txBody>
      </p:sp>
      <p:sp>
        <p:nvSpPr>
          <p:cNvPr id="768" name="c/value-Both-KAUH">
            <a:extLst>
              <a:ext uri="{FF2B5EF4-FFF2-40B4-BE49-F238E27FC236}">
                <a16:creationId xmlns:a16="http://schemas.microsoft.com/office/drawing/2014/main" id="{8D5529D5-614E-4992-BFDC-80DF2FAAD4B7}"/>
              </a:ext>
            </a:extLst>
          </p:cNvPr>
          <p:cNvSpPr>
            <a:spLocks noGrp="1"/>
          </p:cNvSpPr>
          <p:nvPr/>
        </p:nvSpPr>
        <p:spPr>
          <a:xfrm>
            <a:off x="5954663" y="144938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155</a:t>
            </a:r>
          </a:p>
        </p:txBody>
      </p:sp>
      <p:sp>
        <p:nvSpPr>
          <p:cNvPr id="771" name="c/x-title"/>
          <p:cNvSpPr>
            <a:spLocks noGrp="1"/>
          </p:cNvSpPr>
          <p:nvPr/>
        </p:nvSpPr>
        <p:spPr>
          <a:xfrm>
            <a:off x="1612900" y="1940560"/>
            <a:ext cx="4744301" cy="9144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Sound label</a:t>
            </a:r>
          </a:p>
        </p:txBody>
      </p:sp>
      <p:sp>
        <p:nvSpPr>
          <p:cNvPr id="772" name="c/y-title"/>
          <p:cNvSpPr>
            <a:spLocks noGrp="1"/>
          </p:cNvSpPr>
          <p:nvPr/>
        </p:nvSpPr>
        <p:spPr>
          <a:xfrm rot="16200000">
            <a:off x="952500" y="1423670"/>
            <a:ext cx="660400" cy="21336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Median spectral</a:t>
            </a:r>
          </a:p>
          <a:p>
            <a:pPr algn="ctr">
              <a:defRPr sz="700" b="0">
                <a:solidFill>
                  <a:srgbClr val="263D50"/>
                </a:solidFill>
                <a:latin typeface="Arial"/>
                <a:ea typeface="Arial"/>
                <a:cs typeface="Arial"/>
              </a:defRPr>
            </a:pPr>
            <a:r>
              <a:rPr sz="700" b="0">
                <a:solidFill>
                  <a:srgbClr val="263D50"/>
                </a:solidFill>
                <a:latin typeface="Arial"/>
                <a:ea typeface="Arial"/>
                <a:cs typeface="Arial"/>
              </a:rPr>
              <a:t>centroid (Hz)</a:t>
            </a:r>
          </a:p>
        </p:txBody>
      </p:sp>
    </p:spTree>
    <p:extLst>
      <p:ext uri="{BB962C8B-B14F-4D97-AF65-F5344CB8AC3E}">
        <p14:creationId xmlns:p14="http://schemas.microsoft.com/office/powerpoint/2010/main" val="8871961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799</Words>
  <Application>Microsoft Macintosh PowerPoint</Application>
  <DocSecurity>0</DocSecurity>
  <PresentationFormat>Custom</PresentationFormat>
  <Paragraphs>120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Zilong Zeng</cp:lastModifiedBy>
  <cp:revision>3</cp:revision>
  <dcterms:created xsi:type="dcterms:W3CDTF">2026-09-15T02:29:24Z</dcterms:created>
  <dcterms:modified xsi:type="dcterms:W3CDTF">2026-09-22T01:06:23Z</dcterms:modified>
</cp:coreProperties>
</file>