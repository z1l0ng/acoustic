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8"/>
  </p:normalViewPr>
  <p:slideViewPr>
    <p:cSldViewPr snapToGrid="0">
      <p:cViewPr>
        <p:scale>
          <a:sx n="73" d="100"/>
          <a:sy n="73" d="100"/>
        </p:scale>
        <p:origin x="88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CFDE-0DF1-8471-44B2-FE3DB583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BC3D-7ED4-D5E5-5C3D-56055947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6433093" y="58352"/>
            <a:ext cx="2360951" cy="16116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328033" y="280122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2269581" y="-4468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168944" y="248624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328033" y="1105184"/>
                <a:ext cx="1755227" cy="546538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(PAFA)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033" y="1105184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6710856" y="105876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Abnormal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6710856" y="646301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Crackle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0" y="518536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-295598" y="128183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1711744" y="697384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3598353" y="551837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6294608" y="-331549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-201953" y="1879406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*: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AF68F7-942D-5662-35E9-EFEE5E12822B}"/>
                  </a:ext>
                </a:extLst>
              </p:cNvPr>
              <p:cNvSpPr txBox="1"/>
              <p:nvPr/>
            </p:nvSpPr>
            <p:spPr>
              <a:xfrm>
                <a:off x="-201953" y="1001138"/>
                <a:ext cx="23517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</m:t>
                        </m:r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AF68F7-942D-5662-35E9-EFEE5E12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1953" y="1001138"/>
                <a:ext cx="2351798" cy="646331"/>
              </a:xfrm>
              <a:prstGeom prst="rect">
                <a:avLst/>
              </a:prstGeom>
              <a:blipFill>
                <a:blip r:embed="rId3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6710855" y="1183069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Wheeze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33EB4-1B8D-E213-9AB1-D0A54E790C74}"/>
                  </a:ext>
                </a:extLst>
              </p:cNvPr>
              <p:cNvSpPr/>
              <p:nvPr/>
            </p:nvSpPr>
            <p:spPr>
              <a:xfrm>
                <a:off x="8556512" y="434779"/>
                <a:ext cx="1091985" cy="7837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1400" b="1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(Task Prediction)</a:t>
                </a: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33EB4-1B8D-E213-9AB1-D0A54E790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512" y="434779"/>
                <a:ext cx="1091985" cy="783761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0064744" y="37783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Wheezes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37783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9922035" y="-333558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0064744" y="1299035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299035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26FDA4-7B15-DDF2-3265-B85762BCC004}"/>
              </a:ext>
            </a:extLst>
          </p:cNvPr>
          <p:cNvCxnSpPr>
            <a:cxnSpLocks/>
          </p:cNvCxnSpPr>
          <p:nvPr/>
        </p:nvCxnSpPr>
        <p:spPr>
          <a:xfrm>
            <a:off x="6070775" y="413347"/>
            <a:ext cx="640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F45E505-D19E-594C-E8DC-0AFE42FF7477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466317"/>
          </a:xfrm>
          <a:prstGeom prst="bentConnector3">
            <a:avLst>
              <a:gd name="adj1" fmla="val 703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0538643-CF93-C593-6E65-7DCAC0EDEE1D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1006742"/>
          </a:xfrm>
          <a:prstGeom prst="bentConnector3">
            <a:avLst>
              <a:gd name="adj1" fmla="val 703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576178" y="558884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178" y="558884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97C8DC1-F966-E335-257E-62507BB0CE88}"/>
              </a:ext>
            </a:extLst>
          </p:cNvPr>
          <p:cNvCxnSpPr>
            <a:cxnSpLocks/>
          </p:cNvCxnSpPr>
          <p:nvPr/>
        </p:nvCxnSpPr>
        <p:spPr>
          <a:xfrm>
            <a:off x="8145459" y="328405"/>
            <a:ext cx="419647" cy="5221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F2440E-AF09-456C-1B9D-C2DBD576E36D}"/>
              </a:ext>
            </a:extLst>
          </p:cNvPr>
          <p:cNvCxnSpPr>
            <a:cxnSpLocks/>
          </p:cNvCxnSpPr>
          <p:nvPr/>
        </p:nvCxnSpPr>
        <p:spPr>
          <a:xfrm flipV="1">
            <a:off x="8133454" y="850545"/>
            <a:ext cx="431652" cy="568961"/>
          </a:xfrm>
          <a:prstGeom prst="bentConnector3">
            <a:avLst>
              <a:gd name="adj1" fmla="val 519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CDB5AC0-3BCB-CBF5-96C5-443EC2185B0A}"/>
              </a:ext>
            </a:extLst>
          </p:cNvPr>
          <p:cNvCxnSpPr>
            <a:cxnSpLocks/>
          </p:cNvCxnSpPr>
          <p:nvPr/>
        </p:nvCxnSpPr>
        <p:spPr>
          <a:xfrm>
            <a:off x="8140264" y="849001"/>
            <a:ext cx="424842" cy="15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BFC6C2C4-052C-239D-EFC2-F719FD140111}"/>
              </a:ext>
            </a:extLst>
          </p:cNvPr>
          <p:cNvCxnSpPr>
            <a:cxnSpLocks/>
          </p:cNvCxnSpPr>
          <p:nvPr/>
        </p:nvCxnSpPr>
        <p:spPr>
          <a:xfrm flipV="1">
            <a:off x="9655308" y="328405"/>
            <a:ext cx="416247" cy="5180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38C94F-5647-899D-E227-F7738C1523D0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7389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E9DBD74-3481-54D1-4A2A-EE4152330AE5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970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E34DC7E-A4E2-1AE1-4E7E-CED62EF107D7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1370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84053" y="557282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4BE785-9BB6-F04B-A13E-EF7A29504FC6}"/>
                  </a:ext>
                </a:extLst>
              </p:cNvPr>
              <p:cNvSpPr/>
              <p:nvPr/>
            </p:nvSpPr>
            <p:spPr>
              <a:xfrm>
                <a:off x="2971822" y="1954690"/>
                <a:ext cx="6595478" cy="30726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3E6D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= 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PCSL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    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𝒢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GPAL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+    </a:t>
                </a:r>
                <a:r>
                  <a: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CLS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  </a:t>
                </a:r>
                <a:r>
                  <a:rPr lang="en-US" dirty="0">
                    <a:solidFill>
                      <a:schemeClr val="tx1"/>
                    </a:solidFill>
                  </a:rPr>
                  <a:t>+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B6993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B6993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B6993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HF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B6993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B6993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B6993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HF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            </a:t>
                </a:r>
              </a:p>
            </p:txBody>
          </p:sp>
        </mc:Choice>
        <mc:Fallback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4BE785-9BB6-F04B-A13E-EF7A29504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22" y="1954690"/>
                <a:ext cx="6595478" cy="307263"/>
              </a:xfrm>
              <a:prstGeom prst="rect">
                <a:avLst/>
              </a:prstGeom>
              <a:blipFill>
                <a:blip r:embed="rId11"/>
                <a:stretch>
                  <a:fillRect l="-383" t="-18519" b="-29630"/>
                </a:stretch>
              </a:blipFill>
              <a:ln>
                <a:solidFill>
                  <a:srgbClr val="3E6D8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Box 110">
            <a:extLst>
              <a:ext uri="{FF2B5EF4-FFF2-40B4-BE49-F238E27FC236}">
                <a16:creationId xmlns:a16="http://schemas.microsoft.com/office/drawing/2014/main" id="{BD5D0926-C52A-AFA7-FFCD-C3C1D8843D21}"/>
              </a:ext>
            </a:extLst>
          </p:cNvPr>
          <p:cNvSpPr txBox="1"/>
          <p:nvPr/>
        </p:nvSpPr>
        <p:spPr>
          <a:xfrm>
            <a:off x="2843662" y="2408502"/>
            <a:ext cx="1874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Pretraining (Contrastive)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DA528A-A79B-BD0F-0327-3116AF2E21F9}"/>
              </a:ext>
            </a:extLst>
          </p:cNvPr>
          <p:cNvSpPr txBox="1"/>
          <p:nvPr/>
        </p:nvSpPr>
        <p:spPr>
          <a:xfrm>
            <a:off x="4780652" y="2408502"/>
            <a:ext cx="160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Regulation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A34679-5FA5-6D44-92C3-BB801B68FE33}"/>
              </a:ext>
            </a:extLst>
          </p:cNvPr>
          <p:cNvSpPr txBox="1"/>
          <p:nvPr/>
        </p:nvSpPr>
        <p:spPr>
          <a:xfrm>
            <a:off x="6536277" y="2408502"/>
            <a:ext cx="112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BB03F5-26EF-748C-13CB-347E0E1CC4A6}"/>
              </a:ext>
            </a:extLst>
          </p:cNvPr>
          <p:cNvSpPr txBox="1"/>
          <p:nvPr/>
        </p:nvSpPr>
        <p:spPr>
          <a:xfrm>
            <a:off x="8007775" y="2223836"/>
            <a:ext cx="192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Frequency </a:t>
            </a:r>
          </a:p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(Optional)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05647" y="1651722"/>
            <a:ext cx="0" cy="3362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4646159" y="1665344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159" y="1665344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FCEE3CB-389B-089E-4C80-884895E94C0B}"/>
              </a:ext>
            </a:extLst>
          </p:cNvPr>
          <p:cNvCxnSpPr>
            <a:cxnSpLocks/>
          </p:cNvCxnSpPr>
          <p:nvPr/>
        </p:nvCxnSpPr>
        <p:spPr>
          <a:xfrm flipV="1">
            <a:off x="3964113" y="2292592"/>
            <a:ext cx="499959" cy="13045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87266F8-7748-12E8-4915-A367773A73C7}"/>
              </a:ext>
            </a:extLst>
          </p:cNvPr>
          <p:cNvCxnSpPr>
            <a:cxnSpLocks/>
          </p:cNvCxnSpPr>
          <p:nvPr/>
        </p:nvCxnSpPr>
        <p:spPr>
          <a:xfrm flipV="1">
            <a:off x="5654769" y="2274300"/>
            <a:ext cx="296949" cy="205492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4F4628-155A-9D13-3153-DB10E122B6FA}"/>
              </a:ext>
            </a:extLst>
          </p:cNvPr>
          <p:cNvCxnSpPr>
            <a:cxnSpLocks/>
          </p:cNvCxnSpPr>
          <p:nvPr/>
        </p:nvCxnSpPr>
        <p:spPr>
          <a:xfrm flipH="1" flipV="1">
            <a:off x="7121569" y="2299733"/>
            <a:ext cx="135268" cy="160467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09288D-9801-CA6A-1E57-D0A312F4A105}"/>
              </a:ext>
            </a:extLst>
          </p:cNvPr>
          <p:cNvCxnSpPr>
            <a:cxnSpLocks/>
          </p:cNvCxnSpPr>
          <p:nvPr/>
        </p:nvCxnSpPr>
        <p:spPr>
          <a:xfrm flipH="1" flipV="1">
            <a:off x="8158691" y="2292592"/>
            <a:ext cx="190589" cy="147176"/>
          </a:xfrm>
          <a:prstGeom prst="straightConnector1">
            <a:avLst/>
          </a:prstGeom>
          <a:ln w="19050">
            <a:solidFill>
              <a:srgbClr val="B6993A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B6B375C-DDCC-1C61-6189-3C250173AC71}"/>
              </a:ext>
            </a:extLst>
          </p:cNvPr>
          <p:cNvCxnSpPr>
            <a:cxnSpLocks/>
          </p:cNvCxnSpPr>
          <p:nvPr/>
        </p:nvCxnSpPr>
        <p:spPr>
          <a:xfrm>
            <a:off x="9225712" y="1210331"/>
            <a:ext cx="0" cy="719330"/>
          </a:xfrm>
          <a:prstGeom prst="straightConnector1">
            <a:avLst/>
          </a:prstGeom>
          <a:ln w="28575">
            <a:solidFill>
              <a:srgbClr val="B6993A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106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Nie, Jingping</cp:lastModifiedBy>
  <cp:revision>8</cp:revision>
  <dcterms:created xsi:type="dcterms:W3CDTF">2026-09-14T23:48:42Z</dcterms:created>
  <dcterms:modified xsi:type="dcterms:W3CDTF">2026-09-15T01:19:34Z</dcterms:modified>
</cp:coreProperties>
</file>