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4"/>
    <p:restoredTop sz="94678"/>
  </p:normalViewPr>
  <p:slideViewPr>
    <p:cSldViewPr snapToGrid="0">
      <p:cViewPr varScale="1">
        <p:scale>
          <a:sx n="157" d="100"/>
          <a:sy n="157" d="100"/>
        </p:scale>
        <p:origin x="44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/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(Shared Attributes)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source−test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Continuous Adventitious Sounds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/>
              <p:nvPr/>
            </p:nvSpPr>
            <p:spPr>
              <a:xfrm>
                <a:off x="2971822" y="1954690"/>
                <a:ext cx="6595478" cy="812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3E6D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=  </m:t>
                      </m:r>
                      <m:limLow>
                        <m:limLow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cls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 + 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PCSL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 + 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GPAL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phant>
                            <m:phantPr>
                              <m:show m:val="off"/>
                              <m:zeroWid m:val="on"/>
                              <m:transp m:val="on"/>
                              <m:ctrlPr>
                                <a:rPr lang="en-US" sz="2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phantPr>
                            <m:e>
                              <m:r>
                                <m:rPr>
                                  <m:nor/>
                                </m:rPr>
                                <a:rPr lang="en-US" sz="2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e>
                          </m:phant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core</m:t>
                              </m:r>
                            </m:sub>
                          </m:sSub>
                        </m:lim>
                      </m:limLow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  +   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22" y="1954690"/>
                <a:ext cx="6595478" cy="812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3E6D8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4360025" y="3111100"/>
            <a:ext cx="2476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6390815" y="3110050"/>
            <a:ext cx="238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3126346" y="3111101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7872879" y="3109000"/>
            <a:ext cx="3981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</a:t>
            </a:r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768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598275" y="2767490"/>
            <a:ext cx="0" cy="34361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178651" y="2779837"/>
            <a:ext cx="402267" cy="330213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3688831" y="2767490"/>
            <a:ext cx="562485" cy="343611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  <a:stCxn id="114" idx="0"/>
          </p:cNvCxnSpPr>
          <p:nvPr/>
        </p:nvCxnSpPr>
        <p:spPr>
          <a:xfrm flipH="1" flipV="1">
            <a:off x="9299864" y="2792519"/>
            <a:ext cx="563567" cy="316481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HF supervision annotation">
            <a:extLst>
              <a:ext uri="{FF2B5EF4-FFF2-40B4-BE49-F238E27FC236}">
                <a16:creationId xmlns:a16="http://schemas.microsoft.com/office/drawing/2014/main" id="{91920EF3-D0FC-4DE6-9DAE-AE080612B66C}"/>
              </a:ext>
            </a:extLst>
          </p:cNvPr>
          <p:cNvSpPr>
            <a:spLocks noGrp="1"/>
          </p:cNvSpPr>
          <p:nvPr/>
        </p:nvSpPr>
        <p:spPr>
          <a:xfrm>
            <a:off x="7607300" y="1701800"/>
            <a:ext cx="15494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200">
                <a:solidFill>
                  <a:srgbClr val="B6993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6993A"/>
                </a:solidFill>
                <a:latin typeface="Arial"/>
                <a:ea typeface="Arial"/>
                <a:cs typeface="Arial"/>
              </a:rPr>
              <a:t>HF C/W supervision</a:t>
            </a:r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106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12</cp:revision>
  <dcterms:created xsi:type="dcterms:W3CDTF">2026-09-14T23:48:42Z</dcterms:created>
  <dcterms:modified xsi:type="dcterms:W3CDTF">2026-09-15T09:00:57Z</dcterms:modified>
</cp:coreProperties>
</file>