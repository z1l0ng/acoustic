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4"/>
    <p:restoredTop sz="94678"/>
  </p:normalViewPr>
  <p:slideViewPr>
    <p:cSldViewPr snapToGrid="0">
      <p:cViewPr varScale="1">
        <p:scale>
          <a:sx n="123" d="100"/>
          <a:sy n="123" d="100"/>
        </p:scale>
        <p:origin x="368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CFDE-0DF1-8471-44B2-FE3DB583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B8BC3D-7ED4-D5E5-5C3D-56055947A4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3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>
            <a:extLst>
              <a:ext uri="{FF2B5EF4-FFF2-40B4-BE49-F238E27FC236}">
                <a16:creationId xmlns:a16="http://schemas.microsoft.com/office/drawing/2014/main" id="{38DA66CA-D03E-A7DE-DDCF-0726C84C6C9B}"/>
              </a:ext>
            </a:extLst>
          </p:cNvPr>
          <p:cNvSpPr/>
          <p:nvPr/>
        </p:nvSpPr>
        <p:spPr>
          <a:xfrm>
            <a:off x="6433093" y="58352"/>
            <a:ext cx="2360951" cy="1611695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328033" y="280122"/>
            <a:ext cx="1755227" cy="546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768→256)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 rot="5400000">
            <a:off x="2269581" y="-4468"/>
            <a:ext cx="1228135" cy="1429409"/>
          </a:xfrm>
          <a:prstGeom prst="trapezoid">
            <a:avLst>
              <a:gd name="adj" fmla="val 23288"/>
            </a:avLst>
          </a:pr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2168944" y="248624"/>
            <a:ext cx="112883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8033" y="1105184"/>
                <a:ext cx="1755227" cy="546538"/>
              </a:xfrm>
              <a:prstGeom prst="rect">
                <a:avLst/>
              </a:prstGeom>
              <a:blipFill>
                <a:blip r:embed="rId2"/>
                <a:stretch>
                  <a:fillRect t="-6522" b="-8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6710856" y="105876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Abnormal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6710856" y="646301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Crackle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0" y="518536"/>
            <a:ext cx="1670707" cy="414133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-295598" y="128183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3628CDD-9697-1FF4-2341-6249F9A0B937}"/>
              </a:ext>
            </a:extLst>
          </p:cNvPr>
          <p:cNvCxnSpPr>
            <a:cxnSpLocks/>
          </p:cNvCxnSpPr>
          <p:nvPr/>
        </p:nvCxnSpPr>
        <p:spPr>
          <a:xfrm>
            <a:off x="1711744" y="697384"/>
            <a:ext cx="4572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D859DB-9C5D-0AE6-39CB-0DC2299AD2AA}"/>
              </a:ext>
            </a:extLst>
          </p:cNvPr>
          <p:cNvCxnSpPr>
            <a:cxnSpLocks/>
          </p:cNvCxnSpPr>
          <p:nvPr/>
        </p:nvCxnSpPr>
        <p:spPr>
          <a:xfrm>
            <a:off x="3598353" y="551837"/>
            <a:ext cx="73152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6294608" y="-331549"/>
            <a:ext cx="22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Linear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-201953" y="1879406"/>
            <a:ext cx="1860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altLang="zh-CN" sz="14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AF68F7-942D-5662-35E9-EFEE5E12822B}"/>
                  </a:ext>
                </a:extLst>
              </p:cNvPr>
              <p:cNvSpPr txBox="1"/>
              <p:nvPr/>
            </p:nvSpPr>
            <p:spPr>
              <a:xfrm>
                <a:off x="-201953" y="1001138"/>
                <a:ext cx="235179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b="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b="1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(optional),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i="0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b="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b="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9AF68F7-942D-5662-35E9-EFEE5E128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1953" y="1001138"/>
                <a:ext cx="2351798" cy="646331"/>
              </a:xfrm>
              <a:prstGeom prst="rect">
                <a:avLst/>
              </a:prstGeom>
              <a:blipFill>
                <a:blip r:embed="rId3"/>
                <a:stretch>
                  <a:fillRect t="-3846" r="-6452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6710855" y="1183069"/>
            <a:ext cx="1429409" cy="4450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Wheeze</a:t>
            </a:r>
            <a:endParaRPr lang="en-US" sz="1400" dirty="0">
              <a:solidFill>
                <a:schemeClr val="accent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/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𝒑</m:t>
                          </m:r>
                        </m:e>
                        <m:sub>
                          <m:r>
                            <a:rPr lang="en-US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1400" b="1" i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chemeClr val="accent6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(Shared Attributes)</a:t>
                </a: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3B33EB4-1B8D-E213-9AB1-D0A54E790C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512" y="434779"/>
                <a:ext cx="1091985" cy="783761"/>
              </a:xfrm>
              <a:prstGeom prst="rect">
                <a:avLst/>
              </a:prstGeom>
              <a:blipFill>
                <a:blip r:embed="rId4"/>
                <a:stretch>
                  <a:fillRect b="-9375"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37783"/>
                <a:ext cx="3052171" cy="550131"/>
              </a:xfrm>
              <a:prstGeom prst="rect">
                <a:avLst/>
              </a:prstGeom>
              <a:blipFill>
                <a:blip r:embed="rId5"/>
                <a:stretch>
                  <a:fillRect l="-413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9922035" y="-333558"/>
            <a:ext cx="2997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Adventitious( Abnormal)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668409"/>
                <a:ext cx="3052171" cy="550131"/>
              </a:xfrm>
              <a:prstGeom prst="rect">
                <a:avLst/>
              </a:prstGeom>
              <a:blipFill>
                <a:blip r:embed="rId6"/>
                <a:stretch>
                  <a:fillRect l="-413" b="-6667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source−test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CAS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299035"/>
                <a:ext cx="3052171" cy="550131"/>
              </a:xfrm>
              <a:prstGeom prst="rect">
                <a:avLst/>
              </a:prstGeom>
              <a:blipFill>
                <a:blip r:embed="rId7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  <m:r>
                      <a:rPr lang="en-US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744" y="1929661"/>
                <a:ext cx="3052171" cy="550131"/>
              </a:xfrm>
              <a:prstGeom prst="rect">
                <a:avLst/>
              </a:prstGeom>
              <a:blipFill>
                <a:blip r:embed="rId8"/>
                <a:stretch>
                  <a:fillRect l="-413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F26FDA4-7B15-DDF2-3265-B85762BCC004}"/>
              </a:ext>
            </a:extLst>
          </p:cNvPr>
          <p:cNvCxnSpPr>
            <a:cxnSpLocks/>
          </p:cNvCxnSpPr>
          <p:nvPr/>
        </p:nvCxnSpPr>
        <p:spPr>
          <a:xfrm>
            <a:off x="6070775" y="413347"/>
            <a:ext cx="64008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DF45E505-D19E-594C-E8DC-0AFE42FF7477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466317"/>
          </a:xfrm>
          <a:prstGeom prst="bentConnector3">
            <a:avLst>
              <a:gd name="adj1" fmla="val 703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D0538643-CF93-C593-6E65-7DCAC0EDEE1D}"/>
              </a:ext>
            </a:extLst>
          </p:cNvPr>
          <p:cNvCxnSpPr>
            <a:cxnSpLocks/>
          </p:cNvCxnSpPr>
          <p:nvPr/>
        </p:nvCxnSpPr>
        <p:spPr>
          <a:xfrm>
            <a:off x="6077432" y="413347"/>
            <a:ext cx="633423" cy="1006742"/>
          </a:xfrm>
          <a:prstGeom prst="bentConnector3">
            <a:avLst>
              <a:gd name="adj1" fmla="val 7030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0104" y="337147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762" t="-7692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6178" y="558884"/>
                <a:ext cx="514351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597C8DC1-F966-E335-257E-62507BB0CE88}"/>
              </a:ext>
            </a:extLst>
          </p:cNvPr>
          <p:cNvCxnSpPr>
            <a:cxnSpLocks/>
          </p:cNvCxnSpPr>
          <p:nvPr/>
        </p:nvCxnSpPr>
        <p:spPr>
          <a:xfrm>
            <a:off x="8145459" y="328405"/>
            <a:ext cx="419647" cy="52214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B0F2440E-AF09-456C-1B9D-C2DBD576E36D}"/>
              </a:ext>
            </a:extLst>
          </p:cNvPr>
          <p:cNvCxnSpPr>
            <a:cxnSpLocks/>
          </p:cNvCxnSpPr>
          <p:nvPr/>
        </p:nvCxnSpPr>
        <p:spPr>
          <a:xfrm flipV="1">
            <a:off x="8133454" y="850545"/>
            <a:ext cx="431652" cy="568961"/>
          </a:xfrm>
          <a:prstGeom prst="bentConnector3">
            <a:avLst>
              <a:gd name="adj1" fmla="val 5194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CDB5AC0-3BCB-CBF5-96C5-443EC2185B0A}"/>
              </a:ext>
            </a:extLst>
          </p:cNvPr>
          <p:cNvCxnSpPr>
            <a:cxnSpLocks/>
          </p:cNvCxnSpPr>
          <p:nvPr/>
        </p:nvCxnSpPr>
        <p:spPr>
          <a:xfrm>
            <a:off x="8140264" y="849001"/>
            <a:ext cx="424842" cy="154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BFC6C2C4-052C-239D-EFC2-F719FD140111}"/>
              </a:ext>
            </a:extLst>
          </p:cNvPr>
          <p:cNvCxnSpPr>
            <a:cxnSpLocks/>
          </p:cNvCxnSpPr>
          <p:nvPr/>
        </p:nvCxnSpPr>
        <p:spPr>
          <a:xfrm flipV="1">
            <a:off x="9655308" y="328405"/>
            <a:ext cx="416247" cy="518044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Elbow Connector 75">
            <a:extLst>
              <a:ext uri="{FF2B5EF4-FFF2-40B4-BE49-F238E27FC236}">
                <a16:creationId xmlns:a16="http://schemas.microsoft.com/office/drawing/2014/main" id="{C338C94F-5647-899D-E227-F7738C1523D0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738999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5E9DBD74-3481-54D1-4A2A-EE4152330AE5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9702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AE34DC7E-A4E2-1AE1-4E7E-CED62EF107D7}"/>
              </a:ext>
            </a:extLst>
          </p:cNvPr>
          <p:cNvCxnSpPr>
            <a:cxnSpLocks/>
          </p:cNvCxnSpPr>
          <p:nvPr/>
        </p:nvCxnSpPr>
        <p:spPr>
          <a:xfrm>
            <a:off x="9655308" y="846449"/>
            <a:ext cx="416247" cy="1370680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9D5C7C15-C9B6-E712-A58A-AB9017AA12A7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3584053" y="557282"/>
            <a:ext cx="743980" cy="821171"/>
          </a:xfrm>
          <a:prstGeom prst="bentConnector3">
            <a:avLst>
              <a:gd name="adj1" fmla="val 7029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/>
              <p:nvPr/>
            </p:nvSpPr>
            <p:spPr>
              <a:xfrm>
                <a:off x="2971822" y="1954690"/>
                <a:ext cx="6595478" cy="812800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rgbClr val="3E6D8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    </m:t>
                      </m:r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=  </m:t>
                      </m:r>
                      <m:limLow>
                        <m:limLow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accent6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cls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 + 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PCSL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 + 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𝑔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ℒ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GPAL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phant>
                            <m:phantPr>
                              <m:show m:val="off"/>
                              <m:zeroWid m:val="on"/>
                              <m:transp m:val="on"/>
                              <m:ctrlPr>
                                <a:rPr lang="en-US" sz="2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phantPr>
                            <m:e>
                              <m:r>
                                <m:rPr>
                                  <m:nor/>
                                </m:rPr>
                                <a:rPr lang="en-US" sz="26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</m:t>
                              </m:r>
                            </m:e>
                          </m:phant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ℒ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core</m:t>
                              </m:r>
                            </m:sub>
                          </m:sSub>
                        </m:lim>
                      </m:limLow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  +   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074BE785-9BB6-F04B-A13E-EF7A29504F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22" y="1954690"/>
                <a:ext cx="6595478" cy="8128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rgbClr val="3E6D8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TextBox 110">
            <a:extLst>
              <a:ext uri="{FF2B5EF4-FFF2-40B4-BE49-F238E27FC236}">
                <a16:creationId xmlns:a16="http://schemas.microsoft.com/office/drawing/2014/main" id="{BD5D0926-C52A-AFA7-FFCD-C3C1D8843D21}"/>
              </a:ext>
            </a:extLst>
          </p:cNvPr>
          <p:cNvSpPr txBox="1"/>
          <p:nvPr/>
        </p:nvSpPr>
        <p:spPr>
          <a:xfrm>
            <a:off x="4360025" y="3111100"/>
            <a:ext cx="24765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Patient Cohesion–Separation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ADA528A-A79B-BD0F-0327-3116AF2E21F9}"/>
              </a:ext>
            </a:extLst>
          </p:cNvPr>
          <p:cNvSpPr txBox="1"/>
          <p:nvPr/>
        </p:nvSpPr>
        <p:spPr>
          <a:xfrm>
            <a:off x="6390815" y="3110050"/>
            <a:ext cx="2380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Patient Alignment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9A34679-5FA5-6D44-92C3-BB801B68FE33}"/>
              </a:ext>
            </a:extLst>
          </p:cNvPr>
          <p:cNvSpPr txBox="1"/>
          <p:nvPr/>
        </p:nvSpPr>
        <p:spPr>
          <a:xfrm>
            <a:off x="3126346" y="3111101"/>
            <a:ext cx="11249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7BB03F5-26EF-748C-13CB-347E0E1CC4A6}"/>
              </a:ext>
            </a:extLst>
          </p:cNvPr>
          <p:cNvSpPr txBox="1"/>
          <p:nvPr/>
        </p:nvSpPr>
        <p:spPr>
          <a:xfrm>
            <a:off x="7872879" y="3109000"/>
            <a:ext cx="3981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B699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HF Lung Loss (Optional C/W)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B9A9994E-0D3D-C9DB-8FCF-4A3F927BF33E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5205647" y="1651722"/>
            <a:ext cx="0" cy="33624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 xmlns="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5922" y="1727006"/>
                <a:ext cx="254000" cy="152400"/>
              </a:xfrm>
              <a:prstGeom prst="rect">
                <a:avLst/>
              </a:prstGeom>
              <a:blipFill>
                <a:blip r:embed="rId12"/>
                <a:stretch>
                  <a:fillRect l="-5000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768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159" y="1665344"/>
                <a:ext cx="514351" cy="276999"/>
              </a:xfrm>
              <a:prstGeom prst="rect">
                <a:avLst/>
              </a:prstGeom>
              <a:blipFill>
                <a:blip r:embed="rId13"/>
                <a:stretch>
                  <a:fillRect r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5FCEE3CB-389B-089E-4C80-884895E94C0B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598275" y="2767490"/>
            <a:ext cx="0" cy="343610"/>
          </a:xfrm>
          <a:prstGeom prst="straightConnector1">
            <a:avLst/>
          </a:prstGeom>
          <a:ln w="1905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D87266F8-7748-12E8-4915-A367773A73C7}"/>
              </a:ext>
            </a:extLst>
          </p:cNvPr>
          <p:cNvCxnSpPr>
            <a:cxnSpLocks/>
            <a:stCxn id="112" idx="0"/>
          </p:cNvCxnSpPr>
          <p:nvPr/>
        </p:nvCxnSpPr>
        <p:spPr>
          <a:xfrm flipH="1" flipV="1">
            <a:off x="7178651" y="2779837"/>
            <a:ext cx="402267" cy="330213"/>
          </a:xfrm>
          <a:prstGeom prst="straightConnector1">
            <a:avLst/>
          </a:prstGeom>
          <a:ln w="19050">
            <a:solidFill>
              <a:srgbClr val="7030A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044F4628-155A-9D13-3153-DB10E122B6FA}"/>
              </a:ext>
            </a:extLst>
          </p:cNvPr>
          <p:cNvCxnSpPr>
            <a:cxnSpLocks/>
            <a:stCxn id="113" idx="0"/>
          </p:cNvCxnSpPr>
          <p:nvPr/>
        </p:nvCxnSpPr>
        <p:spPr>
          <a:xfrm flipV="1">
            <a:off x="3688831" y="2767490"/>
            <a:ext cx="562485" cy="343611"/>
          </a:xfrm>
          <a:prstGeom prst="straightConnector1">
            <a:avLst/>
          </a:prstGeom>
          <a:ln w="19050">
            <a:solidFill>
              <a:schemeClr val="accent6">
                <a:lumMod val="50000"/>
              </a:schemeClr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5F09288D-9801-CA6A-1E57-D0A312F4A105}"/>
              </a:ext>
            </a:extLst>
          </p:cNvPr>
          <p:cNvCxnSpPr>
            <a:cxnSpLocks/>
            <a:stCxn id="114" idx="0"/>
          </p:cNvCxnSpPr>
          <p:nvPr/>
        </p:nvCxnSpPr>
        <p:spPr>
          <a:xfrm flipH="1" flipV="1">
            <a:off x="9299864" y="2792519"/>
            <a:ext cx="563567" cy="316481"/>
          </a:xfrm>
          <a:prstGeom prst="straightConnector1">
            <a:avLst/>
          </a:prstGeom>
          <a:ln w="19050">
            <a:solidFill>
              <a:srgbClr val="B6993A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EB6B375C-DDCC-1C61-6189-3C250173AC71}"/>
              </a:ext>
            </a:extLst>
          </p:cNvPr>
          <p:cNvCxnSpPr>
            <a:cxnSpLocks/>
          </p:cNvCxnSpPr>
          <p:nvPr/>
        </p:nvCxnSpPr>
        <p:spPr>
          <a:xfrm>
            <a:off x="9225712" y="1210331"/>
            <a:ext cx="0" cy="719330"/>
          </a:xfrm>
          <a:prstGeom prst="straightConnector1">
            <a:avLst/>
          </a:prstGeom>
          <a:ln w="28575">
            <a:solidFill>
              <a:srgbClr val="B6993A"/>
            </a:solidFill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108</Words>
  <Application>Microsoft Macintosh PowerPoint</Application>
  <PresentationFormat>Widescreen</PresentationFormat>
  <Paragraphs>36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10</cp:revision>
  <dcterms:created xsi:type="dcterms:W3CDTF">2026-09-14T23:48:42Z</dcterms:created>
  <dcterms:modified xsi:type="dcterms:W3CDTF">2026-09-15T08:00:42Z</dcterms:modified>
</cp:coreProperties>
</file>